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23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9E980-46E1-45B3-BF37-2019212DBD52}" type="datetimeFigureOut">
              <a:rPr lang="en-IN" smtClean="0"/>
              <a:t>01-05-2022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A2298-0814-4774-AE8E-AFA6F71FC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456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5544" y="139065"/>
            <a:ext cx="8312911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1F79A-C382-4955-BA10-E53F2074970E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4D4D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F6343-D6FD-4F61-8BA8-AFEF0FFEFB9C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54202" y="947166"/>
            <a:ext cx="4512945" cy="3270885"/>
          </a:xfrm>
          <a:custGeom>
            <a:avLst/>
            <a:gdLst/>
            <a:ahLst/>
            <a:cxnLst/>
            <a:rect l="l" t="t" r="r" b="b"/>
            <a:pathLst>
              <a:path w="4512945" h="3270885">
                <a:moveTo>
                  <a:pt x="3967480" y="0"/>
                </a:moveTo>
                <a:lnTo>
                  <a:pt x="545084" y="0"/>
                </a:lnTo>
                <a:lnTo>
                  <a:pt x="498052" y="2001"/>
                </a:lnTo>
                <a:lnTo>
                  <a:pt x="452131" y="7895"/>
                </a:lnTo>
                <a:lnTo>
                  <a:pt x="407484" y="17519"/>
                </a:lnTo>
                <a:lnTo>
                  <a:pt x="364276" y="30709"/>
                </a:lnTo>
                <a:lnTo>
                  <a:pt x="322670" y="47300"/>
                </a:lnTo>
                <a:lnTo>
                  <a:pt x="282829" y="67130"/>
                </a:lnTo>
                <a:lnTo>
                  <a:pt x="244917" y="90034"/>
                </a:lnTo>
                <a:lnTo>
                  <a:pt x="209098" y="115849"/>
                </a:lnTo>
                <a:lnTo>
                  <a:pt x="175535" y="144410"/>
                </a:lnTo>
                <a:lnTo>
                  <a:pt x="144392" y="175555"/>
                </a:lnTo>
                <a:lnTo>
                  <a:pt x="115833" y="209120"/>
                </a:lnTo>
                <a:lnTo>
                  <a:pt x="90021" y="244940"/>
                </a:lnTo>
                <a:lnTo>
                  <a:pt x="67119" y="282852"/>
                </a:lnTo>
                <a:lnTo>
                  <a:pt x="47292" y="322692"/>
                </a:lnTo>
                <a:lnTo>
                  <a:pt x="30703" y="364296"/>
                </a:lnTo>
                <a:lnTo>
                  <a:pt x="17516" y="407502"/>
                </a:lnTo>
                <a:lnTo>
                  <a:pt x="7894" y="452144"/>
                </a:lnTo>
                <a:lnTo>
                  <a:pt x="2000" y="498059"/>
                </a:lnTo>
                <a:lnTo>
                  <a:pt x="0" y="545084"/>
                </a:lnTo>
                <a:lnTo>
                  <a:pt x="0" y="2725420"/>
                </a:lnTo>
                <a:lnTo>
                  <a:pt x="2000" y="2772451"/>
                </a:lnTo>
                <a:lnTo>
                  <a:pt x="7894" y="2818372"/>
                </a:lnTo>
                <a:lnTo>
                  <a:pt x="17516" y="2863019"/>
                </a:lnTo>
                <a:lnTo>
                  <a:pt x="30703" y="2906227"/>
                </a:lnTo>
                <a:lnTo>
                  <a:pt x="47292" y="2947833"/>
                </a:lnTo>
                <a:lnTo>
                  <a:pt x="67119" y="2987674"/>
                </a:lnTo>
                <a:lnTo>
                  <a:pt x="90021" y="3025586"/>
                </a:lnTo>
                <a:lnTo>
                  <a:pt x="115833" y="3061405"/>
                </a:lnTo>
                <a:lnTo>
                  <a:pt x="144392" y="3094968"/>
                </a:lnTo>
                <a:lnTo>
                  <a:pt x="175535" y="3126111"/>
                </a:lnTo>
                <a:lnTo>
                  <a:pt x="209098" y="3154670"/>
                </a:lnTo>
                <a:lnTo>
                  <a:pt x="244917" y="3180482"/>
                </a:lnTo>
                <a:lnTo>
                  <a:pt x="282829" y="3203384"/>
                </a:lnTo>
                <a:lnTo>
                  <a:pt x="322670" y="3223211"/>
                </a:lnTo>
                <a:lnTo>
                  <a:pt x="364276" y="3239800"/>
                </a:lnTo>
                <a:lnTo>
                  <a:pt x="407484" y="3252987"/>
                </a:lnTo>
                <a:lnTo>
                  <a:pt x="452131" y="3262609"/>
                </a:lnTo>
                <a:lnTo>
                  <a:pt x="498052" y="3268503"/>
                </a:lnTo>
                <a:lnTo>
                  <a:pt x="545084" y="3270504"/>
                </a:lnTo>
                <a:lnTo>
                  <a:pt x="3967480" y="3270504"/>
                </a:lnTo>
                <a:lnTo>
                  <a:pt x="4014504" y="3268503"/>
                </a:lnTo>
                <a:lnTo>
                  <a:pt x="4060419" y="3262609"/>
                </a:lnTo>
                <a:lnTo>
                  <a:pt x="4105061" y="3252987"/>
                </a:lnTo>
                <a:lnTo>
                  <a:pt x="4148267" y="3239800"/>
                </a:lnTo>
                <a:lnTo>
                  <a:pt x="4189871" y="3223211"/>
                </a:lnTo>
                <a:lnTo>
                  <a:pt x="4229711" y="3203384"/>
                </a:lnTo>
                <a:lnTo>
                  <a:pt x="4267623" y="3180482"/>
                </a:lnTo>
                <a:lnTo>
                  <a:pt x="4303443" y="3154670"/>
                </a:lnTo>
                <a:lnTo>
                  <a:pt x="4337008" y="3126111"/>
                </a:lnTo>
                <a:lnTo>
                  <a:pt x="4368153" y="3094968"/>
                </a:lnTo>
                <a:lnTo>
                  <a:pt x="4396714" y="3061405"/>
                </a:lnTo>
                <a:lnTo>
                  <a:pt x="4422529" y="3025586"/>
                </a:lnTo>
                <a:lnTo>
                  <a:pt x="4445433" y="2987674"/>
                </a:lnTo>
                <a:lnTo>
                  <a:pt x="4465263" y="2947833"/>
                </a:lnTo>
                <a:lnTo>
                  <a:pt x="4481854" y="2906227"/>
                </a:lnTo>
                <a:lnTo>
                  <a:pt x="4495044" y="2863019"/>
                </a:lnTo>
                <a:lnTo>
                  <a:pt x="4504668" y="2818372"/>
                </a:lnTo>
                <a:lnTo>
                  <a:pt x="4510562" y="2772451"/>
                </a:lnTo>
                <a:lnTo>
                  <a:pt x="4512564" y="2725420"/>
                </a:lnTo>
                <a:lnTo>
                  <a:pt x="4512564" y="545084"/>
                </a:lnTo>
                <a:lnTo>
                  <a:pt x="4510562" y="498059"/>
                </a:lnTo>
                <a:lnTo>
                  <a:pt x="4504668" y="452144"/>
                </a:lnTo>
                <a:lnTo>
                  <a:pt x="4495044" y="407502"/>
                </a:lnTo>
                <a:lnTo>
                  <a:pt x="4481854" y="364296"/>
                </a:lnTo>
                <a:lnTo>
                  <a:pt x="4465263" y="322692"/>
                </a:lnTo>
                <a:lnTo>
                  <a:pt x="4445433" y="282852"/>
                </a:lnTo>
                <a:lnTo>
                  <a:pt x="4422529" y="244940"/>
                </a:lnTo>
                <a:lnTo>
                  <a:pt x="4396714" y="209120"/>
                </a:lnTo>
                <a:lnTo>
                  <a:pt x="4368153" y="175555"/>
                </a:lnTo>
                <a:lnTo>
                  <a:pt x="4337008" y="144410"/>
                </a:lnTo>
                <a:lnTo>
                  <a:pt x="4303443" y="115849"/>
                </a:lnTo>
                <a:lnTo>
                  <a:pt x="4267623" y="90034"/>
                </a:lnTo>
                <a:lnTo>
                  <a:pt x="4229711" y="67130"/>
                </a:lnTo>
                <a:lnTo>
                  <a:pt x="4189871" y="47300"/>
                </a:lnTo>
                <a:lnTo>
                  <a:pt x="4148267" y="30709"/>
                </a:lnTo>
                <a:lnTo>
                  <a:pt x="4105061" y="17519"/>
                </a:lnTo>
                <a:lnTo>
                  <a:pt x="4060419" y="7895"/>
                </a:lnTo>
                <a:lnTo>
                  <a:pt x="4014504" y="2001"/>
                </a:lnTo>
                <a:lnTo>
                  <a:pt x="39674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54202" y="947166"/>
            <a:ext cx="4512945" cy="3270885"/>
          </a:xfrm>
          <a:custGeom>
            <a:avLst/>
            <a:gdLst/>
            <a:ahLst/>
            <a:cxnLst/>
            <a:rect l="l" t="t" r="r" b="b"/>
            <a:pathLst>
              <a:path w="4512945" h="3270885">
                <a:moveTo>
                  <a:pt x="0" y="545084"/>
                </a:moveTo>
                <a:lnTo>
                  <a:pt x="2000" y="498059"/>
                </a:lnTo>
                <a:lnTo>
                  <a:pt x="7894" y="452144"/>
                </a:lnTo>
                <a:lnTo>
                  <a:pt x="17516" y="407502"/>
                </a:lnTo>
                <a:lnTo>
                  <a:pt x="30703" y="364296"/>
                </a:lnTo>
                <a:lnTo>
                  <a:pt x="47292" y="322692"/>
                </a:lnTo>
                <a:lnTo>
                  <a:pt x="67119" y="282852"/>
                </a:lnTo>
                <a:lnTo>
                  <a:pt x="90021" y="244940"/>
                </a:lnTo>
                <a:lnTo>
                  <a:pt x="115833" y="209120"/>
                </a:lnTo>
                <a:lnTo>
                  <a:pt x="144392" y="175555"/>
                </a:lnTo>
                <a:lnTo>
                  <a:pt x="175535" y="144410"/>
                </a:lnTo>
                <a:lnTo>
                  <a:pt x="209098" y="115849"/>
                </a:lnTo>
                <a:lnTo>
                  <a:pt x="244917" y="90034"/>
                </a:lnTo>
                <a:lnTo>
                  <a:pt x="282829" y="67130"/>
                </a:lnTo>
                <a:lnTo>
                  <a:pt x="322670" y="47300"/>
                </a:lnTo>
                <a:lnTo>
                  <a:pt x="364276" y="30709"/>
                </a:lnTo>
                <a:lnTo>
                  <a:pt x="407484" y="17519"/>
                </a:lnTo>
                <a:lnTo>
                  <a:pt x="452131" y="7895"/>
                </a:lnTo>
                <a:lnTo>
                  <a:pt x="498052" y="2001"/>
                </a:lnTo>
                <a:lnTo>
                  <a:pt x="545084" y="0"/>
                </a:lnTo>
                <a:lnTo>
                  <a:pt x="3967480" y="0"/>
                </a:lnTo>
                <a:lnTo>
                  <a:pt x="4014504" y="2001"/>
                </a:lnTo>
                <a:lnTo>
                  <a:pt x="4060419" y="7895"/>
                </a:lnTo>
                <a:lnTo>
                  <a:pt x="4105061" y="17519"/>
                </a:lnTo>
                <a:lnTo>
                  <a:pt x="4148267" y="30709"/>
                </a:lnTo>
                <a:lnTo>
                  <a:pt x="4189871" y="47300"/>
                </a:lnTo>
                <a:lnTo>
                  <a:pt x="4229711" y="67130"/>
                </a:lnTo>
                <a:lnTo>
                  <a:pt x="4267623" y="90034"/>
                </a:lnTo>
                <a:lnTo>
                  <a:pt x="4303443" y="115849"/>
                </a:lnTo>
                <a:lnTo>
                  <a:pt x="4337008" y="144410"/>
                </a:lnTo>
                <a:lnTo>
                  <a:pt x="4368153" y="175555"/>
                </a:lnTo>
                <a:lnTo>
                  <a:pt x="4396714" y="209120"/>
                </a:lnTo>
                <a:lnTo>
                  <a:pt x="4422529" y="244940"/>
                </a:lnTo>
                <a:lnTo>
                  <a:pt x="4445433" y="282852"/>
                </a:lnTo>
                <a:lnTo>
                  <a:pt x="4465263" y="322692"/>
                </a:lnTo>
                <a:lnTo>
                  <a:pt x="4481854" y="364296"/>
                </a:lnTo>
                <a:lnTo>
                  <a:pt x="4495044" y="407502"/>
                </a:lnTo>
                <a:lnTo>
                  <a:pt x="4504668" y="452144"/>
                </a:lnTo>
                <a:lnTo>
                  <a:pt x="4510562" y="498059"/>
                </a:lnTo>
                <a:lnTo>
                  <a:pt x="4512564" y="545084"/>
                </a:lnTo>
                <a:lnTo>
                  <a:pt x="4512564" y="2725420"/>
                </a:lnTo>
                <a:lnTo>
                  <a:pt x="4510562" y="2772451"/>
                </a:lnTo>
                <a:lnTo>
                  <a:pt x="4504668" y="2818372"/>
                </a:lnTo>
                <a:lnTo>
                  <a:pt x="4495044" y="2863019"/>
                </a:lnTo>
                <a:lnTo>
                  <a:pt x="4481854" y="2906227"/>
                </a:lnTo>
                <a:lnTo>
                  <a:pt x="4465263" y="2947833"/>
                </a:lnTo>
                <a:lnTo>
                  <a:pt x="4445433" y="2987674"/>
                </a:lnTo>
                <a:lnTo>
                  <a:pt x="4422529" y="3025586"/>
                </a:lnTo>
                <a:lnTo>
                  <a:pt x="4396714" y="3061405"/>
                </a:lnTo>
                <a:lnTo>
                  <a:pt x="4368153" y="3094968"/>
                </a:lnTo>
                <a:lnTo>
                  <a:pt x="4337008" y="3126111"/>
                </a:lnTo>
                <a:lnTo>
                  <a:pt x="4303443" y="3154670"/>
                </a:lnTo>
                <a:lnTo>
                  <a:pt x="4267623" y="3180482"/>
                </a:lnTo>
                <a:lnTo>
                  <a:pt x="4229711" y="3203384"/>
                </a:lnTo>
                <a:lnTo>
                  <a:pt x="4189871" y="3223211"/>
                </a:lnTo>
                <a:lnTo>
                  <a:pt x="4148267" y="3239800"/>
                </a:lnTo>
                <a:lnTo>
                  <a:pt x="4105061" y="3252987"/>
                </a:lnTo>
                <a:lnTo>
                  <a:pt x="4060419" y="3262609"/>
                </a:lnTo>
                <a:lnTo>
                  <a:pt x="4014504" y="3268503"/>
                </a:lnTo>
                <a:lnTo>
                  <a:pt x="3967480" y="3270504"/>
                </a:lnTo>
                <a:lnTo>
                  <a:pt x="545084" y="3270504"/>
                </a:lnTo>
                <a:lnTo>
                  <a:pt x="498052" y="3268503"/>
                </a:lnTo>
                <a:lnTo>
                  <a:pt x="452131" y="3262609"/>
                </a:lnTo>
                <a:lnTo>
                  <a:pt x="407484" y="3252987"/>
                </a:lnTo>
                <a:lnTo>
                  <a:pt x="364276" y="3239800"/>
                </a:lnTo>
                <a:lnTo>
                  <a:pt x="322670" y="3223211"/>
                </a:lnTo>
                <a:lnTo>
                  <a:pt x="282829" y="3203384"/>
                </a:lnTo>
                <a:lnTo>
                  <a:pt x="244917" y="3180482"/>
                </a:lnTo>
                <a:lnTo>
                  <a:pt x="209098" y="3154670"/>
                </a:lnTo>
                <a:lnTo>
                  <a:pt x="175535" y="3126111"/>
                </a:lnTo>
                <a:lnTo>
                  <a:pt x="144392" y="3094968"/>
                </a:lnTo>
                <a:lnTo>
                  <a:pt x="115833" y="3061405"/>
                </a:lnTo>
                <a:lnTo>
                  <a:pt x="90021" y="3025586"/>
                </a:lnTo>
                <a:lnTo>
                  <a:pt x="67119" y="2987674"/>
                </a:lnTo>
                <a:lnTo>
                  <a:pt x="47292" y="2947833"/>
                </a:lnTo>
                <a:lnTo>
                  <a:pt x="30703" y="2906227"/>
                </a:lnTo>
                <a:lnTo>
                  <a:pt x="17516" y="2863019"/>
                </a:lnTo>
                <a:lnTo>
                  <a:pt x="7894" y="2818372"/>
                </a:lnTo>
                <a:lnTo>
                  <a:pt x="2000" y="2772451"/>
                </a:lnTo>
                <a:lnTo>
                  <a:pt x="0" y="2725420"/>
                </a:lnTo>
                <a:lnTo>
                  <a:pt x="0" y="545084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35202" y="1183386"/>
            <a:ext cx="3634740" cy="2707005"/>
          </a:xfrm>
          <a:custGeom>
            <a:avLst/>
            <a:gdLst/>
            <a:ahLst/>
            <a:cxnLst/>
            <a:rect l="l" t="t" r="r" b="b"/>
            <a:pathLst>
              <a:path w="3634740" h="2707004">
                <a:moveTo>
                  <a:pt x="3183636" y="0"/>
                </a:moveTo>
                <a:lnTo>
                  <a:pt x="451103" y="0"/>
                </a:lnTo>
                <a:lnTo>
                  <a:pt x="401944" y="2646"/>
                </a:lnTo>
                <a:lnTo>
                  <a:pt x="354320" y="10402"/>
                </a:lnTo>
                <a:lnTo>
                  <a:pt x="308506" y="22994"/>
                </a:lnTo>
                <a:lnTo>
                  <a:pt x="264776" y="40145"/>
                </a:lnTo>
                <a:lnTo>
                  <a:pt x="223407" y="61580"/>
                </a:lnTo>
                <a:lnTo>
                  <a:pt x="184672" y="87026"/>
                </a:lnTo>
                <a:lnTo>
                  <a:pt x="148847" y="116206"/>
                </a:lnTo>
                <a:lnTo>
                  <a:pt x="116206" y="148847"/>
                </a:lnTo>
                <a:lnTo>
                  <a:pt x="87026" y="184672"/>
                </a:lnTo>
                <a:lnTo>
                  <a:pt x="61580" y="223407"/>
                </a:lnTo>
                <a:lnTo>
                  <a:pt x="40145" y="264776"/>
                </a:lnTo>
                <a:lnTo>
                  <a:pt x="22994" y="308506"/>
                </a:lnTo>
                <a:lnTo>
                  <a:pt x="10402" y="354320"/>
                </a:lnTo>
                <a:lnTo>
                  <a:pt x="2646" y="401944"/>
                </a:lnTo>
                <a:lnTo>
                  <a:pt x="0" y="451103"/>
                </a:lnTo>
                <a:lnTo>
                  <a:pt x="0" y="2255520"/>
                </a:lnTo>
                <a:lnTo>
                  <a:pt x="2646" y="2304679"/>
                </a:lnTo>
                <a:lnTo>
                  <a:pt x="10402" y="2352303"/>
                </a:lnTo>
                <a:lnTo>
                  <a:pt x="22994" y="2398117"/>
                </a:lnTo>
                <a:lnTo>
                  <a:pt x="40145" y="2441847"/>
                </a:lnTo>
                <a:lnTo>
                  <a:pt x="61580" y="2483216"/>
                </a:lnTo>
                <a:lnTo>
                  <a:pt x="87026" y="2521951"/>
                </a:lnTo>
                <a:lnTo>
                  <a:pt x="116206" y="2557776"/>
                </a:lnTo>
                <a:lnTo>
                  <a:pt x="148847" y="2590417"/>
                </a:lnTo>
                <a:lnTo>
                  <a:pt x="184672" y="2619597"/>
                </a:lnTo>
                <a:lnTo>
                  <a:pt x="223407" y="2645043"/>
                </a:lnTo>
                <a:lnTo>
                  <a:pt x="264776" y="2666478"/>
                </a:lnTo>
                <a:lnTo>
                  <a:pt x="308506" y="2683629"/>
                </a:lnTo>
                <a:lnTo>
                  <a:pt x="354320" y="2696221"/>
                </a:lnTo>
                <a:lnTo>
                  <a:pt x="401944" y="2703977"/>
                </a:lnTo>
                <a:lnTo>
                  <a:pt x="451103" y="2706624"/>
                </a:lnTo>
                <a:lnTo>
                  <a:pt x="3183636" y="2706624"/>
                </a:lnTo>
                <a:lnTo>
                  <a:pt x="3232795" y="2703977"/>
                </a:lnTo>
                <a:lnTo>
                  <a:pt x="3280419" y="2696221"/>
                </a:lnTo>
                <a:lnTo>
                  <a:pt x="3326233" y="2683629"/>
                </a:lnTo>
                <a:lnTo>
                  <a:pt x="3369963" y="2666478"/>
                </a:lnTo>
                <a:lnTo>
                  <a:pt x="3411332" y="2645043"/>
                </a:lnTo>
                <a:lnTo>
                  <a:pt x="3450067" y="2619597"/>
                </a:lnTo>
                <a:lnTo>
                  <a:pt x="3485892" y="2590417"/>
                </a:lnTo>
                <a:lnTo>
                  <a:pt x="3518533" y="2557776"/>
                </a:lnTo>
                <a:lnTo>
                  <a:pt x="3547713" y="2521951"/>
                </a:lnTo>
                <a:lnTo>
                  <a:pt x="3573159" y="2483216"/>
                </a:lnTo>
                <a:lnTo>
                  <a:pt x="3594594" y="2441847"/>
                </a:lnTo>
                <a:lnTo>
                  <a:pt x="3611745" y="2398117"/>
                </a:lnTo>
                <a:lnTo>
                  <a:pt x="3624337" y="2352303"/>
                </a:lnTo>
                <a:lnTo>
                  <a:pt x="3632093" y="2304679"/>
                </a:lnTo>
                <a:lnTo>
                  <a:pt x="3634740" y="2255520"/>
                </a:lnTo>
                <a:lnTo>
                  <a:pt x="3634740" y="451103"/>
                </a:lnTo>
                <a:lnTo>
                  <a:pt x="3632093" y="401944"/>
                </a:lnTo>
                <a:lnTo>
                  <a:pt x="3624337" y="354320"/>
                </a:lnTo>
                <a:lnTo>
                  <a:pt x="3611745" y="308506"/>
                </a:lnTo>
                <a:lnTo>
                  <a:pt x="3594594" y="264776"/>
                </a:lnTo>
                <a:lnTo>
                  <a:pt x="3573159" y="223407"/>
                </a:lnTo>
                <a:lnTo>
                  <a:pt x="3547713" y="184672"/>
                </a:lnTo>
                <a:lnTo>
                  <a:pt x="3518533" y="148847"/>
                </a:lnTo>
                <a:lnTo>
                  <a:pt x="3485892" y="116206"/>
                </a:lnTo>
                <a:lnTo>
                  <a:pt x="3450067" y="87026"/>
                </a:lnTo>
                <a:lnTo>
                  <a:pt x="3411332" y="61580"/>
                </a:lnTo>
                <a:lnTo>
                  <a:pt x="3369963" y="40145"/>
                </a:lnTo>
                <a:lnTo>
                  <a:pt x="3326233" y="22994"/>
                </a:lnTo>
                <a:lnTo>
                  <a:pt x="3280419" y="10402"/>
                </a:lnTo>
                <a:lnTo>
                  <a:pt x="3232795" y="2646"/>
                </a:lnTo>
                <a:lnTo>
                  <a:pt x="31836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5202" y="1183386"/>
            <a:ext cx="3634740" cy="2707005"/>
          </a:xfrm>
          <a:custGeom>
            <a:avLst/>
            <a:gdLst/>
            <a:ahLst/>
            <a:cxnLst/>
            <a:rect l="l" t="t" r="r" b="b"/>
            <a:pathLst>
              <a:path w="3634740" h="2707004">
                <a:moveTo>
                  <a:pt x="0" y="451103"/>
                </a:moveTo>
                <a:lnTo>
                  <a:pt x="2646" y="401944"/>
                </a:lnTo>
                <a:lnTo>
                  <a:pt x="10402" y="354320"/>
                </a:lnTo>
                <a:lnTo>
                  <a:pt x="22994" y="308506"/>
                </a:lnTo>
                <a:lnTo>
                  <a:pt x="40145" y="264776"/>
                </a:lnTo>
                <a:lnTo>
                  <a:pt x="61580" y="223407"/>
                </a:lnTo>
                <a:lnTo>
                  <a:pt x="87026" y="184672"/>
                </a:lnTo>
                <a:lnTo>
                  <a:pt x="116206" y="148847"/>
                </a:lnTo>
                <a:lnTo>
                  <a:pt x="148847" y="116206"/>
                </a:lnTo>
                <a:lnTo>
                  <a:pt x="184672" y="87026"/>
                </a:lnTo>
                <a:lnTo>
                  <a:pt x="223407" y="61580"/>
                </a:lnTo>
                <a:lnTo>
                  <a:pt x="264776" y="40145"/>
                </a:lnTo>
                <a:lnTo>
                  <a:pt x="308506" y="22994"/>
                </a:lnTo>
                <a:lnTo>
                  <a:pt x="354320" y="10402"/>
                </a:lnTo>
                <a:lnTo>
                  <a:pt x="401944" y="2646"/>
                </a:lnTo>
                <a:lnTo>
                  <a:pt x="451103" y="0"/>
                </a:lnTo>
                <a:lnTo>
                  <a:pt x="3183636" y="0"/>
                </a:lnTo>
                <a:lnTo>
                  <a:pt x="3232795" y="2646"/>
                </a:lnTo>
                <a:lnTo>
                  <a:pt x="3280419" y="10402"/>
                </a:lnTo>
                <a:lnTo>
                  <a:pt x="3326233" y="22994"/>
                </a:lnTo>
                <a:lnTo>
                  <a:pt x="3369963" y="40145"/>
                </a:lnTo>
                <a:lnTo>
                  <a:pt x="3411332" y="61580"/>
                </a:lnTo>
                <a:lnTo>
                  <a:pt x="3450067" y="87026"/>
                </a:lnTo>
                <a:lnTo>
                  <a:pt x="3485892" y="116206"/>
                </a:lnTo>
                <a:lnTo>
                  <a:pt x="3518533" y="148847"/>
                </a:lnTo>
                <a:lnTo>
                  <a:pt x="3547713" y="184672"/>
                </a:lnTo>
                <a:lnTo>
                  <a:pt x="3573159" y="223407"/>
                </a:lnTo>
                <a:lnTo>
                  <a:pt x="3594594" y="264776"/>
                </a:lnTo>
                <a:lnTo>
                  <a:pt x="3611745" y="308506"/>
                </a:lnTo>
                <a:lnTo>
                  <a:pt x="3624337" y="354320"/>
                </a:lnTo>
                <a:lnTo>
                  <a:pt x="3632093" y="401944"/>
                </a:lnTo>
                <a:lnTo>
                  <a:pt x="3634740" y="451103"/>
                </a:lnTo>
                <a:lnTo>
                  <a:pt x="3634740" y="2255520"/>
                </a:lnTo>
                <a:lnTo>
                  <a:pt x="3632093" y="2304679"/>
                </a:lnTo>
                <a:lnTo>
                  <a:pt x="3624337" y="2352303"/>
                </a:lnTo>
                <a:lnTo>
                  <a:pt x="3611745" y="2398117"/>
                </a:lnTo>
                <a:lnTo>
                  <a:pt x="3594594" y="2441847"/>
                </a:lnTo>
                <a:lnTo>
                  <a:pt x="3573159" y="2483216"/>
                </a:lnTo>
                <a:lnTo>
                  <a:pt x="3547713" y="2521951"/>
                </a:lnTo>
                <a:lnTo>
                  <a:pt x="3518533" y="2557776"/>
                </a:lnTo>
                <a:lnTo>
                  <a:pt x="3485892" y="2590417"/>
                </a:lnTo>
                <a:lnTo>
                  <a:pt x="3450067" y="2619597"/>
                </a:lnTo>
                <a:lnTo>
                  <a:pt x="3411332" y="2645043"/>
                </a:lnTo>
                <a:lnTo>
                  <a:pt x="3369963" y="2666478"/>
                </a:lnTo>
                <a:lnTo>
                  <a:pt x="3326233" y="2683629"/>
                </a:lnTo>
                <a:lnTo>
                  <a:pt x="3280419" y="2696221"/>
                </a:lnTo>
                <a:lnTo>
                  <a:pt x="3232795" y="2703977"/>
                </a:lnTo>
                <a:lnTo>
                  <a:pt x="3183636" y="2706624"/>
                </a:lnTo>
                <a:lnTo>
                  <a:pt x="451103" y="2706624"/>
                </a:lnTo>
                <a:lnTo>
                  <a:pt x="401944" y="2703977"/>
                </a:lnTo>
                <a:lnTo>
                  <a:pt x="354320" y="2696221"/>
                </a:lnTo>
                <a:lnTo>
                  <a:pt x="308506" y="2683629"/>
                </a:lnTo>
                <a:lnTo>
                  <a:pt x="264776" y="2666478"/>
                </a:lnTo>
                <a:lnTo>
                  <a:pt x="223407" y="2645043"/>
                </a:lnTo>
                <a:lnTo>
                  <a:pt x="184672" y="2619597"/>
                </a:lnTo>
                <a:lnTo>
                  <a:pt x="148847" y="2590417"/>
                </a:lnTo>
                <a:lnTo>
                  <a:pt x="116206" y="2557776"/>
                </a:lnTo>
                <a:lnTo>
                  <a:pt x="87026" y="2521951"/>
                </a:lnTo>
                <a:lnTo>
                  <a:pt x="61580" y="2483216"/>
                </a:lnTo>
                <a:lnTo>
                  <a:pt x="40145" y="2441847"/>
                </a:lnTo>
                <a:lnTo>
                  <a:pt x="22994" y="2398117"/>
                </a:lnTo>
                <a:lnTo>
                  <a:pt x="10402" y="2352303"/>
                </a:lnTo>
                <a:lnTo>
                  <a:pt x="2646" y="2304679"/>
                </a:lnTo>
                <a:lnTo>
                  <a:pt x="0" y="2255520"/>
                </a:lnTo>
                <a:lnTo>
                  <a:pt x="0" y="451103"/>
                </a:lnTo>
                <a:close/>
              </a:path>
            </a:pathLst>
          </a:custGeom>
          <a:ln w="25400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4D4D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635632" y="1316481"/>
            <a:ext cx="2621915" cy="3007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602351" y="1159586"/>
            <a:ext cx="3062604" cy="276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64646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DA055-27A7-42A0-A0BC-6B99EA921551}" type="datetime1">
              <a:rPr lang="en-US" smtClean="0"/>
              <a:t>5/1/2022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4D4D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479E8-A884-4F15-B23F-26681F32158E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74E48-975C-4CD7-AD46-BCC916C9B474}" type="datetime1">
              <a:rPr lang="en-US" smtClean="0"/>
              <a:t>5/1/2022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9468" y="1991613"/>
            <a:ext cx="1489710" cy="497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4D4D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4962" y="1003300"/>
            <a:ext cx="8474710" cy="3416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23438" y="4961859"/>
            <a:ext cx="289623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BD2F5-DE2D-43EF-AD6F-DB18049E25BC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12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7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0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94.xml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mazonVPC/latest/UserGuide/VPC_Internet_Gateway.html" TargetMode="External"/><Relationship Id="rId2" Type="http://schemas.openxmlformats.org/officeDocument/2006/relationships/hyperlink" Target="https://docs.aws.amazon.com/AmazonVPC/latest/UserGuide/VPC_Introduction.html?shortFooter=true" TargetMode="Externa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directconnect/latest/UserGuide/Welcome.html" TargetMode="External"/><Relationship Id="rId2" Type="http://schemas.openxmlformats.org/officeDocument/2006/relationships/hyperlink" Target="https://docs.aws.amazon.com/AmazonVPC/latest/UserGuide/VPC_Scenario3.html?shortFooter=true" TargetMode="Externa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mazonVPC/latest/UserGuide/vpce-interface.html?shortFooter=true" TargetMode="External"/><Relationship Id="rId2" Type="http://schemas.openxmlformats.org/officeDocument/2006/relationships/hyperlink" Target="https://docs.aws.amazon.com/AmazonVPC/latest/UserGuide/vpce-gateway.html?shortFooter=tru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2103881"/>
            <a:ext cx="5011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Virtual</a:t>
            </a:r>
            <a:r>
              <a:rPr sz="4000" spc="-25" dirty="0"/>
              <a:t> </a:t>
            </a:r>
            <a:r>
              <a:rPr sz="4000" spc="-5" dirty="0"/>
              <a:t>Private</a:t>
            </a:r>
            <a:r>
              <a:rPr sz="4000" spc="-10" dirty="0"/>
              <a:t> </a:t>
            </a:r>
            <a:r>
              <a:rPr sz="4000" spc="-5" dirty="0"/>
              <a:t>Cloud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5134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Virtual</a:t>
            </a:r>
            <a:r>
              <a:rPr sz="2800" spc="-35" dirty="0"/>
              <a:t> </a:t>
            </a:r>
            <a:r>
              <a:rPr sz="2800" spc="-5" dirty="0"/>
              <a:t>Private</a:t>
            </a:r>
            <a:r>
              <a:rPr sz="2800" spc="-35" dirty="0"/>
              <a:t> </a:t>
            </a:r>
            <a:r>
              <a:rPr sz="2800" spc="-5" dirty="0"/>
              <a:t>Cloud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6804" y="1601724"/>
            <a:ext cx="8208645" cy="1092835"/>
            <a:chOff x="336804" y="1601724"/>
            <a:chExt cx="8208645" cy="1092835"/>
          </a:xfrm>
        </p:grpSpPr>
        <p:sp>
          <p:nvSpPr>
            <p:cNvPr id="4" name="object 4"/>
            <p:cNvSpPr/>
            <p:nvPr/>
          </p:nvSpPr>
          <p:spPr>
            <a:xfrm>
              <a:off x="336804" y="1601724"/>
              <a:ext cx="8208645" cy="1092835"/>
            </a:xfrm>
            <a:custGeom>
              <a:avLst/>
              <a:gdLst/>
              <a:ahLst/>
              <a:cxnLst/>
              <a:rect l="l" t="t" r="r" b="b"/>
              <a:pathLst>
                <a:path w="8208645" h="1092835">
                  <a:moveTo>
                    <a:pt x="8099044" y="0"/>
                  </a:moveTo>
                  <a:lnTo>
                    <a:pt x="109270" y="0"/>
                  </a:lnTo>
                  <a:lnTo>
                    <a:pt x="66736" y="8582"/>
                  </a:lnTo>
                  <a:lnTo>
                    <a:pt x="32003" y="31988"/>
                  </a:lnTo>
                  <a:lnTo>
                    <a:pt x="8586" y="66704"/>
                  </a:lnTo>
                  <a:lnTo>
                    <a:pt x="0" y="109220"/>
                  </a:lnTo>
                  <a:lnTo>
                    <a:pt x="0" y="983488"/>
                  </a:lnTo>
                  <a:lnTo>
                    <a:pt x="8586" y="1026003"/>
                  </a:lnTo>
                  <a:lnTo>
                    <a:pt x="32003" y="1060719"/>
                  </a:lnTo>
                  <a:lnTo>
                    <a:pt x="66736" y="1084125"/>
                  </a:lnTo>
                  <a:lnTo>
                    <a:pt x="109270" y="1092708"/>
                  </a:lnTo>
                  <a:lnTo>
                    <a:pt x="8099044" y="1092708"/>
                  </a:lnTo>
                  <a:lnTo>
                    <a:pt x="8141559" y="1084125"/>
                  </a:lnTo>
                  <a:lnTo>
                    <a:pt x="8176275" y="1060719"/>
                  </a:lnTo>
                  <a:lnTo>
                    <a:pt x="8199681" y="1026003"/>
                  </a:lnTo>
                  <a:lnTo>
                    <a:pt x="8208264" y="983488"/>
                  </a:lnTo>
                  <a:lnTo>
                    <a:pt x="8208264" y="109220"/>
                  </a:lnTo>
                  <a:lnTo>
                    <a:pt x="8199681" y="66704"/>
                  </a:lnTo>
                  <a:lnTo>
                    <a:pt x="8176275" y="31988"/>
                  </a:lnTo>
                  <a:lnTo>
                    <a:pt x="8141559" y="8582"/>
                  </a:lnTo>
                  <a:lnTo>
                    <a:pt x="8099044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8378" y="2002189"/>
              <a:ext cx="520700" cy="296545"/>
            </a:xfrm>
            <a:custGeom>
              <a:avLst/>
              <a:gdLst/>
              <a:ahLst/>
              <a:cxnLst/>
              <a:rect l="l" t="t" r="r" b="b"/>
              <a:pathLst>
                <a:path w="520700" h="296544">
                  <a:moveTo>
                    <a:pt x="81678" y="110737"/>
                  </a:moveTo>
                  <a:lnTo>
                    <a:pt x="35935" y="129319"/>
                  </a:lnTo>
                  <a:lnTo>
                    <a:pt x="5778" y="169480"/>
                  </a:lnTo>
                  <a:lnTo>
                    <a:pt x="0" y="193679"/>
                  </a:lnTo>
                  <a:lnTo>
                    <a:pt x="715" y="218458"/>
                  </a:lnTo>
                  <a:lnTo>
                    <a:pt x="21982" y="263588"/>
                  </a:lnTo>
                  <a:lnTo>
                    <a:pt x="63087" y="290949"/>
                  </a:lnTo>
                  <a:lnTo>
                    <a:pt x="87814" y="295696"/>
                  </a:lnTo>
                  <a:lnTo>
                    <a:pt x="87814" y="296315"/>
                  </a:lnTo>
                  <a:lnTo>
                    <a:pt x="446494" y="296315"/>
                  </a:lnTo>
                  <a:lnTo>
                    <a:pt x="475308" y="290456"/>
                  </a:lnTo>
                  <a:lnTo>
                    <a:pt x="498904" y="274503"/>
                  </a:lnTo>
                  <a:lnTo>
                    <a:pt x="514847" y="250894"/>
                  </a:lnTo>
                  <a:lnTo>
                    <a:pt x="520703" y="222064"/>
                  </a:lnTo>
                  <a:lnTo>
                    <a:pt x="514944" y="193137"/>
                  </a:lnTo>
                  <a:lnTo>
                    <a:pt x="499213" y="169315"/>
                  </a:lnTo>
                  <a:lnTo>
                    <a:pt x="475829" y="153151"/>
                  </a:lnTo>
                  <a:lnTo>
                    <a:pt x="447112" y="147195"/>
                  </a:lnTo>
                  <a:lnTo>
                    <a:pt x="440928" y="147195"/>
                  </a:lnTo>
                  <a:lnTo>
                    <a:pt x="438232" y="125046"/>
                  </a:lnTo>
                  <a:lnTo>
                    <a:pt x="433037" y="111307"/>
                  </a:lnTo>
                  <a:lnTo>
                    <a:pt x="106985" y="111307"/>
                  </a:lnTo>
                  <a:lnTo>
                    <a:pt x="81678" y="110737"/>
                  </a:lnTo>
                  <a:close/>
                </a:path>
                <a:path w="520700" h="296544">
                  <a:moveTo>
                    <a:pt x="229411" y="0"/>
                  </a:moveTo>
                  <a:lnTo>
                    <a:pt x="158120" y="16967"/>
                  </a:lnTo>
                  <a:lnTo>
                    <a:pt x="113362" y="73235"/>
                  </a:lnTo>
                  <a:lnTo>
                    <a:pt x="106985" y="110070"/>
                  </a:lnTo>
                  <a:lnTo>
                    <a:pt x="106985" y="111307"/>
                  </a:lnTo>
                  <a:lnTo>
                    <a:pt x="433037" y="111307"/>
                  </a:lnTo>
                  <a:lnTo>
                    <a:pt x="430492" y="104578"/>
                  </a:lnTo>
                  <a:lnTo>
                    <a:pt x="401968" y="71707"/>
                  </a:lnTo>
                  <a:lnTo>
                    <a:pt x="317245" y="59951"/>
                  </a:lnTo>
                  <a:lnTo>
                    <a:pt x="294770" y="29990"/>
                  </a:lnTo>
                  <a:lnTo>
                    <a:pt x="264526" y="9600"/>
                  </a:lnTo>
                  <a:lnTo>
                    <a:pt x="229411" y="0"/>
                  </a:lnTo>
                  <a:close/>
                </a:path>
                <a:path w="520700" h="296544">
                  <a:moveTo>
                    <a:pt x="339006" y="55175"/>
                  </a:moveTo>
                  <a:lnTo>
                    <a:pt x="317245" y="59951"/>
                  </a:lnTo>
                  <a:lnTo>
                    <a:pt x="377620" y="59951"/>
                  </a:lnTo>
                  <a:lnTo>
                    <a:pt x="360998" y="55620"/>
                  </a:lnTo>
                  <a:lnTo>
                    <a:pt x="339006" y="55175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01800" y="1915794"/>
            <a:ext cx="44469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60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25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own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cloud on</a:t>
            </a:r>
            <a:r>
              <a:rPr sz="2500" spc="-1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3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6804" y="2967227"/>
            <a:ext cx="8208645" cy="1092835"/>
            <a:chOff x="336804" y="2967227"/>
            <a:chExt cx="8208645" cy="1092835"/>
          </a:xfrm>
        </p:grpSpPr>
        <p:sp>
          <p:nvSpPr>
            <p:cNvPr id="8" name="object 8"/>
            <p:cNvSpPr/>
            <p:nvPr/>
          </p:nvSpPr>
          <p:spPr>
            <a:xfrm>
              <a:off x="336804" y="2967227"/>
              <a:ext cx="8208645" cy="1092835"/>
            </a:xfrm>
            <a:custGeom>
              <a:avLst/>
              <a:gdLst/>
              <a:ahLst/>
              <a:cxnLst/>
              <a:rect l="l" t="t" r="r" b="b"/>
              <a:pathLst>
                <a:path w="8208645" h="1092835">
                  <a:moveTo>
                    <a:pt x="8099044" y="0"/>
                  </a:moveTo>
                  <a:lnTo>
                    <a:pt x="109270" y="0"/>
                  </a:lnTo>
                  <a:lnTo>
                    <a:pt x="66736" y="8582"/>
                  </a:lnTo>
                  <a:lnTo>
                    <a:pt x="32003" y="31988"/>
                  </a:lnTo>
                  <a:lnTo>
                    <a:pt x="8586" y="66704"/>
                  </a:lnTo>
                  <a:lnTo>
                    <a:pt x="0" y="109220"/>
                  </a:lnTo>
                  <a:lnTo>
                    <a:pt x="0" y="983437"/>
                  </a:lnTo>
                  <a:lnTo>
                    <a:pt x="8586" y="1025971"/>
                  </a:lnTo>
                  <a:lnTo>
                    <a:pt x="32003" y="1060704"/>
                  </a:lnTo>
                  <a:lnTo>
                    <a:pt x="66736" y="1084121"/>
                  </a:lnTo>
                  <a:lnTo>
                    <a:pt x="109270" y="1092708"/>
                  </a:lnTo>
                  <a:lnTo>
                    <a:pt x="8099044" y="1092708"/>
                  </a:lnTo>
                  <a:lnTo>
                    <a:pt x="8141559" y="1084121"/>
                  </a:lnTo>
                  <a:lnTo>
                    <a:pt x="8176275" y="1060704"/>
                  </a:lnTo>
                  <a:lnTo>
                    <a:pt x="8199681" y="1025971"/>
                  </a:lnTo>
                  <a:lnTo>
                    <a:pt x="8208264" y="983437"/>
                  </a:lnTo>
                  <a:lnTo>
                    <a:pt x="8208264" y="109220"/>
                  </a:lnTo>
                  <a:lnTo>
                    <a:pt x="8199681" y="66704"/>
                  </a:lnTo>
                  <a:lnTo>
                    <a:pt x="8176275" y="31988"/>
                  </a:lnTo>
                  <a:lnTo>
                    <a:pt x="8141559" y="8582"/>
                  </a:lnTo>
                  <a:lnTo>
                    <a:pt x="8099044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984" y="3284613"/>
              <a:ext cx="461645" cy="462280"/>
            </a:xfrm>
            <a:custGeom>
              <a:avLst/>
              <a:gdLst/>
              <a:ahLst/>
              <a:cxnLst/>
              <a:rect l="l" t="t" r="r" b="b"/>
              <a:pathLst>
                <a:path w="461644" h="462279">
                  <a:moveTo>
                    <a:pt x="373011" y="230898"/>
                  </a:moveTo>
                  <a:lnTo>
                    <a:pt x="365709" y="185915"/>
                  </a:lnTo>
                  <a:lnTo>
                    <a:pt x="353758" y="162839"/>
                  </a:lnTo>
                  <a:lnTo>
                    <a:pt x="345516" y="146888"/>
                  </a:lnTo>
                  <a:lnTo>
                    <a:pt x="315417" y="116789"/>
                  </a:lnTo>
                  <a:lnTo>
                    <a:pt x="315417" y="183908"/>
                  </a:lnTo>
                  <a:lnTo>
                    <a:pt x="210553" y="288836"/>
                  </a:lnTo>
                  <a:lnTo>
                    <a:pt x="148564" y="226822"/>
                  </a:lnTo>
                  <a:lnTo>
                    <a:pt x="169633" y="205740"/>
                  </a:lnTo>
                  <a:lnTo>
                    <a:pt x="210553" y="246684"/>
                  </a:lnTo>
                  <a:lnTo>
                    <a:pt x="251472" y="205740"/>
                  </a:lnTo>
                  <a:lnTo>
                    <a:pt x="294347" y="162839"/>
                  </a:lnTo>
                  <a:lnTo>
                    <a:pt x="315417" y="183908"/>
                  </a:lnTo>
                  <a:lnTo>
                    <a:pt x="315417" y="116789"/>
                  </a:lnTo>
                  <a:lnTo>
                    <a:pt x="314731" y="116090"/>
                  </a:lnTo>
                  <a:lnTo>
                    <a:pt x="275704" y="95885"/>
                  </a:lnTo>
                  <a:lnTo>
                    <a:pt x="230771" y="88582"/>
                  </a:lnTo>
                  <a:lnTo>
                    <a:pt x="185813" y="95846"/>
                  </a:lnTo>
                  <a:lnTo>
                    <a:pt x="146773" y="116039"/>
                  </a:lnTo>
                  <a:lnTo>
                    <a:pt x="115976" y="146850"/>
                  </a:lnTo>
                  <a:lnTo>
                    <a:pt x="95783" y="185940"/>
                  </a:lnTo>
                  <a:lnTo>
                    <a:pt x="88531" y="230898"/>
                  </a:lnTo>
                  <a:lnTo>
                    <a:pt x="95783" y="275882"/>
                  </a:lnTo>
                  <a:lnTo>
                    <a:pt x="115976" y="314947"/>
                  </a:lnTo>
                  <a:lnTo>
                    <a:pt x="146773" y="345757"/>
                  </a:lnTo>
                  <a:lnTo>
                    <a:pt x="185813" y="365963"/>
                  </a:lnTo>
                  <a:lnTo>
                    <a:pt x="230771" y="373214"/>
                  </a:lnTo>
                  <a:lnTo>
                    <a:pt x="275729" y="365963"/>
                  </a:lnTo>
                  <a:lnTo>
                    <a:pt x="314769" y="345757"/>
                  </a:lnTo>
                  <a:lnTo>
                    <a:pt x="345567" y="314947"/>
                  </a:lnTo>
                  <a:lnTo>
                    <a:pt x="359054" y="288836"/>
                  </a:lnTo>
                  <a:lnTo>
                    <a:pt x="365760" y="275882"/>
                  </a:lnTo>
                  <a:lnTo>
                    <a:pt x="373011" y="230898"/>
                  </a:lnTo>
                  <a:close/>
                </a:path>
                <a:path w="461644" h="462279">
                  <a:moveTo>
                    <a:pt x="461505" y="264287"/>
                  </a:moveTo>
                  <a:lnTo>
                    <a:pt x="457593" y="258140"/>
                  </a:lnTo>
                  <a:lnTo>
                    <a:pt x="457288" y="257771"/>
                  </a:lnTo>
                  <a:lnTo>
                    <a:pt x="457022" y="257403"/>
                  </a:lnTo>
                  <a:lnTo>
                    <a:pt x="438061" y="234175"/>
                  </a:lnTo>
                  <a:lnTo>
                    <a:pt x="438061" y="227622"/>
                  </a:lnTo>
                  <a:lnTo>
                    <a:pt x="461352" y="199097"/>
                  </a:lnTo>
                  <a:lnTo>
                    <a:pt x="460527" y="191300"/>
                  </a:lnTo>
                  <a:lnTo>
                    <a:pt x="454914" y="186690"/>
                  </a:lnTo>
                  <a:lnTo>
                    <a:pt x="454139" y="186156"/>
                  </a:lnTo>
                  <a:lnTo>
                    <a:pt x="428929" y="169926"/>
                  </a:lnTo>
                  <a:lnTo>
                    <a:pt x="426897" y="163703"/>
                  </a:lnTo>
                  <a:lnTo>
                    <a:pt x="440232" y="129362"/>
                  </a:lnTo>
                  <a:lnTo>
                    <a:pt x="437070" y="122199"/>
                  </a:lnTo>
                  <a:lnTo>
                    <a:pt x="430276" y="119545"/>
                  </a:lnTo>
                  <a:lnTo>
                    <a:pt x="429831" y="119405"/>
                  </a:lnTo>
                  <a:lnTo>
                    <a:pt x="400392" y="111645"/>
                  </a:lnTo>
                  <a:lnTo>
                    <a:pt x="396544" y="106349"/>
                  </a:lnTo>
                  <a:lnTo>
                    <a:pt x="398589" y="70027"/>
                  </a:lnTo>
                  <a:lnTo>
                    <a:pt x="398614" y="69570"/>
                  </a:lnTo>
                  <a:lnTo>
                    <a:pt x="394563" y="65036"/>
                  </a:lnTo>
                  <a:lnTo>
                    <a:pt x="393395" y="63728"/>
                  </a:lnTo>
                  <a:lnTo>
                    <a:pt x="391553" y="63627"/>
                  </a:lnTo>
                  <a:lnTo>
                    <a:pt x="391553" y="230898"/>
                  </a:lnTo>
                  <a:lnTo>
                    <a:pt x="383324" y="281724"/>
                  </a:lnTo>
                  <a:lnTo>
                    <a:pt x="360476" y="325869"/>
                  </a:lnTo>
                  <a:lnTo>
                    <a:pt x="325678" y="360680"/>
                  </a:lnTo>
                  <a:lnTo>
                    <a:pt x="281571" y="383527"/>
                  </a:lnTo>
                  <a:lnTo>
                    <a:pt x="230771" y="391782"/>
                  </a:lnTo>
                  <a:lnTo>
                    <a:pt x="188023" y="386029"/>
                  </a:lnTo>
                  <a:lnTo>
                    <a:pt x="149618" y="369811"/>
                  </a:lnTo>
                  <a:lnTo>
                    <a:pt x="117081" y="344652"/>
                  </a:lnTo>
                  <a:lnTo>
                    <a:pt x="91935" y="312102"/>
                  </a:lnTo>
                  <a:lnTo>
                    <a:pt x="75730" y="273672"/>
                  </a:lnTo>
                  <a:lnTo>
                    <a:pt x="69989" y="230898"/>
                  </a:lnTo>
                  <a:lnTo>
                    <a:pt x="75730" y="188137"/>
                  </a:lnTo>
                  <a:lnTo>
                    <a:pt x="91935" y="149707"/>
                  </a:lnTo>
                  <a:lnTo>
                    <a:pt x="117081" y="117144"/>
                  </a:lnTo>
                  <a:lnTo>
                    <a:pt x="149618" y="91986"/>
                  </a:lnTo>
                  <a:lnTo>
                    <a:pt x="188023" y="75768"/>
                  </a:lnTo>
                  <a:lnTo>
                    <a:pt x="230771" y="70027"/>
                  </a:lnTo>
                  <a:lnTo>
                    <a:pt x="273519" y="75768"/>
                  </a:lnTo>
                  <a:lnTo>
                    <a:pt x="311924" y="91986"/>
                  </a:lnTo>
                  <a:lnTo>
                    <a:pt x="344462" y="117144"/>
                  </a:lnTo>
                  <a:lnTo>
                    <a:pt x="369608" y="149707"/>
                  </a:lnTo>
                  <a:lnTo>
                    <a:pt x="385813" y="188137"/>
                  </a:lnTo>
                  <a:lnTo>
                    <a:pt x="391553" y="230898"/>
                  </a:lnTo>
                  <a:lnTo>
                    <a:pt x="391553" y="63627"/>
                  </a:lnTo>
                  <a:lnTo>
                    <a:pt x="386118" y="63322"/>
                  </a:lnTo>
                  <a:lnTo>
                    <a:pt x="385648" y="63322"/>
                  </a:lnTo>
                  <a:lnTo>
                    <a:pt x="355257" y="65036"/>
                  </a:lnTo>
                  <a:lnTo>
                    <a:pt x="349961" y="61188"/>
                  </a:lnTo>
                  <a:lnTo>
                    <a:pt x="342976" y="34658"/>
                  </a:lnTo>
                  <a:lnTo>
                    <a:pt x="340575" y="25577"/>
                  </a:lnTo>
                  <a:lnTo>
                    <a:pt x="333806" y="21628"/>
                  </a:lnTo>
                  <a:lnTo>
                    <a:pt x="326745" y="23495"/>
                  </a:lnTo>
                  <a:lnTo>
                    <a:pt x="326313" y="23634"/>
                  </a:lnTo>
                  <a:lnTo>
                    <a:pt x="297929" y="34658"/>
                  </a:lnTo>
                  <a:lnTo>
                    <a:pt x="291719" y="32639"/>
                  </a:lnTo>
                  <a:lnTo>
                    <a:pt x="285838" y="23495"/>
                  </a:lnTo>
                  <a:lnTo>
                    <a:pt x="271792" y="1651"/>
                  </a:lnTo>
                  <a:lnTo>
                    <a:pt x="264134" y="0"/>
                  </a:lnTo>
                  <a:lnTo>
                    <a:pt x="257619" y="4229"/>
                  </a:lnTo>
                  <a:lnTo>
                    <a:pt x="234048" y="23495"/>
                  </a:lnTo>
                  <a:lnTo>
                    <a:pt x="227495" y="23495"/>
                  </a:lnTo>
                  <a:lnTo>
                    <a:pt x="198983" y="203"/>
                  </a:lnTo>
                  <a:lnTo>
                    <a:pt x="191198" y="977"/>
                  </a:lnTo>
                  <a:lnTo>
                    <a:pt x="186575" y="6654"/>
                  </a:lnTo>
                  <a:lnTo>
                    <a:pt x="186309" y="7010"/>
                  </a:lnTo>
                  <a:lnTo>
                    <a:pt x="169824" y="32639"/>
                  </a:lnTo>
                  <a:lnTo>
                    <a:pt x="163614" y="34658"/>
                  </a:lnTo>
                  <a:lnTo>
                    <a:pt x="129286" y="21323"/>
                  </a:lnTo>
                  <a:lnTo>
                    <a:pt x="122123" y="24485"/>
                  </a:lnTo>
                  <a:lnTo>
                    <a:pt x="119481" y="31292"/>
                  </a:lnTo>
                  <a:lnTo>
                    <a:pt x="119341" y="31737"/>
                  </a:lnTo>
                  <a:lnTo>
                    <a:pt x="111582" y="61188"/>
                  </a:lnTo>
                  <a:lnTo>
                    <a:pt x="106286" y="65036"/>
                  </a:lnTo>
                  <a:lnTo>
                    <a:pt x="69532" y="62966"/>
                  </a:lnTo>
                  <a:lnTo>
                    <a:pt x="63690" y="68186"/>
                  </a:lnTo>
                  <a:lnTo>
                    <a:pt x="63284" y="75476"/>
                  </a:lnTo>
                  <a:lnTo>
                    <a:pt x="63284" y="75933"/>
                  </a:lnTo>
                  <a:lnTo>
                    <a:pt x="64998" y="106349"/>
                  </a:lnTo>
                  <a:lnTo>
                    <a:pt x="61150" y="111645"/>
                  </a:lnTo>
                  <a:lnTo>
                    <a:pt x="25552" y="121031"/>
                  </a:lnTo>
                  <a:lnTo>
                    <a:pt x="21615" y="127800"/>
                  </a:lnTo>
                  <a:lnTo>
                    <a:pt x="23482" y="134861"/>
                  </a:lnTo>
                  <a:lnTo>
                    <a:pt x="23622" y="135305"/>
                  </a:lnTo>
                  <a:lnTo>
                    <a:pt x="34645" y="163703"/>
                  </a:lnTo>
                  <a:lnTo>
                    <a:pt x="32613" y="169926"/>
                  </a:lnTo>
                  <a:lnTo>
                    <a:pt x="1663" y="189852"/>
                  </a:lnTo>
                  <a:lnTo>
                    <a:pt x="0" y="197510"/>
                  </a:lnTo>
                  <a:lnTo>
                    <a:pt x="3949" y="203657"/>
                  </a:lnTo>
                  <a:lnTo>
                    <a:pt x="4521" y="204393"/>
                  </a:lnTo>
                  <a:lnTo>
                    <a:pt x="23482" y="227622"/>
                  </a:lnTo>
                  <a:lnTo>
                    <a:pt x="23482" y="234175"/>
                  </a:lnTo>
                  <a:lnTo>
                    <a:pt x="203" y="262699"/>
                  </a:lnTo>
                  <a:lnTo>
                    <a:pt x="990" y="270497"/>
                  </a:lnTo>
                  <a:lnTo>
                    <a:pt x="6642" y="275120"/>
                  </a:lnTo>
                  <a:lnTo>
                    <a:pt x="7023" y="275386"/>
                  </a:lnTo>
                  <a:lnTo>
                    <a:pt x="32613" y="291884"/>
                  </a:lnTo>
                  <a:lnTo>
                    <a:pt x="34645" y="298107"/>
                  </a:lnTo>
                  <a:lnTo>
                    <a:pt x="21310" y="332435"/>
                  </a:lnTo>
                  <a:lnTo>
                    <a:pt x="24472" y="339610"/>
                  </a:lnTo>
                  <a:lnTo>
                    <a:pt x="31267" y="342252"/>
                  </a:lnTo>
                  <a:lnTo>
                    <a:pt x="31711" y="342392"/>
                  </a:lnTo>
                  <a:lnTo>
                    <a:pt x="61150" y="350164"/>
                  </a:lnTo>
                  <a:lnTo>
                    <a:pt x="64998" y="355447"/>
                  </a:lnTo>
                  <a:lnTo>
                    <a:pt x="62928" y="392226"/>
                  </a:lnTo>
                  <a:lnTo>
                    <a:pt x="68148" y="398068"/>
                  </a:lnTo>
                  <a:lnTo>
                    <a:pt x="75425" y="398475"/>
                  </a:lnTo>
                  <a:lnTo>
                    <a:pt x="75895" y="398475"/>
                  </a:lnTo>
                  <a:lnTo>
                    <a:pt x="106286" y="396773"/>
                  </a:lnTo>
                  <a:lnTo>
                    <a:pt x="111582" y="400608"/>
                  </a:lnTo>
                  <a:lnTo>
                    <a:pt x="120967" y="436232"/>
                  </a:lnTo>
                  <a:lnTo>
                    <a:pt x="127736" y="440169"/>
                  </a:lnTo>
                  <a:lnTo>
                    <a:pt x="134810" y="438302"/>
                  </a:lnTo>
                  <a:lnTo>
                    <a:pt x="135229" y="438162"/>
                  </a:lnTo>
                  <a:lnTo>
                    <a:pt x="163614" y="427139"/>
                  </a:lnTo>
                  <a:lnTo>
                    <a:pt x="169824" y="429158"/>
                  </a:lnTo>
                  <a:lnTo>
                    <a:pt x="189750" y="460133"/>
                  </a:lnTo>
                  <a:lnTo>
                    <a:pt x="197408" y="461784"/>
                  </a:lnTo>
                  <a:lnTo>
                    <a:pt x="203542" y="457835"/>
                  </a:lnTo>
                  <a:lnTo>
                    <a:pt x="203911" y="457555"/>
                  </a:lnTo>
                  <a:lnTo>
                    <a:pt x="227495" y="438302"/>
                  </a:lnTo>
                  <a:lnTo>
                    <a:pt x="234048" y="438302"/>
                  </a:lnTo>
                  <a:lnTo>
                    <a:pt x="262547" y="461594"/>
                  </a:lnTo>
                  <a:lnTo>
                    <a:pt x="270344" y="460806"/>
                  </a:lnTo>
                  <a:lnTo>
                    <a:pt x="274967" y="455155"/>
                  </a:lnTo>
                  <a:lnTo>
                    <a:pt x="275234" y="454774"/>
                  </a:lnTo>
                  <a:lnTo>
                    <a:pt x="285838" y="438302"/>
                  </a:lnTo>
                  <a:lnTo>
                    <a:pt x="291719" y="429158"/>
                  </a:lnTo>
                  <a:lnTo>
                    <a:pt x="297929" y="427139"/>
                  </a:lnTo>
                  <a:lnTo>
                    <a:pt x="332257" y="440474"/>
                  </a:lnTo>
                  <a:lnTo>
                    <a:pt x="339420" y="437311"/>
                  </a:lnTo>
                  <a:lnTo>
                    <a:pt x="342061" y="430504"/>
                  </a:lnTo>
                  <a:lnTo>
                    <a:pt x="342201" y="430072"/>
                  </a:lnTo>
                  <a:lnTo>
                    <a:pt x="342976" y="427139"/>
                  </a:lnTo>
                  <a:lnTo>
                    <a:pt x="349961" y="400608"/>
                  </a:lnTo>
                  <a:lnTo>
                    <a:pt x="355257" y="396773"/>
                  </a:lnTo>
                  <a:lnTo>
                    <a:pt x="392010" y="398830"/>
                  </a:lnTo>
                  <a:lnTo>
                    <a:pt x="394322" y="396773"/>
                  </a:lnTo>
                  <a:lnTo>
                    <a:pt x="397852" y="393611"/>
                  </a:lnTo>
                  <a:lnTo>
                    <a:pt x="397954" y="391782"/>
                  </a:lnTo>
                  <a:lnTo>
                    <a:pt x="398259" y="386334"/>
                  </a:lnTo>
                  <a:lnTo>
                    <a:pt x="398259" y="385864"/>
                  </a:lnTo>
                  <a:lnTo>
                    <a:pt x="396544" y="355447"/>
                  </a:lnTo>
                  <a:lnTo>
                    <a:pt x="400392" y="350164"/>
                  </a:lnTo>
                  <a:lnTo>
                    <a:pt x="435991" y="340766"/>
                  </a:lnTo>
                  <a:lnTo>
                    <a:pt x="439928" y="333997"/>
                  </a:lnTo>
                  <a:lnTo>
                    <a:pt x="438061" y="326936"/>
                  </a:lnTo>
                  <a:lnTo>
                    <a:pt x="437921" y="326504"/>
                  </a:lnTo>
                  <a:lnTo>
                    <a:pt x="426897" y="298094"/>
                  </a:lnTo>
                  <a:lnTo>
                    <a:pt x="428929" y="291884"/>
                  </a:lnTo>
                  <a:lnTo>
                    <a:pt x="459867" y="271945"/>
                  </a:lnTo>
                  <a:lnTo>
                    <a:pt x="461505" y="264287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01800" y="3281933"/>
            <a:ext cx="348170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Full control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of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235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Online</a:t>
            </a:r>
            <a:r>
              <a:rPr sz="2800" spc="5" dirty="0"/>
              <a:t> </a:t>
            </a:r>
            <a:r>
              <a:rPr sz="2800" spc="-5" dirty="0"/>
              <a:t>Order</a:t>
            </a:r>
            <a:r>
              <a:rPr sz="2800" spc="5" dirty="0"/>
              <a:t> </a:t>
            </a:r>
            <a:r>
              <a:rPr sz="2800" spc="-5" dirty="0"/>
              <a:t>Processing</a:t>
            </a:r>
            <a:r>
              <a:rPr sz="2800" spc="-85" dirty="0"/>
              <a:t> </a:t>
            </a:r>
            <a:r>
              <a:rPr sz="2800" spc="-5" dirty="0"/>
              <a:t>Application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4604130" y="1789328"/>
            <a:ext cx="1439545" cy="16351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7E7E7E"/>
                </a:solidFill>
                <a:latin typeface="Arial MT"/>
                <a:cs typeface="Arial MT"/>
              </a:rPr>
              <a:t>Resilient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7E7E7E"/>
                </a:solidFill>
                <a:latin typeface="Arial MT"/>
                <a:cs typeface="Arial MT"/>
              </a:rPr>
              <a:t>Scaling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7E7E7E"/>
                </a:solidFill>
                <a:latin typeface="Arial MT"/>
                <a:cs typeface="Arial MT"/>
              </a:rPr>
              <a:t>Security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7E7E7E"/>
                </a:solidFill>
                <a:latin typeface="Arial MT"/>
                <a:cs typeface="Arial MT"/>
              </a:rPr>
              <a:t>Cost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50646" y="1693417"/>
            <a:ext cx="2276475" cy="571500"/>
            <a:chOff x="850646" y="1693417"/>
            <a:chExt cx="2276475" cy="571500"/>
          </a:xfrm>
        </p:grpSpPr>
        <p:sp>
          <p:nvSpPr>
            <p:cNvPr id="6" name="object 6"/>
            <p:cNvSpPr/>
            <p:nvPr/>
          </p:nvSpPr>
          <p:spPr>
            <a:xfrm>
              <a:off x="863346" y="1706117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1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1" y="545592"/>
                  </a:lnTo>
                  <a:lnTo>
                    <a:pt x="2160016" y="545592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8" y="454660"/>
                  </a:lnTo>
                  <a:lnTo>
                    <a:pt x="2250948" y="90932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3346" y="1706117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2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1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8" y="90932"/>
                  </a:lnTo>
                  <a:lnTo>
                    <a:pt x="2250948" y="454660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2"/>
                  </a:lnTo>
                  <a:lnTo>
                    <a:pt x="90931" y="545592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42948" y="1822450"/>
            <a:ext cx="492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50646" y="2626105"/>
            <a:ext cx="2276475" cy="571500"/>
            <a:chOff x="850646" y="2626105"/>
            <a:chExt cx="2276475" cy="571500"/>
          </a:xfrm>
        </p:grpSpPr>
        <p:sp>
          <p:nvSpPr>
            <p:cNvPr id="10" name="object 10"/>
            <p:cNvSpPr/>
            <p:nvPr/>
          </p:nvSpPr>
          <p:spPr>
            <a:xfrm>
              <a:off x="863346" y="2638805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1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1"/>
                  </a:lnTo>
                  <a:lnTo>
                    <a:pt x="0" y="454660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1" y="545592"/>
                  </a:lnTo>
                  <a:lnTo>
                    <a:pt x="2160016" y="545592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8" y="454660"/>
                  </a:lnTo>
                  <a:lnTo>
                    <a:pt x="2250948" y="90931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3346" y="2638805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1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1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8" y="90931"/>
                  </a:lnTo>
                  <a:lnTo>
                    <a:pt x="2250948" y="454660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2"/>
                  </a:lnTo>
                  <a:lnTo>
                    <a:pt x="90931" y="545592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60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73427" y="2756154"/>
            <a:ext cx="431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0646" y="3560317"/>
            <a:ext cx="2276475" cy="571500"/>
            <a:chOff x="850646" y="3560317"/>
            <a:chExt cx="2276475" cy="571500"/>
          </a:xfrm>
        </p:grpSpPr>
        <p:sp>
          <p:nvSpPr>
            <p:cNvPr id="14" name="object 14"/>
            <p:cNvSpPr/>
            <p:nvPr/>
          </p:nvSpPr>
          <p:spPr>
            <a:xfrm>
              <a:off x="863346" y="3573017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1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1" y="545591"/>
                  </a:lnTo>
                  <a:lnTo>
                    <a:pt x="2160016" y="545591"/>
                  </a:lnTo>
                  <a:lnTo>
                    <a:pt x="2195387" y="538445"/>
                  </a:lnTo>
                  <a:lnTo>
                    <a:pt x="2224293" y="518956"/>
                  </a:lnTo>
                  <a:lnTo>
                    <a:pt x="2243794" y="490052"/>
                  </a:lnTo>
                  <a:lnTo>
                    <a:pt x="2250948" y="454659"/>
                  </a:lnTo>
                  <a:lnTo>
                    <a:pt x="2250948" y="90931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346" y="3573017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1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1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8" y="90931"/>
                  </a:lnTo>
                  <a:lnTo>
                    <a:pt x="2250948" y="454659"/>
                  </a:lnTo>
                  <a:lnTo>
                    <a:pt x="2243794" y="490052"/>
                  </a:lnTo>
                  <a:lnTo>
                    <a:pt x="2224293" y="518956"/>
                  </a:lnTo>
                  <a:lnTo>
                    <a:pt x="2195387" y="538445"/>
                  </a:lnTo>
                  <a:lnTo>
                    <a:pt x="2160016" y="545591"/>
                  </a:lnTo>
                  <a:lnTo>
                    <a:pt x="90931" y="545591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88439" y="3689705"/>
            <a:ext cx="1002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ase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69948" y="1182649"/>
            <a:ext cx="234950" cy="2524125"/>
            <a:chOff x="1869948" y="1182649"/>
            <a:chExt cx="234950" cy="252412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9948" y="1182649"/>
              <a:ext cx="234670" cy="65681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51482" y="1204722"/>
              <a:ext cx="76200" cy="500380"/>
            </a:xfrm>
            <a:custGeom>
              <a:avLst/>
              <a:gdLst/>
              <a:ahLst/>
              <a:cxnLst/>
              <a:rect l="l" t="t" r="r" b="b"/>
              <a:pathLst>
                <a:path w="76200" h="500380">
                  <a:moveTo>
                    <a:pt x="25400" y="424179"/>
                  </a:moveTo>
                  <a:lnTo>
                    <a:pt x="0" y="424179"/>
                  </a:lnTo>
                  <a:lnTo>
                    <a:pt x="38100" y="500379"/>
                  </a:lnTo>
                  <a:lnTo>
                    <a:pt x="69850" y="436879"/>
                  </a:lnTo>
                  <a:lnTo>
                    <a:pt x="25400" y="436879"/>
                  </a:lnTo>
                  <a:lnTo>
                    <a:pt x="25400" y="424179"/>
                  </a:lnTo>
                  <a:close/>
                </a:path>
                <a:path w="76200" h="500380">
                  <a:moveTo>
                    <a:pt x="50800" y="0"/>
                  </a:moveTo>
                  <a:lnTo>
                    <a:pt x="25400" y="0"/>
                  </a:lnTo>
                  <a:lnTo>
                    <a:pt x="25400" y="436879"/>
                  </a:lnTo>
                  <a:lnTo>
                    <a:pt x="50800" y="436879"/>
                  </a:lnTo>
                  <a:lnTo>
                    <a:pt x="50800" y="0"/>
                  </a:lnTo>
                  <a:close/>
                </a:path>
                <a:path w="76200" h="500380">
                  <a:moveTo>
                    <a:pt x="76200" y="424179"/>
                  </a:moveTo>
                  <a:lnTo>
                    <a:pt x="50800" y="424179"/>
                  </a:lnTo>
                  <a:lnTo>
                    <a:pt x="50800" y="436879"/>
                  </a:lnTo>
                  <a:lnTo>
                    <a:pt x="69850" y="436879"/>
                  </a:lnTo>
                  <a:lnTo>
                    <a:pt x="76200" y="424179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9948" y="2229612"/>
              <a:ext cx="234670" cy="54406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951482" y="2251710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03"/>
                  </a:moveTo>
                  <a:lnTo>
                    <a:pt x="0" y="311403"/>
                  </a:lnTo>
                  <a:lnTo>
                    <a:pt x="38100" y="387603"/>
                  </a:lnTo>
                  <a:lnTo>
                    <a:pt x="69850" y="324103"/>
                  </a:lnTo>
                  <a:lnTo>
                    <a:pt x="25400" y="324103"/>
                  </a:lnTo>
                  <a:lnTo>
                    <a:pt x="25400" y="311403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03"/>
                  </a:lnTo>
                  <a:lnTo>
                    <a:pt x="50800" y="324103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03"/>
                  </a:moveTo>
                  <a:lnTo>
                    <a:pt x="50800" y="311403"/>
                  </a:lnTo>
                  <a:lnTo>
                    <a:pt x="50800" y="324103"/>
                  </a:lnTo>
                  <a:lnTo>
                    <a:pt x="69850" y="324103"/>
                  </a:lnTo>
                  <a:lnTo>
                    <a:pt x="76200" y="311403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9948" y="3162300"/>
              <a:ext cx="234670" cy="54406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951482" y="3184397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03"/>
                  </a:moveTo>
                  <a:lnTo>
                    <a:pt x="0" y="311403"/>
                  </a:lnTo>
                  <a:lnTo>
                    <a:pt x="38100" y="387603"/>
                  </a:lnTo>
                  <a:lnTo>
                    <a:pt x="69850" y="324103"/>
                  </a:lnTo>
                  <a:lnTo>
                    <a:pt x="25400" y="324103"/>
                  </a:lnTo>
                  <a:lnTo>
                    <a:pt x="25400" y="311403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03"/>
                  </a:lnTo>
                  <a:lnTo>
                    <a:pt x="50800" y="324103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03"/>
                  </a:moveTo>
                  <a:lnTo>
                    <a:pt x="50800" y="311403"/>
                  </a:lnTo>
                  <a:lnTo>
                    <a:pt x="50800" y="324103"/>
                  </a:lnTo>
                  <a:lnTo>
                    <a:pt x="69850" y="324103"/>
                  </a:lnTo>
                  <a:lnTo>
                    <a:pt x="76200" y="311403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1333" y="804926"/>
            <a:ext cx="7195820" cy="3535679"/>
            <a:chOff x="1021333" y="804926"/>
            <a:chExt cx="7195820" cy="3535679"/>
          </a:xfrm>
        </p:grpSpPr>
        <p:sp>
          <p:nvSpPr>
            <p:cNvPr id="3" name="object 3"/>
            <p:cNvSpPr/>
            <p:nvPr/>
          </p:nvSpPr>
          <p:spPr>
            <a:xfrm>
              <a:off x="1034033" y="817626"/>
              <a:ext cx="7170420" cy="3510279"/>
            </a:xfrm>
            <a:custGeom>
              <a:avLst/>
              <a:gdLst/>
              <a:ahLst/>
              <a:cxnLst/>
              <a:rect l="l" t="t" r="r" b="b"/>
              <a:pathLst>
                <a:path w="7170420" h="3510279">
                  <a:moveTo>
                    <a:pt x="6585458" y="0"/>
                  </a:moveTo>
                  <a:lnTo>
                    <a:pt x="584962" y="0"/>
                  </a:lnTo>
                  <a:lnTo>
                    <a:pt x="536982" y="1938"/>
                  </a:lnTo>
                  <a:lnTo>
                    <a:pt x="490072" y="7655"/>
                  </a:lnTo>
                  <a:lnTo>
                    <a:pt x="444381" y="16999"/>
                  </a:lnTo>
                  <a:lnTo>
                    <a:pt x="400060" y="29819"/>
                  </a:lnTo>
                  <a:lnTo>
                    <a:pt x="357258" y="45966"/>
                  </a:lnTo>
                  <a:lnTo>
                    <a:pt x="316128" y="65288"/>
                  </a:lnTo>
                  <a:lnTo>
                    <a:pt x="276819" y="87635"/>
                  </a:lnTo>
                  <a:lnTo>
                    <a:pt x="239481" y="112857"/>
                  </a:lnTo>
                  <a:lnTo>
                    <a:pt x="204265" y="140803"/>
                  </a:lnTo>
                  <a:lnTo>
                    <a:pt x="171322" y="171322"/>
                  </a:lnTo>
                  <a:lnTo>
                    <a:pt x="140803" y="204265"/>
                  </a:lnTo>
                  <a:lnTo>
                    <a:pt x="112857" y="239481"/>
                  </a:lnTo>
                  <a:lnTo>
                    <a:pt x="87635" y="276819"/>
                  </a:lnTo>
                  <a:lnTo>
                    <a:pt x="65288" y="316128"/>
                  </a:lnTo>
                  <a:lnTo>
                    <a:pt x="45966" y="357258"/>
                  </a:lnTo>
                  <a:lnTo>
                    <a:pt x="29819" y="400060"/>
                  </a:lnTo>
                  <a:lnTo>
                    <a:pt x="16999" y="444381"/>
                  </a:lnTo>
                  <a:lnTo>
                    <a:pt x="7655" y="490072"/>
                  </a:lnTo>
                  <a:lnTo>
                    <a:pt x="1938" y="536982"/>
                  </a:lnTo>
                  <a:lnTo>
                    <a:pt x="0" y="584962"/>
                  </a:lnTo>
                  <a:lnTo>
                    <a:pt x="0" y="2924810"/>
                  </a:lnTo>
                  <a:lnTo>
                    <a:pt x="1938" y="2972785"/>
                  </a:lnTo>
                  <a:lnTo>
                    <a:pt x="7655" y="3019693"/>
                  </a:lnTo>
                  <a:lnTo>
                    <a:pt x="16999" y="3065382"/>
                  </a:lnTo>
                  <a:lnTo>
                    <a:pt x="29819" y="3109702"/>
                  </a:lnTo>
                  <a:lnTo>
                    <a:pt x="45966" y="3152502"/>
                  </a:lnTo>
                  <a:lnTo>
                    <a:pt x="65288" y="3193632"/>
                  </a:lnTo>
                  <a:lnTo>
                    <a:pt x="87635" y="3232941"/>
                  </a:lnTo>
                  <a:lnTo>
                    <a:pt x="112857" y="3270279"/>
                  </a:lnTo>
                  <a:lnTo>
                    <a:pt x="140803" y="3305495"/>
                  </a:lnTo>
                  <a:lnTo>
                    <a:pt x="171323" y="3338439"/>
                  </a:lnTo>
                  <a:lnTo>
                    <a:pt x="204265" y="3368960"/>
                  </a:lnTo>
                  <a:lnTo>
                    <a:pt x="239481" y="3396907"/>
                  </a:lnTo>
                  <a:lnTo>
                    <a:pt x="276819" y="3422130"/>
                  </a:lnTo>
                  <a:lnTo>
                    <a:pt x="316128" y="3444479"/>
                  </a:lnTo>
                  <a:lnTo>
                    <a:pt x="357258" y="3463802"/>
                  </a:lnTo>
                  <a:lnTo>
                    <a:pt x="400060" y="3479949"/>
                  </a:lnTo>
                  <a:lnTo>
                    <a:pt x="444381" y="3492771"/>
                  </a:lnTo>
                  <a:lnTo>
                    <a:pt x="490072" y="3502115"/>
                  </a:lnTo>
                  <a:lnTo>
                    <a:pt x="536982" y="3507832"/>
                  </a:lnTo>
                  <a:lnTo>
                    <a:pt x="584962" y="3509772"/>
                  </a:lnTo>
                  <a:lnTo>
                    <a:pt x="6585458" y="3509772"/>
                  </a:lnTo>
                  <a:lnTo>
                    <a:pt x="6633437" y="3507832"/>
                  </a:lnTo>
                  <a:lnTo>
                    <a:pt x="6680347" y="3502115"/>
                  </a:lnTo>
                  <a:lnTo>
                    <a:pt x="6726038" y="3492771"/>
                  </a:lnTo>
                  <a:lnTo>
                    <a:pt x="6770359" y="3479949"/>
                  </a:lnTo>
                  <a:lnTo>
                    <a:pt x="6813161" y="3463802"/>
                  </a:lnTo>
                  <a:lnTo>
                    <a:pt x="6854291" y="3444479"/>
                  </a:lnTo>
                  <a:lnTo>
                    <a:pt x="6893600" y="3422130"/>
                  </a:lnTo>
                  <a:lnTo>
                    <a:pt x="6930938" y="3396907"/>
                  </a:lnTo>
                  <a:lnTo>
                    <a:pt x="6966154" y="3368960"/>
                  </a:lnTo>
                  <a:lnTo>
                    <a:pt x="6999096" y="3338439"/>
                  </a:lnTo>
                  <a:lnTo>
                    <a:pt x="7029616" y="3305495"/>
                  </a:lnTo>
                  <a:lnTo>
                    <a:pt x="7057562" y="3270279"/>
                  </a:lnTo>
                  <a:lnTo>
                    <a:pt x="7082784" y="3232941"/>
                  </a:lnTo>
                  <a:lnTo>
                    <a:pt x="7105131" y="3193632"/>
                  </a:lnTo>
                  <a:lnTo>
                    <a:pt x="7124453" y="3152502"/>
                  </a:lnTo>
                  <a:lnTo>
                    <a:pt x="7140600" y="3109702"/>
                  </a:lnTo>
                  <a:lnTo>
                    <a:pt x="7153420" y="3065382"/>
                  </a:lnTo>
                  <a:lnTo>
                    <a:pt x="7162764" y="3019693"/>
                  </a:lnTo>
                  <a:lnTo>
                    <a:pt x="7168481" y="2972785"/>
                  </a:lnTo>
                  <a:lnTo>
                    <a:pt x="7170420" y="2924810"/>
                  </a:lnTo>
                  <a:lnTo>
                    <a:pt x="7170420" y="584962"/>
                  </a:lnTo>
                  <a:lnTo>
                    <a:pt x="7168481" y="536982"/>
                  </a:lnTo>
                  <a:lnTo>
                    <a:pt x="7162764" y="490072"/>
                  </a:lnTo>
                  <a:lnTo>
                    <a:pt x="7153420" y="444381"/>
                  </a:lnTo>
                  <a:lnTo>
                    <a:pt x="7140600" y="400060"/>
                  </a:lnTo>
                  <a:lnTo>
                    <a:pt x="7124453" y="357258"/>
                  </a:lnTo>
                  <a:lnTo>
                    <a:pt x="7105131" y="316128"/>
                  </a:lnTo>
                  <a:lnTo>
                    <a:pt x="7082784" y="276819"/>
                  </a:lnTo>
                  <a:lnTo>
                    <a:pt x="7057562" y="239481"/>
                  </a:lnTo>
                  <a:lnTo>
                    <a:pt x="7029616" y="204265"/>
                  </a:lnTo>
                  <a:lnTo>
                    <a:pt x="6999097" y="171323"/>
                  </a:lnTo>
                  <a:lnTo>
                    <a:pt x="6966154" y="140803"/>
                  </a:lnTo>
                  <a:lnTo>
                    <a:pt x="6930938" y="112857"/>
                  </a:lnTo>
                  <a:lnTo>
                    <a:pt x="6893600" y="87635"/>
                  </a:lnTo>
                  <a:lnTo>
                    <a:pt x="6854291" y="65288"/>
                  </a:lnTo>
                  <a:lnTo>
                    <a:pt x="6813161" y="45966"/>
                  </a:lnTo>
                  <a:lnTo>
                    <a:pt x="6770359" y="29819"/>
                  </a:lnTo>
                  <a:lnTo>
                    <a:pt x="6726038" y="16999"/>
                  </a:lnTo>
                  <a:lnTo>
                    <a:pt x="6680347" y="7655"/>
                  </a:lnTo>
                  <a:lnTo>
                    <a:pt x="6633437" y="1938"/>
                  </a:lnTo>
                  <a:lnTo>
                    <a:pt x="65854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4033" y="817626"/>
              <a:ext cx="7170420" cy="3510279"/>
            </a:xfrm>
            <a:custGeom>
              <a:avLst/>
              <a:gdLst/>
              <a:ahLst/>
              <a:cxnLst/>
              <a:rect l="l" t="t" r="r" b="b"/>
              <a:pathLst>
                <a:path w="7170420" h="3510279">
                  <a:moveTo>
                    <a:pt x="0" y="584962"/>
                  </a:moveTo>
                  <a:lnTo>
                    <a:pt x="1938" y="536982"/>
                  </a:lnTo>
                  <a:lnTo>
                    <a:pt x="7655" y="490072"/>
                  </a:lnTo>
                  <a:lnTo>
                    <a:pt x="16999" y="444381"/>
                  </a:lnTo>
                  <a:lnTo>
                    <a:pt x="29819" y="400060"/>
                  </a:lnTo>
                  <a:lnTo>
                    <a:pt x="45966" y="357258"/>
                  </a:lnTo>
                  <a:lnTo>
                    <a:pt x="65288" y="316128"/>
                  </a:lnTo>
                  <a:lnTo>
                    <a:pt x="87635" y="276819"/>
                  </a:lnTo>
                  <a:lnTo>
                    <a:pt x="112857" y="239481"/>
                  </a:lnTo>
                  <a:lnTo>
                    <a:pt x="140803" y="204265"/>
                  </a:lnTo>
                  <a:lnTo>
                    <a:pt x="171322" y="171322"/>
                  </a:lnTo>
                  <a:lnTo>
                    <a:pt x="204265" y="140803"/>
                  </a:lnTo>
                  <a:lnTo>
                    <a:pt x="239481" y="112857"/>
                  </a:lnTo>
                  <a:lnTo>
                    <a:pt x="276819" y="87635"/>
                  </a:lnTo>
                  <a:lnTo>
                    <a:pt x="316128" y="65288"/>
                  </a:lnTo>
                  <a:lnTo>
                    <a:pt x="357258" y="45966"/>
                  </a:lnTo>
                  <a:lnTo>
                    <a:pt x="400060" y="29819"/>
                  </a:lnTo>
                  <a:lnTo>
                    <a:pt x="444381" y="16999"/>
                  </a:lnTo>
                  <a:lnTo>
                    <a:pt x="490072" y="7655"/>
                  </a:lnTo>
                  <a:lnTo>
                    <a:pt x="536982" y="1938"/>
                  </a:lnTo>
                  <a:lnTo>
                    <a:pt x="584962" y="0"/>
                  </a:lnTo>
                  <a:lnTo>
                    <a:pt x="6585458" y="0"/>
                  </a:lnTo>
                  <a:lnTo>
                    <a:pt x="6633437" y="1938"/>
                  </a:lnTo>
                  <a:lnTo>
                    <a:pt x="6680347" y="7655"/>
                  </a:lnTo>
                  <a:lnTo>
                    <a:pt x="6726038" y="16999"/>
                  </a:lnTo>
                  <a:lnTo>
                    <a:pt x="6770359" y="29819"/>
                  </a:lnTo>
                  <a:lnTo>
                    <a:pt x="6813161" y="45966"/>
                  </a:lnTo>
                  <a:lnTo>
                    <a:pt x="6854291" y="65288"/>
                  </a:lnTo>
                  <a:lnTo>
                    <a:pt x="6893600" y="87635"/>
                  </a:lnTo>
                  <a:lnTo>
                    <a:pt x="6930938" y="112857"/>
                  </a:lnTo>
                  <a:lnTo>
                    <a:pt x="6966154" y="140803"/>
                  </a:lnTo>
                  <a:lnTo>
                    <a:pt x="6999097" y="171323"/>
                  </a:lnTo>
                  <a:lnTo>
                    <a:pt x="7029616" y="204265"/>
                  </a:lnTo>
                  <a:lnTo>
                    <a:pt x="7057562" y="239481"/>
                  </a:lnTo>
                  <a:lnTo>
                    <a:pt x="7082784" y="276819"/>
                  </a:lnTo>
                  <a:lnTo>
                    <a:pt x="7105131" y="316128"/>
                  </a:lnTo>
                  <a:lnTo>
                    <a:pt x="7124453" y="357258"/>
                  </a:lnTo>
                  <a:lnTo>
                    <a:pt x="7140600" y="400060"/>
                  </a:lnTo>
                  <a:lnTo>
                    <a:pt x="7153420" y="444381"/>
                  </a:lnTo>
                  <a:lnTo>
                    <a:pt x="7162764" y="490072"/>
                  </a:lnTo>
                  <a:lnTo>
                    <a:pt x="7168481" y="536982"/>
                  </a:lnTo>
                  <a:lnTo>
                    <a:pt x="7170420" y="584962"/>
                  </a:lnTo>
                  <a:lnTo>
                    <a:pt x="7170420" y="2924810"/>
                  </a:lnTo>
                  <a:lnTo>
                    <a:pt x="7168481" y="2972785"/>
                  </a:lnTo>
                  <a:lnTo>
                    <a:pt x="7162764" y="3019693"/>
                  </a:lnTo>
                  <a:lnTo>
                    <a:pt x="7153420" y="3065382"/>
                  </a:lnTo>
                  <a:lnTo>
                    <a:pt x="7140600" y="3109702"/>
                  </a:lnTo>
                  <a:lnTo>
                    <a:pt x="7124453" y="3152502"/>
                  </a:lnTo>
                  <a:lnTo>
                    <a:pt x="7105131" y="3193632"/>
                  </a:lnTo>
                  <a:lnTo>
                    <a:pt x="7082784" y="3232941"/>
                  </a:lnTo>
                  <a:lnTo>
                    <a:pt x="7057562" y="3270279"/>
                  </a:lnTo>
                  <a:lnTo>
                    <a:pt x="7029616" y="3305495"/>
                  </a:lnTo>
                  <a:lnTo>
                    <a:pt x="6999096" y="3338439"/>
                  </a:lnTo>
                  <a:lnTo>
                    <a:pt x="6966154" y="3368960"/>
                  </a:lnTo>
                  <a:lnTo>
                    <a:pt x="6930938" y="3396907"/>
                  </a:lnTo>
                  <a:lnTo>
                    <a:pt x="6893600" y="3422130"/>
                  </a:lnTo>
                  <a:lnTo>
                    <a:pt x="6854291" y="3444479"/>
                  </a:lnTo>
                  <a:lnTo>
                    <a:pt x="6813161" y="3463802"/>
                  </a:lnTo>
                  <a:lnTo>
                    <a:pt x="6770359" y="3479949"/>
                  </a:lnTo>
                  <a:lnTo>
                    <a:pt x="6726038" y="3492771"/>
                  </a:lnTo>
                  <a:lnTo>
                    <a:pt x="6680347" y="3502115"/>
                  </a:lnTo>
                  <a:lnTo>
                    <a:pt x="6633437" y="3507832"/>
                  </a:lnTo>
                  <a:lnTo>
                    <a:pt x="6585458" y="3509772"/>
                  </a:lnTo>
                  <a:lnTo>
                    <a:pt x="584962" y="3509772"/>
                  </a:lnTo>
                  <a:lnTo>
                    <a:pt x="536982" y="3507832"/>
                  </a:lnTo>
                  <a:lnTo>
                    <a:pt x="490072" y="3502115"/>
                  </a:lnTo>
                  <a:lnTo>
                    <a:pt x="444381" y="3492771"/>
                  </a:lnTo>
                  <a:lnTo>
                    <a:pt x="400060" y="3479949"/>
                  </a:lnTo>
                  <a:lnTo>
                    <a:pt x="357258" y="3463802"/>
                  </a:lnTo>
                  <a:lnTo>
                    <a:pt x="316128" y="3444479"/>
                  </a:lnTo>
                  <a:lnTo>
                    <a:pt x="276819" y="3422130"/>
                  </a:lnTo>
                  <a:lnTo>
                    <a:pt x="239481" y="3396907"/>
                  </a:lnTo>
                  <a:lnTo>
                    <a:pt x="204265" y="3368960"/>
                  </a:lnTo>
                  <a:lnTo>
                    <a:pt x="171323" y="3338439"/>
                  </a:lnTo>
                  <a:lnTo>
                    <a:pt x="140803" y="3305495"/>
                  </a:lnTo>
                  <a:lnTo>
                    <a:pt x="112857" y="3270279"/>
                  </a:lnTo>
                  <a:lnTo>
                    <a:pt x="87635" y="3232941"/>
                  </a:lnTo>
                  <a:lnTo>
                    <a:pt x="65288" y="3193632"/>
                  </a:lnTo>
                  <a:lnTo>
                    <a:pt x="45966" y="3152502"/>
                  </a:lnTo>
                  <a:lnTo>
                    <a:pt x="29819" y="3109702"/>
                  </a:lnTo>
                  <a:lnTo>
                    <a:pt x="16999" y="3065382"/>
                  </a:lnTo>
                  <a:lnTo>
                    <a:pt x="7655" y="3019693"/>
                  </a:lnTo>
                  <a:lnTo>
                    <a:pt x="1938" y="2972785"/>
                  </a:lnTo>
                  <a:lnTo>
                    <a:pt x="0" y="2924810"/>
                  </a:lnTo>
                  <a:lnTo>
                    <a:pt x="0" y="58496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75126" y="1262634"/>
              <a:ext cx="1795780" cy="745490"/>
            </a:xfrm>
            <a:custGeom>
              <a:avLst/>
              <a:gdLst/>
              <a:ahLst/>
              <a:cxnLst/>
              <a:rect l="l" t="t" r="r" b="b"/>
              <a:pathLst>
                <a:path w="1795779" h="745489">
                  <a:moveTo>
                    <a:pt x="1671065" y="0"/>
                  </a:moveTo>
                  <a:lnTo>
                    <a:pt x="124206" y="0"/>
                  </a:lnTo>
                  <a:lnTo>
                    <a:pt x="75866" y="9763"/>
                  </a:lnTo>
                  <a:lnTo>
                    <a:pt x="36385" y="36385"/>
                  </a:lnTo>
                  <a:lnTo>
                    <a:pt x="9763" y="75866"/>
                  </a:lnTo>
                  <a:lnTo>
                    <a:pt x="0" y="124205"/>
                  </a:lnTo>
                  <a:lnTo>
                    <a:pt x="0" y="621029"/>
                  </a:lnTo>
                  <a:lnTo>
                    <a:pt x="9763" y="669369"/>
                  </a:lnTo>
                  <a:lnTo>
                    <a:pt x="36385" y="708850"/>
                  </a:lnTo>
                  <a:lnTo>
                    <a:pt x="75866" y="735472"/>
                  </a:lnTo>
                  <a:lnTo>
                    <a:pt x="124206" y="745235"/>
                  </a:lnTo>
                  <a:lnTo>
                    <a:pt x="1671065" y="745235"/>
                  </a:lnTo>
                  <a:lnTo>
                    <a:pt x="1719405" y="735472"/>
                  </a:lnTo>
                  <a:lnTo>
                    <a:pt x="1758886" y="708850"/>
                  </a:lnTo>
                  <a:lnTo>
                    <a:pt x="1785508" y="669369"/>
                  </a:lnTo>
                  <a:lnTo>
                    <a:pt x="1795272" y="621029"/>
                  </a:lnTo>
                  <a:lnTo>
                    <a:pt x="1795272" y="124205"/>
                  </a:lnTo>
                  <a:lnTo>
                    <a:pt x="1785508" y="75866"/>
                  </a:lnTo>
                  <a:lnTo>
                    <a:pt x="1758886" y="36385"/>
                  </a:lnTo>
                  <a:lnTo>
                    <a:pt x="1719405" y="9763"/>
                  </a:lnTo>
                  <a:lnTo>
                    <a:pt x="16710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75126" y="1262634"/>
              <a:ext cx="1795780" cy="745490"/>
            </a:xfrm>
            <a:custGeom>
              <a:avLst/>
              <a:gdLst/>
              <a:ahLst/>
              <a:cxnLst/>
              <a:rect l="l" t="t" r="r" b="b"/>
              <a:pathLst>
                <a:path w="1795779" h="745489">
                  <a:moveTo>
                    <a:pt x="0" y="124205"/>
                  </a:moveTo>
                  <a:lnTo>
                    <a:pt x="9763" y="75866"/>
                  </a:lnTo>
                  <a:lnTo>
                    <a:pt x="36385" y="36385"/>
                  </a:lnTo>
                  <a:lnTo>
                    <a:pt x="75866" y="9763"/>
                  </a:lnTo>
                  <a:lnTo>
                    <a:pt x="124206" y="0"/>
                  </a:lnTo>
                  <a:lnTo>
                    <a:pt x="1671065" y="0"/>
                  </a:lnTo>
                  <a:lnTo>
                    <a:pt x="1719405" y="9763"/>
                  </a:lnTo>
                  <a:lnTo>
                    <a:pt x="1758886" y="36385"/>
                  </a:lnTo>
                  <a:lnTo>
                    <a:pt x="1785508" y="75866"/>
                  </a:lnTo>
                  <a:lnTo>
                    <a:pt x="1795272" y="124205"/>
                  </a:lnTo>
                  <a:lnTo>
                    <a:pt x="1795272" y="621029"/>
                  </a:lnTo>
                  <a:lnTo>
                    <a:pt x="1785508" y="669369"/>
                  </a:lnTo>
                  <a:lnTo>
                    <a:pt x="1758886" y="708850"/>
                  </a:lnTo>
                  <a:lnTo>
                    <a:pt x="1719405" y="735472"/>
                  </a:lnTo>
                  <a:lnTo>
                    <a:pt x="1671065" y="745235"/>
                  </a:lnTo>
                  <a:lnTo>
                    <a:pt x="124206" y="745235"/>
                  </a:lnTo>
                  <a:lnTo>
                    <a:pt x="75866" y="735472"/>
                  </a:lnTo>
                  <a:lnTo>
                    <a:pt x="36385" y="708850"/>
                  </a:lnTo>
                  <a:lnTo>
                    <a:pt x="9763" y="669369"/>
                  </a:lnTo>
                  <a:lnTo>
                    <a:pt x="0" y="621029"/>
                  </a:lnTo>
                  <a:lnTo>
                    <a:pt x="0" y="12420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229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Region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4318253" y="1478660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43354" y="2976626"/>
            <a:ext cx="1821180" cy="770890"/>
            <a:chOff x="1943354" y="2976626"/>
            <a:chExt cx="1821180" cy="770890"/>
          </a:xfrm>
        </p:grpSpPr>
        <p:sp>
          <p:nvSpPr>
            <p:cNvPr id="10" name="object 10"/>
            <p:cNvSpPr/>
            <p:nvPr/>
          </p:nvSpPr>
          <p:spPr>
            <a:xfrm>
              <a:off x="1956054" y="2989326"/>
              <a:ext cx="1795780" cy="745490"/>
            </a:xfrm>
            <a:custGeom>
              <a:avLst/>
              <a:gdLst/>
              <a:ahLst/>
              <a:cxnLst/>
              <a:rect l="l" t="t" r="r" b="b"/>
              <a:pathLst>
                <a:path w="1795779" h="745489">
                  <a:moveTo>
                    <a:pt x="1671066" y="0"/>
                  </a:moveTo>
                  <a:lnTo>
                    <a:pt x="124206" y="0"/>
                  </a:lnTo>
                  <a:lnTo>
                    <a:pt x="75866" y="9763"/>
                  </a:lnTo>
                  <a:lnTo>
                    <a:pt x="36385" y="36385"/>
                  </a:lnTo>
                  <a:lnTo>
                    <a:pt x="9763" y="75866"/>
                  </a:lnTo>
                  <a:lnTo>
                    <a:pt x="0" y="124206"/>
                  </a:lnTo>
                  <a:lnTo>
                    <a:pt x="0" y="621030"/>
                  </a:lnTo>
                  <a:lnTo>
                    <a:pt x="9763" y="669369"/>
                  </a:lnTo>
                  <a:lnTo>
                    <a:pt x="36385" y="708850"/>
                  </a:lnTo>
                  <a:lnTo>
                    <a:pt x="75866" y="735472"/>
                  </a:lnTo>
                  <a:lnTo>
                    <a:pt x="124206" y="745236"/>
                  </a:lnTo>
                  <a:lnTo>
                    <a:pt x="1671066" y="745236"/>
                  </a:lnTo>
                  <a:lnTo>
                    <a:pt x="1719405" y="735472"/>
                  </a:lnTo>
                  <a:lnTo>
                    <a:pt x="1758886" y="708850"/>
                  </a:lnTo>
                  <a:lnTo>
                    <a:pt x="1785508" y="669369"/>
                  </a:lnTo>
                  <a:lnTo>
                    <a:pt x="1795271" y="621030"/>
                  </a:lnTo>
                  <a:lnTo>
                    <a:pt x="1795271" y="124206"/>
                  </a:lnTo>
                  <a:lnTo>
                    <a:pt x="1785508" y="75866"/>
                  </a:lnTo>
                  <a:lnTo>
                    <a:pt x="1758886" y="36385"/>
                  </a:lnTo>
                  <a:lnTo>
                    <a:pt x="1719405" y="9763"/>
                  </a:lnTo>
                  <a:lnTo>
                    <a:pt x="16710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56054" y="2989326"/>
              <a:ext cx="1795780" cy="745490"/>
            </a:xfrm>
            <a:custGeom>
              <a:avLst/>
              <a:gdLst/>
              <a:ahLst/>
              <a:cxnLst/>
              <a:rect l="l" t="t" r="r" b="b"/>
              <a:pathLst>
                <a:path w="1795779" h="745489">
                  <a:moveTo>
                    <a:pt x="0" y="124206"/>
                  </a:moveTo>
                  <a:lnTo>
                    <a:pt x="9763" y="75866"/>
                  </a:lnTo>
                  <a:lnTo>
                    <a:pt x="36385" y="36385"/>
                  </a:lnTo>
                  <a:lnTo>
                    <a:pt x="75866" y="9763"/>
                  </a:lnTo>
                  <a:lnTo>
                    <a:pt x="124206" y="0"/>
                  </a:lnTo>
                  <a:lnTo>
                    <a:pt x="1671066" y="0"/>
                  </a:lnTo>
                  <a:lnTo>
                    <a:pt x="1719405" y="9763"/>
                  </a:lnTo>
                  <a:lnTo>
                    <a:pt x="1758886" y="36385"/>
                  </a:lnTo>
                  <a:lnTo>
                    <a:pt x="1785508" y="75866"/>
                  </a:lnTo>
                  <a:lnTo>
                    <a:pt x="1795271" y="124206"/>
                  </a:lnTo>
                  <a:lnTo>
                    <a:pt x="1795271" y="621030"/>
                  </a:lnTo>
                  <a:lnTo>
                    <a:pt x="1785508" y="669369"/>
                  </a:lnTo>
                  <a:lnTo>
                    <a:pt x="1758886" y="708850"/>
                  </a:lnTo>
                  <a:lnTo>
                    <a:pt x="1719405" y="735472"/>
                  </a:lnTo>
                  <a:lnTo>
                    <a:pt x="1671066" y="745236"/>
                  </a:lnTo>
                  <a:lnTo>
                    <a:pt x="124206" y="745236"/>
                  </a:lnTo>
                  <a:lnTo>
                    <a:pt x="75866" y="735472"/>
                  </a:lnTo>
                  <a:lnTo>
                    <a:pt x="36385" y="708850"/>
                  </a:lnTo>
                  <a:lnTo>
                    <a:pt x="9763" y="669369"/>
                  </a:lnTo>
                  <a:lnTo>
                    <a:pt x="0" y="621030"/>
                  </a:lnTo>
                  <a:lnTo>
                    <a:pt x="0" y="12420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99182" y="3206242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4170" y="2950717"/>
            <a:ext cx="1819275" cy="770890"/>
            <a:chOff x="5424170" y="2950717"/>
            <a:chExt cx="1819275" cy="770890"/>
          </a:xfrm>
        </p:grpSpPr>
        <p:sp>
          <p:nvSpPr>
            <p:cNvPr id="14" name="object 14"/>
            <p:cNvSpPr/>
            <p:nvPr/>
          </p:nvSpPr>
          <p:spPr>
            <a:xfrm>
              <a:off x="5436870" y="2963417"/>
              <a:ext cx="1793875" cy="745490"/>
            </a:xfrm>
            <a:custGeom>
              <a:avLst/>
              <a:gdLst/>
              <a:ahLst/>
              <a:cxnLst/>
              <a:rect l="l" t="t" r="r" b="b"/>
              <a:pathLst>
                <a:path w="1793875" h="745489">
                  <a:moveTo>
                    <a:pt x="1669541" y="0"/>
                  </a:moveTo>
                  <a:lnTo>
                    <a:pt x="124205" y="0"/>
                  </a:lnTo>
                  <a:lnTo>
                    <a:pt x="75866" y="9763"/>
                  </a:lnTo>
                  <a:lnTo>
                    <a:pt x="36385" y="36385"/>
                  </a:lnTo>
                  <a:lnTo>
                    <a:pt x="9763" y="75866"/>
                  </a:lnTo>
                  <a:lnTo>
                    <a:pt x="0" y="124206"/>
                  </a:lnTo>
                  <a:lnTo>
                    <a:pt x="0" y="621029"/>
                  </a:lnTo>
                  <a:lnTo>
                    <a:pt x="9763" y="669369"/>
                  </a:lnTo>
                  <a:lnTo>
                    <a:pt x="36385" y="708850"/>
                  </a:lnTo>
                  <a:lnTo>
                    <a:pt x="75866" y="735472"/>
                  </a:lnTo>
                  <a:lnTo>
                    <a:pt x="124205" y="745235"/>
                  </a:lnTo>
                  <a:lnTo>
                    <a:pt x="1669541" y="745235"/>
                  </a:lnTo>
                  <a:lnTo>
                    <a:pt x="1717881" y="735472"/>
                  </a:lnTo>
                  <a:lnTo>
                    <a:pt x="1757362" y="708850"/>
                  </a:lnTo>
                  <a:lnTo>
                    <a:pt x="1783984" y="669369"/>
                  </a:lnTo>
                  <a:lnTo>
                    <a:pt x="1793748" y="621029"/>
                  </a:lnTo>
                  <a:lnTo>
                    <a:pt x="1793748" y="124206"/>
                  </a:lnTo>
                  <a:lnTo>
                    <a:pt x="1783984" y="75866"/>
                  </a:lnTo>
                  <a:lnTo>
                    <a:pt x="1757362" y="36385"/>
                  </a:lnTo>
                  <a:lnTo>
                    <a:pt x="1717881" y="9763"/>
                  </a:lnTo>
                  <a:lnTo>
                    <a:pt x="16695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36870" y="2963417"/>
              <a:ext cx="1793875" cy="745490"/>
            </a:xfrm>
            <a:custGeom>
              <a:avLst/>
              <a:gdLst/>
              <a:ahLst/>
              <a:cxnLst/>
              <a:rect l="l" t="t" r="r" b="b"/>
              <a:pathLst>
                <a:path w="1793875" h="745489">
                  <a:moveTo>
                    <a:pt x="0" y="124206"/>
                  </a:moveTo>
                  <a:lnTo>
                    <a:pt x="9763" y="75866"/>
                  </a:lnTo>
                  <a:lnTo>
                    <a:pt x="36385" y="36385"/>
                  </a:lnTo>
                  <a:lnTo>
                    <a:pt x="75866" y="9763"/>
                  </a:lnTo>
                  <a:lnTo>
                    <a:pt x="124205" y="0"/>
                  </a:lnTo>
                  <a:lnTo>
                    <a:pt x="1669541" y="0"/>
                  </a:lnTo>
                  <a:lnTo>
                    <a:pt x="1717881" y="9763"/>
                  </a:lnTo>
                  <a:lnTo>
                    <a:pt x="1757362" y="36385"/>
                  </a:lnTo>
                  <a:lnTo>
                    <a:pt x="1783984" y="75866"/>
                  </a:lnTo>
                  <a:lnTo>
                    <a:pt x="1793748" y="124206"/>
                  </a:lnTo>
                  <a:lnTo>
                    <a:pt x="1793748" y="621029"/>
                  </a:lnTo>
                  <a:lnTo>
                    <a:pt x="1783984" y="669369"/>
                  </a:lnTo>
                  <a:lnTo>
                    <a:pt x="1757362" y="708850"/>
                  </a:lnTo>
                  <a:lnTo>
                    <a:pt x="1717881" y="735472"/>
                  </a:lnTo>
                  <a:lnTo>
                    <a:pt x="1669541" y="745235"/>
                  </a:lnTo>
                  <a:lnTo>
                    <a:pt x="124205" y="745235"/>
                  </a:lnTo>
                  <a:lnTo>
                    <a:pt x="75866" y="735472"/>
                  </a:lnTo>
                  <a:lnTo>
                    <a:pt x="36385" y="708850"/>
                  </a:lnTo>
                  <a:lnTo>
                    <a:pt x="9763" y="669369"/>
                  </a:lnTo>
                  <a:lnTo>
                    <a:pt x="0" y="621029"/>
                  </a:lnTo>
                  <a:lnTo>
                    <a:pt x="0" y="12420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79363" y="3180714"/>
            <a:ext cx="508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95700" y="1978151"/>
            <a:ext cx="1790700" cy="1455420"/>
            <a:chOff x="3695700" y="1978151"/>
            <a:chExt cx="1790700" cy="145542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0183" y="1978151"/>
              <a:ext cx="966203" cy="142951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72761" y="2007869"/>
              <a:ext cx="863600" cy="1329055"/>
            </a:xfrm>
            <a:custGeom>
              <a:avLst/>
              <a:gdLst/>
              <a:ahLst/>
              <a:cxnLst/>
              <a:rect l="l" t="t" r="r" b="b"/>
              <a:pathLst>
                <a:path w="863600" h="1329054">
                  <a:moveTo>
                    <a:pt x="0" y="0"/>
                  </a:moveTo>
                  <a:lnTo>
                    <a:pt x="863600" y="1328928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700" y="1978151"/>
              <a:ext cx="926604" cy="14554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751326" y="2007869"/>
              <a:ext cx="821690" cy="1355090"/>
            </a:xfrm>
            <a:custGeom>
              <a:avLst/>
              <a:gdLst/>
              <a:ahLst/>
              <a:cxnLst/>
              <a:rect l="l" t="t" r="r" b="b"/>
              <a:pathLst>
                <a:path w="821689" h="1355089">
                  <a:moveTo>
                    <a:pt x="821309" y="0"/>
                  </a:moveTo>
                  <a:lnTo>
                    <a:pt x="0" y="1354709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07891" y="3317806"/>
              <a:ext cx="1778508" cy="1157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751326" y="3353561"/>
              <a:ext cx="1685289" cy="8890"/>
            </a:xfrm>
            <a:custGeom>
              <a:avLst/>
              <a:gdLst/>
              <a:ahLst/>
              <a:cxnLst/>
              <a:rect l="l" t="t" r="r" b="b"/>
              <a:pathLst>
                <a:path w="1685289" h="8889">
                  <a:moveTo>
                    <a:pt x="0" y="8508"/>
                  </a:moveTo>
                  <a:lnTo>
                    <a:pt x="1684909" y="0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20420" y="4382820"/>
            <a:ext cx="83826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45" dirty="0">
                <a:solidFill>
                  <a:srgbClr val="464646"/>
                </a:solidFill>
                <a:latin typeface="Arial"/>
                <a:cs typeface="Arial"/>
              </a:rPr>
              <a:t>Application</a:t>
            </a:r>
            <a:r>
              <a:rPr sz="2400" b="1" spc="-9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195" dirty="0">
                <a:solidFill>
                  <a:srgbClr val="464646"/>
                </a:solidFill>
                <a:latin typeface="Arial"/>
                <a:cs typeface="Arial"/>
              </a:rPr>
              <a:t>should</a:t>
            </a:r>
            <a:r>
              <a:rPr sz="24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409" dirty="0">
                <a:solidFill>
                  <a:srgbClr val="464646"/>
                </a:solidFill>
                <a:latin typeface="Arial"/>
                <a:cs typeface="Arial"/>
              </a:rPr>
              <a:t>be</a:t>
            </a:r>
            <a:r>
              <a:rPr sz="24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245" dirty="0">
                <a:solidFill>
                  <a:srgbClr val="464646"/>
                </a:solidFill>
                <a:latin typeface="Arial"/>
                <a:cs typeface="Arial"/>
              </a:rPr>
              <a:t>spread</a:t>
            </a:r>
            <a:r>
              <a:rPr sz="24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265" dirty="0">
                <a:solidFill>
                  <a:srgbClr val="464646"/>
                </a:solidFill>
                <a:latin typeface="Arial"/>
                <a:cs typeface="Arial"/>
              </a:rPr>
              <a:t>across</a:t>
            </a:r>
            <a:r>
              <a:rPr sz="2400" b="1" spc="-9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245" dirty="0">
                <a:solidFill>
                  <a:srgbClr val="464646"/>
                </a:solidFill>
                <a:latin typeface="Arial"/>
                <a:cs typeface="Arial"/>
              </a:rPr>
              <a:t>two</a:t>
            </a:r>
            <a:r>
              <a:rPr sz="24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260" dirty="0">
                <a:solidFill>
                  <a:srgbClr val="464646"/>
                </a:solidFill>
                <a:latin typeface="Arial"/>
                <a:cs typeface="Arial"/>
              </a:rPr>
              <a:t>or</a:t>
            </a:r>
            <a:r>
              <a:rPr sz="24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265" dirty="0">
                <a:solidFill>
                  <a:srgbClr val="464646"/>
                </a:solidFill>
                <a:latin typeface="Arial"/>
                <a:cs typeface="Arial"/>
              </a:rPr>
              <a:t>more</a:t>
            </a:r>
            <a:r>
              <a:rPr sz="24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40" dirty="0">
                <a:solidFill>
                  <a:srgbClr val="464646"/>
                </a:solidFill>
                <a:latin typeface="Arial"/>
                <a:cs typeface="Arial"/>
              </a:rPr>
              <a:t>availability</a:t>
            </a:r>
            <a:r>
              <a:rPr sz="24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229" dirty="0">
                <a:solidFill>
                  <a:srgbClr val="464646"/>
                </a:solidFill>
                <a:latin typeface="Arial"/>
                <a:cs typeface="Arial"/>
              </a:rPr>
              <a:t>zones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933" y="841247"/>
            <a:ext cx="8067675" cy="3906520"/>
            <a:chOff x="487933" y="841247"/>
            <a:chExt cx="8067675" cy="3906520"/>
          </a:xfrm>
        </p:grpSpPr>
        <p:sp>
          <p:nvSpPr>
            <p:cNvPr id="3" name="object 3"/>
            <p:cNvSpPr/>
            <p:nvPr/>
          </p:nvSpPr>
          <p:spPr>
            <a:xfrm>
              <a:off x="500633" y="863345"/>
              <a:ext cx="8042275" cy="3813175"/>
            </a:xfrm>
            <a:custGeom>
              <a:avLst/>
              <a:gdLst/>
              <a:ahLst/>
              <a:cxnLst/>
              <a:rect l="l" t="t" r="r" b="b"/>
              <a:pathLst>
                <a:path w="8042275" h="3813175">
                  <a:moveTo>
                    <a:pt x="8042148" y="0"/>
                  </a:moveTo>
                  <a:lnTo>
                    <a:pt x="0" y="0"/>
                  </a:lnTo>
                  <a:lnTo>
                    <a:pt x="0" y="3813048"/>
                  </a:lnTo>
                  <a:lnTo>
                    <a:pt x="8042148" y="3813048"/>
                  </a:lnTo>
                  <a:lnTo>
                    <a:pt x="8042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0633" y="863345"/>
              <a:ext cx="8042275" cy="3813175"/>
            </a:xfrm>
            <a:custGeom>
              <a:avLst/>
              <a:gdLst/>
              <a:ahLst/>
              <a:cxnLst/>
              <a:rect l="l" t="t" r="r" b="b"/>
              <a:pathLst>
                <a:path w="8042275" h="3813175">
                  <a:moveTo>
                    <a:pt x="0" y="3813048"/>
                  </a:moveTo>
                  <a:lnTo>
                    <a:pt x="8042148" y="3813048"/>
                  </a:lnTo>
                  <a:lnTo>
                    <a:pt x="8042148" y="0"/>
                  </a:lnTo>
                  <a:lnTo>
                    <a:pt x="0" y="0"/>
                  </a:lnTo>
                  <a:lnTo>
                    <a:pt x="0" y="38130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6957" y="1195577"/>
              <a:ext cx="2123440" cy="966469"/>
            </a:xfrm>
            <a:custGeom>
              <a:avLst/>
              <a:gdLst/>
              <a:ahLst/>
              <a:cxnLst/>
              <a:rect l="l" t="t" r="r" b="b"/>
              <a:pathLst>
                <a:path w="2123440" h="966469">
                  <a:moveTo>
                    <a:pt x="1961896" y="0"/>
                  </a:moveTo>
                  <a:lnTo>
                    <a:pt x="161036" y="0"/>
                  </a:lnTo>
                  <a:lnTo>
                    <a:pt x="118226" y="5754"/>
                  </a:lnTo>
                  <a:lnTo>
                    <a:pt x="79757" y="21994"/>
                  </a:lnTo>
                  <a:lnTo>
                    <a:pt x="47166" y="47180"/>
                  </a:lnTo>
                  <a:lnTo>
                    <a:pt x="21986" y="79774"/>
                  </a:lnTo>
                  <a:lnTo>
                    <a:pt x="5752" y="118239"/>
                  </a:lnTo>
                  <a:lnTo>
                    <a:pt x="0" y="161036"/>
                  </a:lnTo>
                  <a:lnTo>
                    <a:pt x="0" y="805180"/>
                  </a:lnTo>
                  <a:lnTo>
                    <a:pt x="5752" y="847976"/>
                  </a:lnTo>
                  <a:lnTo>
                    <a:pt x="21986" y="886441"/>
                  </a:lnTo>
                  <a:lnTo>
                    <a:pt x="47166" y="919035"/>
                  </a:lnTo>
                  <a:lnTo>
                    <a:pt x="79757" y="944221"/>
                  </a:lnTo>
                  <a:lnTo>
                    <a:pt x="118226" y="960461"/>
                  </a:lnTo>
                  <a:lnTo>
                    <a:pt x="161036" y="966216"/>
                  </a:lnTo>
                  <a:lnTo>
                    <a:pt x="1961896" y="966216"/>
                  </a:lnTo>
                  <a:lnTo>
                    <a:pt x="2004692" y="960461"/>
                  </a:lnTo>
                  <a:lnTo>
                    <a:pt x="2043157" y="944221"/>
                  </a:lnTo>
                  <a:lnTo>
                    <a:pt x="2075751" y="919035"/>
                  </a:lnTo>
                  <a:lnTo>
                    <a:pt x="2100937" y="886441"/>
                  </a:lnTo>
                  <a:lnTo>
                    <a:pt x="2117177" y="847976"/>
                  </a:lnTo>
                  <a:lnTo>
                    <a:pt x="2122932" y="805180"/>
                  </a:lnTo>
                  <a:lnTo>
                    <a:pt x="2122932" y="161036"/>
                  </a:lnTo>
                  <a:lnTo>
                    <a:pt x="2117177" y="118239"/>
                  </a:lnTo>
                  <a:lnTo>
                    <a:pt x="2100937" y="79774"/>
                  </a:lnTo>
                  <a:lnTo>
                    <a:pt x="2075751" y="47180"/>
                  </a:lnTo>
                  <a:lnTo>
                    <a:pt x="2043157" y="21994"/>
                  </a:lnTo>
                  <a:lnTo>
                    <a:pt x="2004692" y="5754"/>
                  </a:lnTo>
                  <a:lnTo>
                    <a:pt x="1961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6957" y="1195577"/>
              <a:ext cx="2123440" cy="966469"/>
            </a:xfrm>
            <a:custGeom>
              <a:avLst/>
              <a:gdLst/>
              <a:ahLst/>
              <a:cxnLst/>
              <a:rect l="l" t="t" r="r" b="b"/>
              <a:pathLst>
                <a:path w="2123440" h="966469">
                  <a:moveTo>
                    <a:pt x="0" y="161036"/>
                  </a:moveTo>
                  <a:lnTo>
                    <a:pt x="5752" y="118239"/>
                  </a:lnTo>
                  <a:lnTo>
                    <a:pt x="21986" y="79774"/>
                  </a:lnTo>
                  <a:lnTo>
                    <a:pt x="47166" y="47180"/>
                  </a:lnTo>
                  <a:lnTo>
                    <a:pt x="79757" y="21994"/>
                  </a:lnTo>
                  <a:lnTo>
                    <a:pt x="118226" y="5754"/>
                  </a:lnTo>
                  <a:lnTo>
                    <a:pt x="161036" y="0"/>
                  </a:lnTo>
                  <a:lnTo>
                    <a:pt x="1961896" y="0"/>
                  </a:lnTo>
                  <a:lnTo>
                    <a:pt x="2004692" y="5754"/>
                  </a:lnTo>
                  <a:lnTo>
                    <a:pt x="2043157" y="21994"/>
                  </a:lnTo>
                  <a:lnTo>
                    <a:pt x="2075751" y="47180"/>
                  </a:lnTo>
                  <a:lnTo>
                    <a:pt x="2100937" y="79774"/>
                  </a:lnTo>
                  <a:lnTo>
                    <a:pt x="2117177" y="118239"/>
                  </a:lnTo>
                  <a:lnTo>
                    <a:pt x="2122932" y="161036"/>
                  </a:lnTo>
                  <a:lnTo>
                    <a:pt x="2122932" y="805180"/>
                  </a:lnTo>
                  <a:lnTo>
                    <a:pt x="2117177" y="847976"/>
                  </a:lnTo>
                  <a:lnTo>
                    <a:pt x="2100937" y="886441"/>
                  </a:lnTo>
                  <a:lnTo>
                    <a:pt x="2075751" y="919035"/>
                  </a:lnTo>
                  <a:lnTo>
                    <a:pt x="2043157" y="944221"/>
                  </a:lnTo>
                  <a:lnTo>
                    <a:pt x="2004692" y="960461"/>
                  </a:lnTo>
                  <a:lnTo>
                    <a:pt x="1961896" y="966216"/>
                  </a:lnTo>
                  <a:lnTo>
                    <a:pt x="161036" y="966216"/>
                  </a:lnTo>
                  <a:lnTo>
                    <a:pt x="118226" y="960461"/>
                  </a:lnTo>
                  <a:lnTo>
                    <a:pt x="79757" y="944221"/>
                  </a:lnTo>
                  <a:lnTo>
                    <a:pt x="47166" y="919035"/>
                  </a:lnTo>
                  <a:lnTo>
                    <a:pt x="21986" y="886441"/>
                  </a:lnTo>
                  <a:lnTo>
                    <a:pt x="5752" y="847976"/>
                  </a:lnTo>
                  <a:lnTo>
                    <a:pt x="0" y="805180"/>
                  </a:lnTo>
                  <a:lnTo>
                    <a:pt x="0" y="16103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0588" y="841247"/>
              <a:ext cx="106616" cy="39060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36213" y="863345"/>
              <a:ext cx="0" cy="3813175"/>
            </a:xfrm>
            <a:custGeom>
              <a:avLst/>
              <a:gdLst/>
              <a:ahLst/>
              <a:cxnLst/>
              <a:rect l="l" t="t" r="r" b="b"/>
              <a:pathLst>
                <a:path h="3813175">
                  <a:moveTo>
                    <a:pt x="0" y="0"/>
                  </a:moveTo>
                  <a:lnTo>
                    <a:pt x="0" y="3812870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5292" y="854963"/>
              <a:ext cx="106616" cy="38907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0918" y="877061"/>
              <a:ext cx="0" cy="3798570"/>
            </a:xfrm>
            <a:custGeom>
              <a:avLst/>
              <a:gdLst/>
              <a:ahLst/>
              <a:cxnLst/>
              <a:rect l="l" t="t" r="r" b="b"/>
              <a:pathLst>
                <a:path h="3798570">
                  <a:moveTo>
                    <a:pt x="0" y="0"/>
                  </a:moveTo>
                  <a:lnTo>
                    <a:pt x="0" y="3798493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426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Network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1706372" y="414294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91710" y="414294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13550" y="414294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4311" y="526160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4258" y="1420622"/>
            <a:ext cx="2148840" cy="2541905"/>
            <a:chOff x="794258" y="1420622"/>
            <a:chExt cx="2148840" cy="2541905"/>
          </a:xfrm>
        </p:grpSpPr>
        <p:sp>
          <p:nvSpPr>
            <p:cNvPr id="17" name="object 17"/>
            <p:cNvSpPr/>
            <p:nvPr/>
          </p:nvSpPr>
          <p:spPr>
            <a:xfrm>
              <a:off x="806958" y="2487930"/>
              <a:ext cx="2123440" cy="1461770"/>
            </a:xfrm>
            <a:custGeom>
              <a:avLst/>
              <a:gdLst/>
              <a:ahLst/>
              <a:cxnLst/>
              <a:rect l="l" t="t" r="r" b="b"/>
              <a:pathLst>
                <a:path w="2123440" h="1461770">
                  <a:moveTo>
                    <a:pt x="1879346" y="0"/>
                  </a:moveTo>
                  <a:lnTo>
                    <a:pt x="243586" y="0"/>
                  </a:lnTo>
                  <a:lnTo>
                    <a:pt x="194494" y="4950"/>
                  </a:lnTo>
                  <a:lnTo>
                    <a:pt x="148770" y="19147"/>
                  </a:lnTo>
                  <a:lnTo>
                    <a:pt x="107393" y="41610"/>
                  </a:lnTo>
                  <a:lnTo>
                    <a:pt x="71343" y="71358"/>
                  </a:lnTo>
                  <a:lnTo>
                    <a:pt x="41600" y="107410"/>
                  </a:lnTo>
                  <a:lnTo>
                    <a:pt x="19141" y="148786"/>
                  </a:lnTo>
                  <a:lnTo>
                    <a:pt x="4948" y="194505"/>
                  </a:lnTo>
                  <a:lnTo>
                    <a:pt x="0" y="243586"/>
                  </a:lnTo>
                  <a:lnTo>
                    <a:pt x="0" y="1217930"/>
                  </a:lnTo>
                  <a:lnTo>
                    <a:pt x="4948" y="1267010"/>
                  </a:lnTo>
                  <a:lnTo>
                    <a:pt x="19141" y="1312729"/>
                  </a:lnTo>
                  <a:lnTo>
                    <a:pt x="41600" y="1354105"/>
                  </a:lnTo>
                  <a:lnTo>
                    <a:pt x="71343" y="1390157"/>
                  </a:lnTo>
                  <a:lnTo>
                    <a:pt x="107393" y="1419905"/>
                  </a:lnTo>
                  <a:lnTo>
                    <a:pt x="148770" y="1442368"/>
                  </a:lnTo>
                  <a:lnTo>
                    <a:pt x="194494" y="1456565"/>
                  </a:lnTo>
                  <a:lnTo>
                    <a:pt x="243586" y="1461516"/>
                  </a:lnTo>
                  <a:lnTo>
                    <a:pt x="1879346" y="1461516"/>
                  </a:lnTo>
                  <a:lnTo>
                    <a:pt x="1928426" y="1456565"/>
                  </a:lnTo>
                  <a:lnTo>
                    <a:pt x="1974145" y="1442368"/>
                  </a:lnTo>
                  <a:lnTo>
                    <a:pt x="2015521" y="1419905"/>
                  </a:lnTo>
                  <a:lnTo>
                    <a:pt x="2051573" y="1390157"/>
                  </a:lnTo>
                  <a:lnTo>
                    <a:pt x="2081321" y="1354105"/>
                  </a:lnTo>
                  <a:lnTo>
                    <a:pt x="2103784" y="1312729"/>
                  </a:lnTo>
                  <a:lnTo>
                    <a:pt x="2117981" y="1267010"/>
                  </a:lnTo>
                  <a:lnTo>
                    <a:pt x="2122932" y="1217930"/>
                  </a:lnTo>
                  <a:lnTo>
                    <a:pt x="2122932" y="243586"/>
                  </a:lnTo>
                  <a:lnTo>
                    <a:pt x="2117981" y="194505"/>
                  </a:lnTo>
                  <a:lnTo>
                    <a:pt x="2103784" y="148786"/>
                  </a:lnTo>
                  <a:lnTo>
                    <a:pt x="2081321" y="107410"/>
                  </a:lnTo>
                  <a:lnTo>
                    <a:pt x="2051573" y="71358"/>
                  </a:lnTo>
                  <a:lnTo>
                    <a:pt x="2015521" y="41610"/>
                  </a:lnTo>
                  <a:lnTo>
                    <a:pt x="1974145" y="19147"/>
                  </a:lnTo>
                  <a:lnTo>
                    <a:pt x="1928426" y="4950"/>
                  </a:lnTo>
                  <a:lnTo>
                    <a:pt x="1879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6958" y="2487930"/>
              <a:ext cx="2123440" cy="1461770"/>
            </a:xfrm>
            <a:custGeom>
              <a:avLst/>
              <a:gdLst/>
              <a:ahLst/>
              <a:cxnLst/>
              <a:rect l="l" t="t" r="r" b="b"/>
              <a:pathLst>
                <a:path w="2123440" h="1461770">
                  <a:moveTo>
                    <a:pt x="0" y="243586"/>
                  </a:moveTo>
                  <a:lnTo>
                    <a:pt x="4948" y="194505"/>
                  </a:lnTo>
                  <a:lnTo>
                    <a:pt x="19141" y="148786"/>
                  </a:lnTo>
                  <a:lnTo>
                    <a:pt x="41600" y="107410"/>
                  </a:lnTo>
                  <a:lnTo>
                    <a:pt x="71343" y="71358"/>
                  </a:lnTo>
                  <a:lnTo>
                    <a:pt x="107393" y="41610"/>
                  </a:lnTo>
                  <a:lnTo>
                    <a:pt x="148770" y="19147"/>
                  </a:lnTo>
                  <a:lnTo>
                    <a:pt x="194494" y="4950"/>
                  </a:lnTo>
                  <a:lnTo>
                    <a:pt x="243586" y="0"/>
                  </a:lnTo>
                  <a:lnTo>
                    <a:pt x="1879346" y="0"/>
                  </a:lnTo>
                  <a:lnTo>
                    <a:pt x="1928426" y="4950"/>
                  </a:lnTo>
                  <a:lnTo>
                    <a:pt x="1974145" y="19147"/>
                  </a:lnTo>
                  <a:lnTo>
                    <a:pt x="2015521" y="41610"/>
                  </a:lnTo>
                  <a:lnTo>
                    <a:pt x="2051573" y="71358"/>
                  </a:lnTo>
                  <a:lnTo>
                    <a:pt x="2081321" y="107410"/>
                  </a:lnTo>
                  <a:lnTo>
                    <a:pt x="2103784" y="148786"/>
                  </a:lnTo>
                  <a:lnTo>
                    <a:pt x="2117981" y="194505"/>
                  </a:lnTo>
                  <a:lnTo>
                    <a:pt x="2122932" y="243586"/>
                  </a:lnTo>
                  <a:lnTo>
                    <a:pt x="2122932" y="1217930"/>
                  </a:lnTo>
                  <a:lnTo>
                    <a:pt x="2117981" y="1267010"/>
                  </a:lnTo>
                  <a:lnTo>
                    <a:pt x="2103784" y="1312729"/>
                  </a:lnTo>
                  <a:lnTo>
                    <a:pt x="2081321" y="1354105"/>
                  </a:lnTo>
                  <a:lnTo>
                    <a:pt x="2051573" y="1390157"/>
                  </a:lnTo>
                  <a:lnTo>
                    <a:pt x="2015521" y="1419905"/>
                  </a:lnTo>
                  <a:lnTo>
                    <a:pt x="1974145" y="1442368"/>
                  </a:lnTo>
                  <a:lnTo>
                    <a:pt x="1928426" y="1456565"/>
                  </a:lnTo>
                  <a:lnTo>
                    <a:pt x="1879346" y="1461516"/>
                  </a:lnTo>
                  <a:lnTo>
                    <a:pt x="243586" y="1461516"/>
                  </a:lnTo>
                  <a:lnTo>
                    <a:pt x="194494" y="1456565"/>
                  </a:lnTo>
                  <a:lnTo>
                    <a:pt x="148770" y="1442368"/>
                  </a:lnTo>
                  <a:lnTo>
                    <a:pt x="107393" y="1419905"/>
                  </a:lnTo>
                  <a:lnTo>
                    <a:pt x="71343" y="1390157"/>
                  </a:lnTo>
                  <a:lnTo>
                    <a:pt x="41600" y="1354105"/>
                  </a:lnTo>
                  <a:lnTo>
                    <a:pt x="19141" y="1312729"/>
                  </a:lnTo>
                  <a:lnTo>
                    <a:pt x="4948" y="1267010"/>
                  </a:lnTo>
                  <a:lnTo>
                    <a:pt x="0" y="1217930"/>
                  </a:lnTo>
                  <a:lnTo>
                    <a:pt x="0" y="243586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9754" y="143332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680973" y="0"/>
                  </a:moveTo>
                  <a:lnTo>
                    <a:pt x="42926" y="0"/>
                  </a:lnTo>
                  <a:lnTo>
                    <a:pt x="26215" y="3367"/>
                  </a:lnTo>
                  <a:lnTo>
                    <a:pt x="12571" y="12557"/>
                  </a:lnTo>
                  <a:lnTo>
                    <a:pt x="3372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72" y="231356"/>
                  </a:lnTo>
                  <a:lnTo>
                    <a:pt x="12571" y="244998"/>
                  </a:lnTo>
                  <a:lnTo>
                    <a:pt x="26215" y="254188"/>
                  </a:lnTo>
                  <a:lnTo>
                    <a:pt x="42926" y="257555"/>
                  </a:lnTo>
                  <a:lnTo>
                    <a:pt x="680973" y="257555"/>
                  </a:lnTo>
                  <a:lnTo>
                    <a:pt x="697700" y="254188"/>
                  </a:lnTo>
                  <a:lnTo>
                    <a:pt x="711342" y="244998"/>
                  </a:lnTo>
                  <a:lnTo>
                    <a:pt x="720532" y="231356"/>
                  </a:lnTo>
                  <a:lnTo>
                    <a:pt x="723900" y="214629"/>
                  </a:lnTo>
                  <a:lnTo>
                    <a:pt x="723900" y="42925"/>
                  </a:lnTo>
                  <a:lnTo>
                    <a:pt x="720532" y="26199"/>
                  </a:lnTo>
                  <a:lnTo>
                    <a:pt x="711342" y="12557"/>
                  </a:lnTo>
                  <a:lnTo>
                    <a:pt x="697700" y="3367"/>
                  </a:lnTo>
                  <a:lnTo>
                    <a:pt x="680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9754" y="143332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0" y="42925"/>
                  </a:moveTo>
                  <a:lnTo>
                    <a:pt x="3372" y="26199"/>
                  </a:lnTo>
                  <a:lnTo>
                    <a:pt x="12571" y="12557"/>
                  </a:lnTo>
                  <a:lnTo>
                    <a:pt x="26215" y="3367"/>
                  </a:lnTo>
                  <a:lnTo>
                    <a:pt x="42926" y="0"/>
                  </a:lnTo>
                  <a:lnTo>
                    <a:pt x="680973" y="0"/>
                  </a:lnTo>
                  <a:lnTo>
                    <a:pt x="697700" y="3367"/>
                  </a:lnTo>
                  <a:lnTo>
                    <a:pt x="711342" y="12557"/>
                  </a:lnTo>
                  <a:lnTo>
                    <a:pt x="720532" y="26199"/>
                  </a:lnTo>
                  <a:lnTo>
                    <a:pt x="723900" y="42925"/>
                  </a:lnTo>
                  <a:lnTo>
                    <a:pt x="723900" y="214629"/>
                  </a:lnTo>
                  <a:lnTo>
                    <a:pt x="720532" y="231356"/>
                  </a:lnTo>
                  <a:lnTo>
                    <a:pt x="711342" y="244998"/>
                  </a:lnTo>
                  <a:lnTo>
                    <a:pt x="697700" y="254188"/>
                  </a:lnTo>
                  <a:lnTo>
                    <a:pt x="680973" y="257555"/>
                  </a:lnTo>
                  <a:lnTo>
                    <a:pt x="42926" y="257555"/>
                  </a:lnTo>
                  <a:lnTo>
                    <a:pt x="26215" y="254188"/>
                  </a:lnTo>
                  <a:lnTo>
                    <a:pt x="12571" y="244998"/>
                  </a:lnTo>
                  <a:lnTo>
                    <a:pt x="3372" y="231356"/>
                  </a:lnTo>
                  <a:lnTo>
                    <a:pt x="0" y="214629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50721" y="1339172"/>
            <a:ext cx="1433830" cy="73596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87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67053" y="2653538"/>
            <a:ext cx="749300" cy="782955"/>
            <a:chOff x="1067053" y="2653538"/>
            <a:chExt cx="749300" cy="782955"/>
          </a:xfrm>
        </p:grpSpPr>
        <p:sp>
          <p:nvSpPr>
            <p:cNvPr id="23" name="object 23"/>
            <p:cNvSpPr/>
            <p:nvPr/>
          </p:nvSpPr>
          <p:spPr>
            <a:xfrm>
              <a:off x="1079753" y="2666238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680720" y="0"/>
                  </a:moveTo>
                  <a:lnTo>
                    <a:pt x="43180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92" y="232719"/>
                  </a:lnTo>
                  <a:lnTo>
                    <a:pt x="12646" y="246443"/>
                  </a:lnTo>
                  <a:lnTo>
                    <a:pt x="26371" y="255690"/>
                  </a:lnTo>
                  <a:lnTo>
                    <a:pt x="43180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79753" y="2666238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0" y="43180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80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80" y="259080"/>
                  </a:lnTo>
                  <a:lnTo>
                    <a:pt x="26371" y="255690"/>
                  </a:lnTo>
                  <a:lnTo>
                    <a:pt x="12646" y="246443"/>
                  </a:lnTo>
                  <a:lnTo>
                    <a:pt x="3392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79753" y="3164586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680720" y="0"/>
                  </a:moveTo>
                  <a:lnTo>
                    <a:pt x="43180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92" y="232719"/>
                  </a:lnTo>
                  <a:lnTo>
                    <a:pt x="12646" y="246443"/>
                  </a:lnTo>
                  <a:lnTo>
                    <a:pt x="26371" y="255690"/>
                  </a:lnTo>
                  <a:lnTo>
                    <a:pt x="43180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753" y="3164586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0" y="43180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80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80" y="259080"/>
                  </a:lnTo>
                  <a:lnTo>
                    <a:pt x="26371" y="255690"/>
                  </a:lnTo>
                  <a:lnTo>
                    <a:pt x="12646" y="246443"/>
                  </a:lnTo>
                  <a:lnTo>
                    <a:pt x="3392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06830" y="2670429"/>
            <a:ext cx="152209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50">
              <a:latin typeface="Arial MT"/>
              <a:cs typeface="Arial MT"/>
            </a:endParaRPr>
          </a:p>
          <a:p>
            <a:pPr marL="209550">
              <a:lnSpc>
                <a:spcPct val="100000"/>
              </a:lnSpc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8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933" y="841247"/>
            <a:ext cx="8067675" cy="3906520"/>
            <a:chOff x="487933" y="841247"/>
            <a:chExt cx="8067675" cy="3906520"/>
          </a:xfrm>
        </p:grpSpPr>
        <p:sp>
          <p:nvSpPr>
            <p:cNvPr id="3" name="object 3"/>
            <p:cNvSpPr/>
            <p:nvPr/>
          </p:nvSpPr>
          <p:spPr>
            <a:xfrm>
              <a:off x="500633" y="863345"/>
              <a:ext cx="8042275" cy="3813175"/>
            </a:xfrm>
            <a:custGeom>
              <a:avLst/>
              <a:gdLst/>
              <a:ahLst/>
              <a:cxnLst/>
              <a:rect l="l" t="t" r="r" b="b"/>
              <a:pathLst>
                <a:path w="8042275" h="3813175">
                  <a:moveTo>
                    <a:pt x="8042148" y="0"/>
                  </a:moveTo>
                  <a:lnTo>
                    <a:pt x="0" y="0"/>
                  </a:lnTo>
                  <a:lnTo>
                    <a:pt x="0" y="3813048"/>
                  </a:lnTo>
                  <a:lnTo>
                    <a:pt x="8042148" y="3813048"/>
                  </a:lnTo>
                  <a:lnTo>
                    <a:pt x="8042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0633" y="863345"/>
              <a:ext cx="8042275" cy="3813175"/>
            </a:xfrm>
            <a:custGeom>
              <a:avLst/>
              <a:gdLst/>
              <a:ahLst/>
              <a:cxnLst/>
              <a:rect l="l" t="t" r="r" b="b"/>
              <a:pathLst>
                <a:path w="8042275" h="3813175">
                  <a:moveTo>
                    <a:pt x="0" y="3813048"/>
                  </a:moveTo>
                  <a:lnTo>
                    <a:pt x="8042148" y="3813048"/>
                  </a:lnTo>
                  <a:lnTo>
                    <a:pt x="8042148" y="0"/>
                  </a:lnTo>
                  <a:lnTo>
                    <a:pt x="0" y="0"/>
                  </a:lnTo>
                  <a:lnTo>
                    <a:pt x="0" y="38130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6957" y="1195577"/>
              <a:ext cx="2123440" cy="966469"/>
            </a:xfrm>
            <a:custGeom>
              <a:avLst/>
              <a:gdLst/>
              <a:ahLst/>
              <a:cxnLst/>
              <a:rect l="l" t="t" r="r" b="b"/>
              <a:pathLst>
                <a:path w="2123440" h="966469">
                  <a:moveTo>
                    <a:pt x="1961896" y="0"/>
                  </a:moveTo>
                  <a:lnTo>
                    <a:pt x="161036" y="0"/>
                  </a:lnTo>
                  <a:lnTo>
                    <a:pt x="118226" y="5754"/>
                  </a:lnTo>
                  <a:lnTo>
                    <a:pt x="79757" y="21994"/>
                  </a:lnTo>
                  <a:lnTo>
                    <a:pt x="47166" y="47180"/>
                  </a:lnTo>
                  <a:lnTo>
                    <a:pt x="21986" y="79774"/>
                  </a:lnTo>
                  <a:lnTo>
                    <a:pt x="5752" y="118239"/>
                  </a:lnTo>
                  <a:lnTo>
                    <a:pt x="0" y="161036"/>
                  </a:lnTo>
                  <a:lnTo>
                    <a:pt x="0" y="805180"/>
                  </a:lnTo>
                  <a:lnTo>
                    <a:pt x="5752" y="847976"/>
                  </a:lnTo>
                  <a:lnTo>
                    <a:pt x="21986" y="886441"/>
                  </a:lnTo>
                  <a:lnTo>
                    <a:pt x="47166" y="919035"/>
                  </a:lnTo>
                  <a:lnTo>
                    <a:pt x="79757" y="944221"/>
                  </a:lnTo>
                  <a:lnTo>
                    <a:pt x="118226" y="960461"/>
                  </a:lnTo>
                  <a:lnTo>
                    <a:pt x="161036" y="966216"/>
                  </a:lnTo>
                  <a:lnTo>
                    <a:pt x="1961896" y="966216"/>
                  </a:lnTo>
                  <a:lnTo>
                    <a:pt x="2004692" y="960461"/>
                  </a:lnTo>
                  <a:lnTo>
                    <a:pt x="2043157" y="944221"/>
                  </a:lnTo>
                  <a:lnTo>
                    <a:pt x="2075751" y="919035"/>
                  </a:lnTo>
                  <a:lnTo>
                    <a:pt x="2100937" y="886441"/>
                  </a:lnTo>
                  <a:lnTo>
                    <a:pt x="2117177" y="847976"/>
                  </a:lnTo>
                  <a:lnTo>
                    <a:pt x="2122932" y="805180"/>
                  </a:lnTo>
                  <a:lnTo>
                    <a:pt x="2122932" y="161036"/>
                  </a:lnTo>
                  <a:lnTo>
                    <a:pt x="2117177" y="118239"/>
                  </a:lnTo>
                  <a:lnTo>
                    <a:pt x="2100937" y="79774"/>
                  </a:lnTo>
                  <a:lnTo>
                    <a:pt x="2075751" y="47180"/>
                  </a:lnTo>
                  <a:lnTo>
                    <a:pt x="2043157" y="21994"/>
                  </a:lnTo>
                  <a:lnTo>
                    <a:pt x="2004692" y="5754"/>
                  </a:lnTo>
                  <a:lnTo>
                    <a:pt x="1961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6957" y="1195577"/>
              <a:ext cx="2123440" cy="966469"/>
            </a:xfrm>
            <a:custGeom>
              <a:avLst/>
              <a:gdLst/>
              <a:ahLst/>
              <a:cxnLst/>
              <a:rect l="l" t="t" r="r" b="b"/>
              <a:pathLst>
                <a:path w="2123440" h="966469">
                  <a:moveTo>
                    <a:pt x="0" y="161036"/>
                  </a:moveTo>
                  <a:lnTo>
                    <a:pt x="5752" y="118239"/>
                  </a:lnTo>
                  <a:lnTo>
                    <a:pt x="21986" y="79774"/>
                  </a:lnTo>
                  <a:lnTo>
                    <a:pt x="47166" y="47180"/>
                  </a:lnTo>
                  <a:lnTo>
                    <a:pt x="79757" y="21994"/>
                  </a:lnTo>
                  <a:lnTo>
                    <a:pt x="118226" y="5754"/>
                  </a:lnTo>
                  <a:lnTo>
                    <a:pt x="161036" y="0"/>
                  </a:lnTo>
                  <a:lnTo>
                    <a:pt x="1961896" y="0"/>
                  </a:lnTo>
                  <a:lnTo>
                    <a:pt x="2004692" y="5754"/>
                  </a:lnTo>
                  <a:lnTo>
                    <a:pt x="2043157" y="21994"/>
                  </a:lnTo>
                  <a:lnTo>
                    <a:pt x="2075751" y="47180"/>
                  </a:lnTo>
                  <a:lnTo>
                    <a:pt x="2100937" y="79774"/>
                  </a:lnTo>
                  <a:lnTo>
                    <a:pt x="2117177" y="118239"/>
                  </a:lnTo>
                  <a:lnTo>
                    <a:pt x="2122932" y="161036"/>
                  </a:lnTo>
                  <a:lnTo>
                    <a:pt x="2122932" y="805180"/>
                  </a:lnTo>
                  <a:lnTo>
                    <a:pt x="2117177" y="847976"/>
                  </a:lnTo>
                  <a:lnTo>
                    <a:pt x="2100937" y="886441"/>
                  </a:lnTo>
                  <a:lnTo>
                    <a:pt x="2075751" y="919035"/>
                  </a:lnTo>
                  <a:lnTo>
                    <a:pt x="2043157" y="944221"/>
                  </a:lnTo>
                  <a:lnTo>
                    <a:pt x="2004692" y="960461"/>
                  </a:lnTo>
                  <a:lnTo>
                    <a:pt x="1961896" y="966216"/>
                  </a:lnTo>
                  <a:lnTo>
                    <a:pt x="161036" y="966216"/>
                  </a:lnTo>
                  <a:lnTo>
                    <a:pt x="118226" y="960461"/>
                  </a:lnTo>
                  <a:lnTo>
                    <a:pt x="79757" y="944221"/>
                  </a:lnTo>
                  <a:lnTo>
                    <a:pt x="47166" y="919035"/>
                  </a:lnTo>
                  <a:lnTo>
                    <a:pt x="21986" y="886441"/>
                  </a:lnTo>
                  <a:lnTo>
                    <a:pt x="5752" y="847976"/>
                  </a:lnTo>
                  <a:lnTo>
                    <a:pt x="0" y="805180"/>
                  </a:lnTo>
                  <a:lnTo>
                    <a:pt x="0" y="16103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0588" y="841247"/>
              <a:ext cx="106616" cy="39060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36213" y="863345"/>
              <a:ext cx="0" cy="3813175"/>
            </a:xfrm>
            <a:custGeom>
              <a:avLst/>
              <a:gdLst/>
              <a:ahLst/>
              <a:cxnLst/>
              <a:rect l="l" t="t" r="r" b="b"/>
              <a:pathLst>
                <a:path h="3813175">
                  <a:moveTo>
                    <a:pt x="0" y="0"/>
                  </a:moveTo>
                  <a:lnTo>
                    <a:pt x="0" y="3812870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5292" y="854963"/>
              <a:ext cx="106616" cy="38907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0918" y="877061"/>
              <a:ext cx="0" cy="3798570"/>
            </a:xfrm>
            <a:custGeom>
              <a:avLst/>
              <a:gdLst/>
              <a:ahLst/>
              <a:cxnLst/>
              <a:rect l="l" t="t" r="r" b="b"/>
              <a:pathLst>
                <a:path h="3798570">
                  <a:moveTo>
                    <a:pt x="0" y="0"/>
                  </a:moveTo>
                  <a:lnTo>
                    <a:pt x="0" y="3798493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765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High</a:t>
            </a:r>
            <a:r>
              <a:rPr sz="2800" spc="-175" dirty="0"/>
              <a:t> </a:t>
            </a:r>
            <a:r>
              <a:rPr sz="2800" spc="-10" dirty="0"/>
              <a:t>Availability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1706372" y="414294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91710" y="414294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13550" y="414294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4311" y="526160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4258" y="1420622"/>
            <a:ext cx="2148840" cy="2541905"/>
            <a:chOff x="794258" y="1420622"/>
            <a:chExt cx="2148840" cy="2541905"/>
          </a:xfrm>
        </p:grpSpPr>
        <p:sp>
          <p:nvSpPr>
            <p:cNvPr id="17" name="object 17"/>
            <p:cNvSpPr/>
            <p:nvPr/>
          </p:nvSpPr>
          <p:spPr>
            <a:xfrm>
              <a:off x="806958" y="2487930"/>
              <a:ext cx="2123440" cy="1461770"/>
            </a:xfrm>
            <a:custGeom>
              <a:avLst/>
              <a:gdLst/>
              <a:ahLst/>
              <a:cxnLst/>
              <a:rect l="l" t="t" r="r" b="b"/>
              <a:pathLst>
                <a:path w="2123440" h="1461770">
                  <a:moveTo>
                    <a:pt x="1879346" y="0"/>
                  </a:moveTo>
                  <a:lnTo>
                    <a:pt x="243586" y="0"/>
                  </a:lnTo>
                  <a:lnTo>
                    <a:pt x="194494" y="4950"/>
                  </a:lnTo>
                  <a:lnTo>
                    <a:pt x="148770" y="19147"/>
                  </a:lnTo>
                  <a:lnTo>
                    <a:pt x="107393" y="41610"/>
                  </a:lnTo>
                  <a:lnTo>
                    <a:pt x="71343" y="71358"/>
                  </a:lnTo>
                  <a:lnTo>
                    <a:pt x="41600" y="107410"/>
                  </a:lnTo>
                  <a:lnTo>
                    <a:pt x="19141" y="148786"/>
                  </a:lnTo>
                  <a:lnTo>
                    <a:pt x="4948" y="194505"/>
                  </a:lnTo>
                  <a:lnTo>
                    <a:pt x="0" y="243586"/>
                  </a:lnTo>
                  <a:lnTo>
                    <a:pt x="0" y="1217930"/>
                  </a:lnTo>
                  <a:lnTo>
                    <a:pt x="4948" y="1267010"/>
                  </a:lnTo>
                  <a:lnTo>
                    <a:pt x="19141" y="1312729"/>
                  </a:lnTo>
                  <a:lnTo>
                    <a:pt x="41600" y="1354105"/>
                  </a:lnTo>
                  <a:lnTo>
                    <a:pt x="71343" y="1390157"/>
                  </a:lnTo>
                  <a:lnTo>
                    <a:pt x="107393" y="1419905"/>
                  </a:lnTo>
                  <a:lnTo>
                    <a:pt x="148770" y="1442368"/>
                  </a:lnTo>
                  <a:lnTo>
                    <a:pt x="194494" y="1456565"/>
                  </a:lnTo>
                  <a:lnTo>
                    <a:pt x="243586" y="1461516"/>
                  </a:lnTo>
                  <a:lnTo>
                    <a:pt x="1879346" y="1461516"/>
                  </a:lnTo>
                  <a:lnTo>
                    <a:pt x="1928426" y="1456565"/>
                  </a:lnTo>
                  <a:lnTo>
                    <a:pt x="1974145" y="1442368"/>
                  </a:lnTo>
                  <a:lnTo>
                    <a:pt x="2015521" y="1419905"/>
                  </a:lnTo>
                  <a:lnTo>
                    <a:pt x="2051573" y="1390157"/>
                  </a:lnTo>
                  <a:lnTo>
                    <a:pt x="2081321" y="1354105"/>
                  </a:lnTo>
                  <a:lnTo>
                    <a:pt x="2103784" y="1312729"/>
                  </a:lnTo>
                  <a:lnTo>
                    <a:pt x="2117981" y="1267010"/>
                  </a:lnTo>
                  <a:lnTo>
                    <a:pt x="2122932" y="1217930"/>
                  </a:lnTo>
                  <a:lnTo>
                    <a:pt x="2122932" y="243586"/>
                  </a:lnTo>
                  <a:lnTo>
                    <a:pt x="2117981" y="194505"/>
                  </a:lnTo>
                  <a:lnTo>
                    <a:pt x="2103784" y="148786"/>
                  </a:lnTo>
                  <a:lnTo>
                    <a:pt x="2081321" y="107410"/>
                  </a:lnTo>
                  <a:lnTo>
                    <a:pt x="2051573" y="71358"/>
                  </a:lnTo>
                  <a:lnTo>
                    <a:pt x="2015521" y="41610"/>
                  </a:lnTo>
                  <a:lnTo>
                    <a:pt x="1974145" y="19147"/>
                  </a:lnTo>
                  <a:lnTo>
                    <a:pt x="1928426" y="4950"/>
                  </a:lnTo>
                  <a:lnTo>
                    <a:pt x="1879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6958" y="2487930"/>
              <a:ext cx="2123440" cy="1461770"/>
            </a:xfrm>
            <a:custGeom>
              <a:avLst/>
              <a:gdLst/>
              <a:ahLst/>
              <a:cxnLst/>
              <a:rect l="l" t="t" r="r" b="b"/>
              <a:pathLst>
                <a:path w="2123440" h="1461770">
                  <a:moveTo>
                    <a:pt x="0" y="243586"/>
                  </a:moveTo>
                  <a:lnTo>
                    <a:pt x="4948" y="194505"/>
                  </a:lnTo>
                  <a:lnTo>
                    <a:pt x="19141" y="148786"/>
                  </a:lnTo>
                  <a:lnTo>
                    <a:pt x="41600" y="107410"/>
                  </a:lnTo>
                  <a:lnTo>
                    <a:pt x="71343" y="71358"/>
                  </a:lnTo>
                  <a:lnTo>
                    <a:pt x="107393" y="41610"/>
                  </a:lnTo>
                  <a:lnTo>
                    <a:pt x="148770" y="19147"/>
                  </a:lnTo>
                  <a:lnTo>
                    <a:pt x="194494" y="4950"/>
                  </a:lnTo>
                  <a:lnTo>
                    <a:pt x="243586" y="0"/>
                  </a:lnTo>
                  <a:lnTo>
                    <a:pt x="1879346" y="0"/>
                  </a:lnTo>
                  <a:lnTo>
                    <a:pt x="1928426" y="4950"/>
                  </a:lnTo>
                  <a:lnTo>
                    <a:pt x="1974145" y="19147"/>
                  </a:lnTo>
                  <a:lnTo>
                    <a:pt x="2015521" y="41610"/>
                  </a:lnTo>
                  <a:lnTo>
                    <a:pt x="2051573" y="71358"/>
                  </a:lnTo>
                  <a:lnTo>
                    <a:pt x="2081321" y="107410"/>
                  </a:lnTo>
                  <a:lnTo>
                    <a:pt x="2103784" y="148786"/>
                  </a:lnTo>
                  <a:lnTo>
                    <a:pt x="2117981" y="194505"/>
                  </a:lnTo>
                  <a:lnTo>
                    <a:pt x="2122932" y="243586"/>
                  </a:lnTo>
                  <a:lnTo>
                    <a:pt x="2122932" y="1217930"/>
                  </a:lnTo>
                  <a:lnTo>
                    <a:pt x="2117981" y="1267010"/>
                  </a:lnTo>
                  <a:lnTo>
                    <a:pt x="2103784" y="1312729"/>
                  </a:lnTo>
                  <a:lnTo>
                    <a:pt x="2081321" y="1354105"/>
                  </a:lnTo>
                  <a:lnTo>
                    <a:pt x="2051573" y="1390157"/>
                  </a:lnTo>
                  <a:lnTo>
                    <a:pt x="2015521" y="1419905"/>
                  </a:lnTo>
                  <a:lnTo>
                    <a:pt x="1974145" y="1442368"/>
                  </a:lnTo>
                  <a:lnTo>
                    <a:pt x="1928426" y="1456565"/>
                  </a:lnTo>
                  <a:lnTo>
                    <a:pt x="1879346" y="1461516"/>
                  </a:lnTo>
                  <a:lnTo>
                    <a:pt x="243586" y="1461516"/>
                  </a:lnTo>
                  <a:lnTo>
                    <a:pt x="194494" y="1456565"/>
                  </a:lnTo>
                  <a:lnTo>
                    <a:pt x="148770" y="1442368"/>
                  </a:lnTo>
                  <a:lnTo>
                    <a:pt x="107393" y="1419905"/>
                  </a:lnTo>
                  <a:lnTo>
                    <a:pt x="71343" y="1390157"/>
                  </a:lnTo>
                  <a:lnTo>
                    <a:pt x="41600" y="1354105"/>
                  </a:lnTo>
                  <a:lnTo>
                    <a:pt x="19141" y="1312729"/>
                  </a:lnTo>
                  <a:lnTo>
                    <a:pt x="4948" y="1267010"/>
                  </a:lnTo>
                  <a:lnTo>
                    <a:pt x="0" y="1217930"/>
                  </a:lnTo>
                  <a:lnTo>
                    <a:pt x="0" y="243586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9754" y="143332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680973" y="0"/>
                  </a:moveTo>
                  <a:lnTo>
                    <a:pt x="42926" y="0"/>
                  </a:lnTo>
                  <a:lnTo>
                    <a:pt x="26215" y="3367"/>
                  </a:lnTo>
                  <a:lnTo>
                    <a:pt x="12571" y="12557"/>
                  </a:lnTo>
                  <a:lnTo>
                    <a:pt x="3372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72" y="231356"/>
                  </a:lnTo>
                  <a:lnTo>
                    <a:pt x="12571" y="244998"/>
                  </a:lnTo>
                  <a:lnTo>
                    <a:pt x="26215" y="254188"/>
                  </a:lnTo>
                  <a:lnTo>
                    <a:pt x="42926" y="257555"/>
                  </a:lnTo>
                  <a:lnTo>
                    <a:pt x="680973" y="257555"/>
                  </a:lnTo>
                  <a:lnTo>
                    <a:pt x="697700" y="254188"/>
                  </a:lnTo>
                  <a:lnTo>
                    <a:pt x="711342" y="244998"/>
                  </a:lnTo>
                  <a:lnTo>
                    <a:pt x="720532" y="231356"/>
                  </a:lnTo>
                  <a:lnTo>
                    <a:pt x="723900" y="214629"/>
                  </a:lnTo>
                  <a:lnTo>
                    <a:pt x="723900" y="42925"/>
                  </a:lnTo>
                  <a:lnTo>
                    <a:pt x="720532" y="26199"/>
                  </a:lnTo>
                  <a:lnTo>
                    <a:pt x="711342" y="12557"/>
                  </a:lnTo>
                  <a:lnTo>
                    <a:pt x="697700" y="3367"/>
                  </a:lnTo>
                  <a:lnTo>
                    <a:pt x="680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9754" y="143332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0" y="42925"/>
                  </a:moveTo>
                  <a:lnTo>
                    <a:pt x="3372" y="26199"/>
                  </a:lnTo>
                  <a:lnTo>
                    <a:pt x="12571" y="12557"/>
                  </a:lnTo>
                  <a:lnTo>
                    <a:pt x="26215" y="3367"/>
                  </a:lnTo>
                  <a:lnTo>
                    <a:pt x="42926" y="0"/>
                  </a:lnTo>
                  <a:lnTo>
                    <a:pt x="680973" y="0"/>
                  </a:lnTo>
                  <a:lnTo>
                    <a:pt x="697700" y="3367"/>
                  </a:lnTo>
                  <a:lnTo>
                    <a:pt x="711342" y="12557"/>
                  </a:lnTo>
                  <a:lnTo>
                    <a:pt x="720532" y="26199"/>
                  </a:lnTo>
                  <a:lnTo>
                    <a:pt x="723900" y="42925"/>
                  </a:lnTo>
                  <a:lnTo>
                    <a:pt x="723900" y="214629"/>
                  </a:lnTo>
                  <a:lnTo>
                    <a:pt x="720532" y="231356"/>
                  </a:lnTo>
                  <a:lnTo>
                    <a:pt x="711342" y="244998"/>
                  </a:lnTo>
                  <a:lnTo>
                    <a:pt x="697700" y="254188"/>
                  </a:lnTo>
                  <a:lnTo>
                    <a:pt x="680973" y="257555"/>
                  </a:lnTo>
                  <a:lnTo>
                    <a:pt x="42926" y="257555"/>
                  </a:lnTo>
                  <a:lnTo>
                    <a:pt x="26215" y="254188"/>
                  </a:lnTo>
                  <a:lnTo>
                    <a:pt x="12571" y="244998"/>
                  </a:lnTo>
                  <a:lnTo>
                    <a:pt x="3372" y="231356"/>
                  </a:lnTo>
                  <a:lnTo>
                    <a:pt x="0" y="214629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9754" y="2667761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680720" y="0"/>
                  </a:moveTo>
                  <a:lnTo>
                    <a:pt x="43180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92" y="232719"/>
                  </a:lnTo>
                  <a:lnTo>
                    <a:pt x="12646" y="246443"/>
                  </a:lnTo>
                  <a:lnTo>
                    <a:pt x="26371" y="255690"/>
                  </a:lnTo>
                  <a:lnTo>
                    <a:pt x="43180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79754" y="2667761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0" y="43180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80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80" y="259080"/>
                  </a:lnTo>
                  <a:lnTo>
                    <a:pt x="26371" y="255690"/>
                  </a:lnTo>
                  <a:lnTo>
                    <a:pt x="12646" y="246443"/>
                  </a:lnTo>
                  <a:lnTo>
                    <a:pt x="3392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69238" y="2671318"/>
            <a:ext cx="342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67053" y="1420622"/>
            <a:ext cx="1600200" cy="2014220"/>
            <a:chOff x="1067053" y="1420622"/>
            <a:chExt cx="1600200" cy="2014220"/>
          </a:xfrm>
        </p:grpSpPr>
        <p:sp>
          <p:nvSpPr>
            <p:cNvPr id="25" name="object 25"/>
            <p:cNvSpPr/>
            <p:nvPr/>
          </p:nvSpPr>
          <p:spPr>
            <a:xfrm>
              <a:off x="1079753" y="3163061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680720" y="0"/>
                  </a:moveTo>
                  <a:lnTo>
                    <a:pt x="43180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92" y="232719"/>
                  </a:lnTo>
                  <a:lnTo>
                    <a:pt x="12646" y="246443"/>
                  </a:lnTo>
                  <a:lnTo>
                    <a:pt x="26371" y="255690"/>
                  </a:lnTo>
                  <a:lnTo>
                    <a:pt x="43180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753" y="3163061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0" y="43180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80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80" y="259080"/>
                  </a:lnTo>
                  <a:lnTo>
                    <a:pt x="26371" y="255690"/>
                  </a:lnTo>
                  <a:lnTo>
                    <a:pt x="12646" y="246443"/>
                  </a:lnTo>
                  <a:lnTo>
                    <a:pt x="3392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30145" y="143332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680974" y="0"/>
                  </a:moveTo>
                  <a:lnTo>
                    <a:pt x="42926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6" y="257555"/>
                  </a:lnTo>
                  <a:lnTo>
                    <a:pt x="680974" y="257555"/>
                  </a:lnTo>
                  <a:lnTo>
                    <a:pt x="697700" y="254188"/>
                  </a:lnTo>
                  <a:lnTo>
                    <a:pt x="711342" y="244998"/>
                  </a:lnTo>
                  <a:lnTo>
                    <a:pt x="720532" y="231356"/>
                  </a:lnTo>
                  <a:lnTo>
                    <a:pt x="723900" y="214629"/>
                  </a:lnTo>
                  <a:lnTo>
                    <a:pt x="723900" y="42925"/>
                  </a:lnTo>
                  <a:lnTo>
                    <a:pt x="720532" y="26199"/>
                  </a:lnTo>
                  <a:lnTo>
                    <a:pt x="711342" y="12557"/>
                  </a:lnTo>
                  <a:lnTo>
                    <a:pt x="697700" y="3367"/>
                  </a:lnTo>
                  <a:lnTo>
                    <a:pt x="680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30145" y="143332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0" y="42925"/>
                  </a:moveTo>
                  <a:lnTo>
                    <a:pt x="3367" y="26199"/>
                  </a:lnTo>
                  <a:lnTo>
                    <a:pt x="12557" y="12557"/>
                  </a:lnTo>
                  <a:lnTo>
                    <a:pt x="26199" y="3367"/>
                  </a:lnTo>
                  <a:lnTo>
                    <a:pt x="42926" y="0"/>
                  </a:lnTo>
                  <a:lnTo>
                    <a:pt x="680974" y="0"/>
                  </a:lnTo>
                  <a:lnTo>
                    <a:pt x="697700" y="3367"/>
                  </a:lnTo>
                  <a:lnTo>
                    <a:pt x="711342" y="12557"/>
                  </a:lnTo>
                  <a:lnTo>
                    <a:pt x="720532" y="26199"/>
                  </a:lnTo>
                  <a:lnTo>
                    <a:pt x="723900" y="42925"/>
                  </a:lnTo>
                  <a:lnTo>
                    <a:pt x="723900" y="214629"/>
                  </a:lnTo>
                  <a:lnTo>
                    <a:pt x="720532" y="231356"/>
                  </a:lnTo>
                  <a:lnTo>
                    <a:pt x="711342" y="244998"/>
                  </a:lnTo>
                  <a:lnTo>
                    <a:pt x="697700" y="254188"/>
                  </a:lnTo>
                  <a:lnTo>
                    <a:pt x="680974" y="257555"/>
                  </a:lnTo>
                  <a:lnTo>
                    <a:pt x="42926" y="257555"/>
                  </a:lnTo>
                  <a:lnTo>
                    <a:pt x="26199" y="254188"/>
                  </a:lnTo>
                  <a:lnTo>
                    <a:pt x="12557" y="244998"/>
                  </a:lnTo>
                  <a:lnTo>
                    <a:pt x="3367" y="231356"/>
                  </a:lnTo>
                  <a:lnTo>
                    <a:pt x="0" y="214629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50721" y="1339172"/>
            <a:ext cx="1433830" cy="73596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870"/>
              </a:spcBef>
              <a:tabLst>
                <a:tab pos="956944" algn="l"/>
              </a:tabLst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	Web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917445" y="2655061"/>
            <a:ext cx="749300" cy="284480"/>
            <a:chOff x="1917445" y="2655061"/>
            <a:chExt cx="749300" cy="284480"/>
          </a:xfrm>
        </p:grpSpPr>
        <p:sp>
          <p:nvSpPr>
            <p:cNvPr id="31" name="object 31"/>
            <p:cNvSpPr/>
            <p:nvPr/>
          </p:nvSpPr>
          <p:spPr>
            <a:xfrm>
              <a:off x="1930145" y="2667761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680720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30145" y="2667761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120010" y="2671318"/>
            <a:ext cx="342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917445" y="3150361"/>
            <a:ext cx="749300" cy="284480"/>
            <a:chOff x="1917445" y="3150361"/>
            <a:chExt cx="749300" cy="284480"/>
          </a:xfrm>
        </p:grpSpPr>
        <p:sp>
          <p:nvSpPr>
            <p:cNvPr id="35" name="object 35"/>
            <p:cNvSpPr/>
            <p:nvPr/>
          </p:nvSpPr>
          <p:spPr>
            <a:xfrm>
              <a:off x="1930145" y="3163061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680720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30145" y="3163061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06830" y="3043649"/>
            <a:ext cx="1522095" cy="79565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75"/>
              </a:spcBef>
              <a:tabLst>
                <a:tab pos="850265" algn="l"/>
              </a:tabLst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DB-P	DB-S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8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933" y="789686"/>
            <a:ext cx="8067675" cy="3838575"/>
            <a:chOff x="487933" y="789686"/>
            <a:chExt cx="8067675" cy="3838575"/>
          </a:xfrm>
        </p:grpSpPr>
        <p:sp>
          <p:nvSpPr>
            <p:cNvPr id="3" name="object 3"/>
            <p:cNvSpPr/>
            <p:nvPr/>
          </p:nvSpPr>
          <p:spPr>
            <a:xfrm>
              <a:off x="500633" y="802386"/>
              <a:ext cx="8042275" cy="3813175"/>
            </a:xfrm>
            <a:custGeom>
              <a:avLst/>
              <a:gdLst/>
              <a:ahLst/>
              <a:cxnLst/>
              <a:rect l="l" t="t" r="r" b="b"/>
              <a:pathLst>
                <a:path w="8042275" h="3813175">
                  <a:moveTo>
                    <a:pt x="8042148" y="0"/>
                  </a:moveTo>
                  <a:lnTo>
                    <a:pt x="0" y="0"/>
                  </a:lnTo>
                  <a:lnTo>
                    <a:pt x="0" y="3813048"/>
                  </a:lnTo>
                  <a:lnTo>
                    <a:pt x="8042148" y="3813048"/>
                  </a:lnTo>
                  <a:lnTo>
                    <a:pt x="8042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0633" y="802386"/>
              <a:ext cx="8042275" cy="3813175"/>
            </a:xfrm>
            <a:custGeom>
              <a:avLst/>
              <a:gdLst/>
              <a:ahLst/>
              <a:cxnLst/>
              <a:rect l="l" t="t" r="r" b="b"/>
              <a:pathLst>
                <a:path w="8042275" h="3813175">
                  <a:moveTo>
                    <a:pt x="0" y="3813048"/>
                  </a:moveTo>
                  <a:lnTo>
                    <a:pt x="8042148" y="3813048"/>
                  </a:lnTo>
                  <a:lnTo>
                    <a:pt x="8042148" y="0"/>
                  </a:lnTo>
                  <a:lnTo>
                    <a:pt x="0" y="0"/>
                  </a:lnTo>
                  <a:lnTo>
                    <a:pt x="0" y="38130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6957" y="1142238"/>
              <a:ext cx="2123440" cy="965200"/>
            </a:xfrm>
            <a:custGeom>
              <a:avLst/>
              <a:gdLst/>
              <a:ahLst/>
              <a:cxnLst/>
              <a:rect l="l" t="t" r="r" b="b"/>
              <a:pathLst>
                <a:path w="2123440" h="965200">
                  <a:moveTo>
                    <a:pt x="1962150" y="0"/>
                  </a:moveTo>
                  <a:lnTo>
                    <a:pt x="160782" y="0"/>
                  </a:lnTo>
                  <a:lnTo>
                    <a:pt x="109962" y="8199"/>
                  </a:lnTo>
                  <a:lnTo>
                    <a:pt x="65825" y="31028"/>
                  </a:lnTo>
                  <a:lnTo>
                    <a:pt x="31021" y="65836"/>
                  </a:lnTo>
                  <a:lnTo>
                    <a:pt x="8196" y="109971"/>
                  </a:lnTo>
                  <a:lnTo>
                    <a:pt x="0" y="160782"/>
                  </a:lnTo>
                  <a:lnTo>
                    <a:pt x="0" y="803910"/>
                  </a:lnTo>
                  <a:lnTo>
                    <a:pt x="8196" y="854720"/>
                  </a:lnTo>
                  <a:lnTo>
                    <a:pt x="31021" y="898855"/>
                  </a:lnTo>
                  <a:lnTo>
                    <a:pt x="65825" y="933663"/>
                  </a:lnTo>
                  <a:lnTo>
                    <a:pt x="109962" y="956492"/>
                  </a:lnTo>
                  <a:lnTo>
                    <a:pt x="160782" y="964692"/>
                  </a:lnTo>
                  <a:lnTo>
                    <a:pt x="1962150" y="964692"/>
                  </a:lnTo>
                  <a:lnTo>
                    <a:pt x="2012960" y="956492"/>
                  </a:lnTo>
                  <a:lnTo>
                    <a:pt x="2057095" y="933663"/>
                  </a:lnTo>
                  <a:lnTo>
                    <a:pt x="2091903" y="898855"/>
                  </a:lnTo>
                  <a:lnTo>
                    <a:pt x="2114732" y="854720"/>
                  </a:lnTo>
                  <a:lnTo>
                    <a:pt x="2122932" y="803910"/>
                  </a:lnTo>
                  <a:lnTo>
                    <a:pt x="2122932" y="160782"/>
                  </a:lnTo>
                  <a:lnTo>
                    <a:pt x="2114732" y="109971"/>
                  </a:lnTo>
                  <a:lnTo>
                    <a:pt x="2091903" y="65836"/>
                  </a:lnTo>
                  <a:lnTo>
                    <a:pt x="2057095" y="31028"/>
                  </a:lnTo>
                  <a:lnTo>
                    <a:pt x="2012960" y="8199"/>
                  </a:lnTo>
                  <a:lnTo>
                    <a:pt x="1962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6957" y="1142238"/>
              <a:ext cx="2123440" cy="965200"/>
            </a:xfrm>
            <a:custGeom>
              <a:avLst/>
              <a:gdLst/>
              <a:ahLst/>
              <a:cxnLst/>
              <a:rect l="l" t="t" r="r" b="b"/>
              <a:pathLst>
                <a:path w="2123440" h="965200">
                  <a:moveTo>
                    <a:pt x="0" y="160782"/>
                  </a:moveTo>
                  <a:lnTo>
                    <a:pt x="8196" y="109971"/>
                  </a:lnTo>
                  <a:lnTo>
                    <a:pt x="31021" y="65836"/>
                  </a:lnTo>
                  <a:lnTo>
                    <a:pt x="65825" y="31028"/>
                  </a:lnTo>
                  <a:lnTo>
                    <a:pt x="109962" y="8199"/>
                  </a:lnTo>
                  <a:lnTo>
                    <a:pt x="160782" y="0"/>
                  </a:lnTo>
                  <a:lnTo>
                    <a:pt x="1962150" y="0"/>
                  </a:lnTo>
                  <a:lnTo>
                    <a:pt x="2012960" y="8199"/>
                  </a:lnTo>
                  <a:lnTo>
                    <a:pt x="2057095" y="31028"/>
                  </a:lnTo>
                  <a:lnTo>
                    <a:pt x="2091903" y="65836"/>
                  </a:lnTo>
                  <a:lnTo>
                    <a:pt x="2114732" y="109971"/>
                  </a:lnTo>
                  <a:lnTo>
                    <a:pt x="2122932" y="160782"/>
                  </a:lnTo>
                  <a:lnTo>
                    <a:pt x="2122932" y="803910"/>
                  </a:lnTo>
                  <a:lnTo>
                    <a:pt x="2114732" y="854720"/>
                  </a:lnTo>
                  <a:lnTo>
                    <a:pt x="2091903" y="898855"/>
                  </a:lnTo>
                  <a:lnTo>
                    <a:pt x="2057095" y="933663"/>
                  </a:lnTo>
                  <a:lnTo>
                    <a:pt x="2012960" y="956492"/>
                  </a:lnTo>
                  <a:lnTo>
                    <a:pt x="1962150" y="964692"/>
                  </a:lnTo>
                  <a:lnTo>
                    <a:pt x="160782" y="964692"/>
                  </a:lnTo>
                  <a:lnTo>
                    <a:pt x="109962" y="956492"/>
                  </a:lnTo>
                  <a:lnTo>
                    <a:pt x="65825" y="933663"/>
                  </a:lnTo>
                  <a:lnTo>
                    <a:pt x="31021" y="898855"/>
                  </a:lnTo>
                  <a:lnTo>
                    <a:pt x="8196" y="854720"/>
                  </a:lnTo>
                  <a:lnTo>
                    <a:pt x="0" y="803910"/>
                  </a:lnTo>
                  <a:lnTo>
                    <a:pt x="0" y="16078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0721" y="1721357"/>
            <a:ext cx="143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0588" y="780287"/>
            <a:ext cx="2691765" cy="3906520"/>
            <a:chOff x="3180588" y="780287"/>
            <a:chExt cx="2691765" cy="39065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0588" y="780287"/>
              <a:ext cx="106616" cy="39060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36214" y="802385"/>
              <a:ext cx="0" cy="3813175"/>
            </a:xfrm>
            <a:custGeom>
              <a:avLst/>
              <a:gdLst/>
              <a:ahLst/>
              <a:cxnLst/>
              <a:rect l="l" t="t" r="r" b="b"/>
              <a:pathLst>
                <a:path h="3813175">
                  <a:moveTo>
                    <a:pt x="0" y="0"/>
                  </a:moveTo>
                  <a:lnTo>
                    <a:pt x="0" y="3812870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5292" y="795527"/>
              <a:ext cx="106616" cy="38907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820917" y="817625"/>
              <a:ext cx="0" cy="3798570"/>
            </a:xfrm>
            <a:custGeom>
              <a:avLst/>
              <a:gdLst/>
              <a:ahLst/>
              <a:cxnLst/>
              <a:rect l="l" t="t" r="r" b="b"/>
              <a:pathLst>
                <a:path h="3798570">
                  <a:moveTo>
                    <a:pt x="0" y="0"/>
                  </a:moveTo>
                  <a:lnTo>
                    <a:pt x="0" y="3798493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06372" y="4082592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91710" y="4082592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13550" y="4082592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15544" y="70815"/>
            <a:ext cx="458470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95"/>
              </a:spcBef>
            </a:pPr>
            <a:r>
              <a:rPr sz="2800" spc="-5" dirty="0"/>
              <a:t>High</a:t>
            </a:r>
            <a:r>
              <a:rPr sz="2800" spc="-114" dirty="0"/>
              <a:t> </a:t>
            </a:r>
            <a:r>
              <a:rPr sz="2800" spc="-10" dirty="0"/>
              <a:t>Availability </a:t>
            </a:r>
            <a:r>
              <a:rPr sz="2800" spc="-5" dirty="0"/>
              <a:t>–</a:t>
            </a:r>
            <a:r>
              <a:rPr sz="2800" spc="-10" dirty="0"/>
              <a:t> </a:t>
            </a:r>
            <a:r>
              <a:rPr sz="2800" spc="-5" dirty="0"/>
              <a:t>Multi-AZ</a:t>
            </a:r>
            <a:endParaRPr sz="2800"/>
          </a:p>
          <a:p>
            <a:pPr marR="235585" algn="r">
              <a:lnSpc>
                <a:spcPts val="2035"/>
              </a:lnSpc>
            </a:pPr>
            <a:r>
              <a:rPr sz="1800" b="0" spc="-10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94258" y="2402077"/>
            <a:ext cx="2148840" cy="1487170"/>
            <a:chOff x="794258" y="2402077"/>
            <a:chExt cx="2148840" cy="1487170"/>
          </a:xfrm>
        </p:grpSpPr>
        <p:sp>
          <p:nvSpPr>
            <p:cNvPr id="18" name="object 18"/>
            <p:cNvSpPr/>
            <p:nvPr/>
          </p:nvSpPr>
          <p:spPr>
            <a:xfrm>
              <a:off x="806958" y="2414777"/>
              <a:ext cx="2123440" cy="1461770"/>
            </a:xfrm>
            <a:custGeom>
              <a:avLst/>
              <a:gdLst/>
              <a:ahLst/>
              <a:cxnLst/>
              <a:rect l="l" t="t" r="r" b="b"/>
              <a:pathLst>
                <a:path w="2123440" h="1461770">
                  <a:moveTo>
                    <a:pt x="1879346" y="0"/>
                  </a:moveTo>
                  <a:lnTo>
                    <a:pt x="243586" y="0"/>
                  </a:lnTo>
                  <a:lnTo>
                    <a:pt x="194494" y="4950"/>
                  </a:lnTo>
                  <a:lnTo>
                    <a:pt x="148770" y="19147"/>
                  </a:lnTo>
                  <a:lnTo>
                    <a:pt x="107393" y="41610"/>
                  </a:lnTo>
                  <a:lnTo>
                    <a:pt x="71343" y="71358"/>
                  </a:lnTo>
                  <a:lnTo>
                    <a:pt x="41600" y="107410"/>
                  </a:lnTo>
                  <a:lnTo>
                    <a:pt x="19141" y="148786"/>
                  </a:lnTo>
                  <a:lnTo>
                    <a:pt x="4948" y="194505"/>
                  </a:lnTo>
                  <a:lnTo>
                    <a:pt x="0" y="243586"/>
                  </a:lnTo>
                  <a:lnTo>
                    <a:pt x="0" y="1217930"/>
                  </a:lnTo>
                  <a:lnTo>
                    <a:pt x="4948" y="1267010"/>
                  </a:lnTo>
                  <a:lnTo>
                    <a:pt x="19141" y="1312729"/>
                  </a:lnTo>
                  <a:lnTo>
                    <a:pt x="41600" y="1354105"/>
                  </a:lnTo>
                  <a:lnTo>
                    <a:pt x="71343" y="1390157"/>
                  </a:lnTo>
                  <a:lnTo>
                    <a:pt x="107393" y="1419905"/>
                  </a:lnTo>
                  <a:lnTo>
                    <a:pt x="148770" y="1442368"/>
                  </a:lnTo>
                  <a:lnTo>
                    <a:pt x="194494" y="1456565"/>
                  </a:lnTo>
                  <a:lnTo>
                    <a:pt x="243586" y="1461516"/>
                  </a:lnTo>
                  <a:lnTo>
                    <a:pt x="1879346" y="1461516"/>
                  </a:lnTo>
                  <a:lnTo>
                    <a:pt x="1928426" y="1456565"/>
                  </a:lnTo>
                  <a:lnTo>
                    <a:pt x="1974145" y="1442368"/>
                  </a:lnTo>
                  <a:lnTo>
                    <a:pt x="2015521" y="1419905"/>
                  </a:lnTo>
                  <a:lnTo>
                    <a:pt x="2051573" y="1390157"/>
                  </a:lnTo>
                  <a:lnTo>
                    <a:pt x="2081321" y="1354105"/>
                  </a:lnTo>
                  <a:lnTo>
                    <a:pt x="2103784" y="1312729"/>
                  </a:lnTo>
                  <a:lnTo>
                    <a:pt x="2117981" y="1267010"/>
                  </a:lnTo>
                  <a:lnTo>
                    <a:pt x="2122932" y="1217930"/>
                  </a:lnTo>
                  <a:lnTo>
                    <a:pt x="2122932" y="243586"/>
                  </a:lnTo>
                  <a:lnTo>
                    <a:pt x="2117981" y="194505"/>
                  </a:lnTo>
                  <a:lnTo>
                    <a:pt x="2103784" y="148786"/>
                  </a:lnTo>
                  <a:lnTo>
                    <a:pt x="2081321" y="107410"/>
                  </a:lnTo>
                  <a:lnTo>
                    <a:pt x="2051573" y="71358"/>
                  </a:lnTo>
                  <a:lnTo>
                    <a:pt x="2015521" y="41610"/>
                  </a:lnTo>
                  <a:lnTo>
                    <a:pt x="1974145" y="19147"/>
                  </a:lnTo>
                  <a:lnTo>
                    <a:pt x="1928426" y="4950"/>
                  </a:lnTo>
                  <a:lnTo>
                    <a:pt x="1879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6958" y="2414777"/>
              <a:ext cx="2123440" cy="1461770"/>
            </a:xfrm>
            <a:custGeom>
              <a:avLst/>
              <a:gdLst/>
              <a:ahLst/>
              <a:cxnLst/>
              <a:rect l="l" t="t" r="r" b="b"/>
              <a:pathLst>
                <a:path w="2123440" h="1461770">
                  <a:moveTo>
                    <a:pt x="0" y="243586"/>
                  </a:moveTo>
                  <a:lnTo>
                    <a:pt x="4948" y="194505"/>
                  </a:lnTo>
                  <a:lnTo>
                    <a:pt x="19141" y="148786"/>
                  </a:lnTo>
                  <a:lnTo>
                    <a:pt x="41600" y="107410"/>
                  </a:lnTo>
                  <a:lnTo>
                    <a:pt x="71343" y="71358"/>
                  </a:lnTo>
                  <a:lnTo>
                    <a:pt x="107393" y="41610"/>
                  </a:lnTo>
                  <a:lnTo>
                    <a:pt x="148770" y="19147"/>
                  </a:lnTo>
                  <a:lnTo>
                    <a:pt x="194494" y="4950"/>
                  </a:lnTo>
                  <a:lnTo>
                    <a:pt x="243586" y="0"/>
                  </a:lnTo>
                  <a:lnTo>
                    <a:pt x="1879346" y="0"/>
                  </a:lnTo>
                  <a:lnTo>
                    <a:pt x="1928426" y="4950"/>
                  </a:lnTo>
                  <a:lnTo>
                    <a:pt x="1974145" y="19147"/>
                  </a:lnTo>
                  <a:lnTo>
                    <a:pt x="2015521" y="41610"/>
                  </a:lnTo>
                  <a:lnTo>
                    <a:pt x="2051573" y="71358"/>
                  </a:lnTo>
                  <a:lnTo>
                    <a:pt x="2081321" y="107410"/>
                  </a:lnTo>
                  <a:lnTo>
                    <a:pt x="2103784" y="148786"/>
                  </a:lnTo>
                  <a:lnTo>
                    <a:pt x="2117981" y="194505"/>
                  </a:lnTo>
                  <a:lnTo>
                    <a:pt x="2122932" y="243586"/>
                  </a:lnTo>
                  <a:lnTo>
                    <a:pt x="2122932" y="1217930"/>
                  </a:lnTo>
                  <a:lnTo>
                    <a:pt x="2117981" y="1267010"/>
                  </a:lnTo>
                  <a:lnTo>
                    <a:pt x="2103784" y="1312729"/>
                  </a:lnTo>
                  <a:lnTo>
                    <a:pt x="2081321" y="1354105"/>
                  </a:lnTo>
                  <a:lnTo>
                    <a:pt x="2051573" y="1390157"/>
                  </a:lnTo>
                  <a:lnTo>
                    <a:pt x="2015521" y="1419905"/>
                  </a:lnTo>
                  <a:lnTo>
                    <a:pt x="1974145" y="1442368"/>
                  </a:lnTo>
                  <a:lnTo>
                    <a:pt x="1928426" y="1456565"/>
                  </a:lnTo>
                  <a:lnTo>
                    <a:pt x="1879346" y="1461516"/>
                  </a:lnTo>
                  <a:lnTo>
                    <a:pt x="243586" y="1461516"/>
                  </a:lnTo>
                  <a:lnTo>
                    <a:pt x="194494" y="1456565"/>
                  </a:lnTo>
                  <a:lnTo>
                    <a:pt x="148770" y="1442368"/>
                  </a:lnTo>
                  <a:lnTo>
                    <a:pt x="107393" y="1419905"/>
                  </a:lnTo>
                  <a:lnTo>
                    <a:pt x="71343" y="1390157"/>
                  </a:lnTo>
                  <a:lnTo>
                    <a:pt x="41600" y="1354105"/>
                  </a:lnTo>
                  <a:lnTo>
                    <a:pt x="19141" y="1312729"/>
                  </a:lnTo>
                  <a:lnTo>
                    <a:pt x="4948" y="1267010"/>
                  </a:lnTo>
                  <a:lnTo>
                    <a:pt x="0" y="1217930"/>
                  </a:lnTo>
                  <a:lnTo>
                    <a:pt x="0" y="24358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06830" y="3466338"/>
            <a:ext cx="1522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8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67053" y="1336802"/>
            <a:ext cx="749300" cy="284480"/>
            <a:chOff x="1067053" y="1336802"/>
            <a:chExt cx="749300" cy="284480"/>
          </a:xfrm>
        </p:grpSpPr>
        <p:sp>
          <p:nvSpPr>
            <p:cNvPr id="22" name="object 22"/>
            <p:cNvSpPr/>
            <p:nvPr/>
          </p:nvSpPr>
          <p:spPr>
            <a:xfrm>
              <a:off x="1079753" y="1349502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680720" y="0"/>
                  </a:moveTo>
                  <a:lnTo>
                    <a:pt x="43180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92" y="232719"/>
                  </a:lnTo>
                  <a:lnTo>
                    <a:pt x="12646" y="246443"/>
                  </a:lnTo>
                  <a:lnTo>
                    <a:pt x="26371" y="255690"/>
                  </a:lnTo>
                  <a:lnTo>
                    <a:pt x="43180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79753" y="1349502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0" y="43180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80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80" y="259080"/>
                  </a:lnTo>
                  <a:lnTo>
                    <a:pt x="26371" y="255690"/>
                  </a:lnTo>
                  <a:lnTo>
                    <a:pt x="12646" y="246443"/>
                  </a:lnTo>
                  <a:lnTo>
                    <a:pt x="3392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44904" y="1353057"/>
            <a:ext cx="3917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67053" y="2580385"/>
            <a:ext cx="749300" cy="284480"/>
            <a:chOff x="1067053" y="2580385"/>
            <a:chExt cx="749300" cy="284480"/>
          </a:xfrm>
        </p:grpSpPr>
        <p:sp>
          <p:nvSpPr>
            <p:cNvPr id="26" name="object 26"/>
            <p:cNvSpPr/>
            <p:nvPr/>
          </p:nvSpPr>
          <p:spPr>
            <a:xfrm>
              <a:off x="1079753" y="2593085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680720" y="0"/>
                  </a:moveTo>
                  <a:lnTo>
                    <a:pt x="43180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92" y="232719"/>
                  </a:lnTo>
                  <a:lnTo>
                    <a:pt x="12646" y="246443"/>
                  </a:lnTo>
                  <a:lnTo>
                    <a:pt x="26371" y="255690"/>
                  </a:lnTo>
                  <a:lnTo>
                    <a:pt x="43180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9753" y="2593085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0" y="43180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80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80" y="259080"/>
                  </a:lnTo>
                  <a:lnTo>
                    <a:pt x="26371" y="255690"/>
                  </a:lnTo>
                  <a:lnTo>
                    <a:pt x="12646" y="246443"/>
                  </a:lnTo>
                  <a:lnTo>
                    <a:pt x="3392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69238" y="2596972"/>
            <a:ext cx="3429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67053" y="3081782"/>
            <a:ext cx="749300" cy="284480"/>
            <a:chOff x="1067053" y="3081782"/>
            <a:chExt cx="749300" cy="284480"/>
          </a:xfrm>
        </p:grpSpPr>
        <p:sp>
          <p:nvSpPr>
            <p:cNvPr id="30" name="object 30"/>
            <p:cNvSpPr/>
            <p:nvPr/>
          </p:nvSpPr>
          <p:spPr>
            <a:xfrm>
              <a:off x="1079753" y="3094482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680720" y="0"/>
                  </a:moveTo>
                  <a:lnTo>
                    <a:pt x="43180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92" y="232719"/>
                  </a:lnTo>
                  <a:lnTo>
                    <a:pt x="12646" y="246443"/>
                  </a:lnTo>
                  <a:lnTo>
                    <a:pt x="26371" y="255690"/>
                  </a:lnTo>
                  <a:lnTo>
                    <a:pt x="43180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79753" y="3094482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0" y="43180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80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80" y="259080"/>
                  </a:lnTo>
                  <a:lnTo>
                    <a:pt x="26371" y="255690"/>
                  </a:lnTo>
                  <a:lnTo>
                    <a:pt x="12646" y="246443"/>
                  </a:lnTo>
                  <a:lnTo>
                    <a:pt x="3392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215948" y="3099308"/>
            <a:ext cx="4508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-P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66770" y="1129538"/>
            <a:ext cx="2146935" cy="990600"/>
            <a:chOff x="3366770" y="1129538"/>
            <a:chExt cx="2146935" cy="990600"/>
          </a:xfrm>
        </p:grpSpPr>
        <p:sp>
          <p:nvSpPr>
            <p:cNvPr id="34" name="object 34"/>
            <p:cNvSpPr/>
            <p:nvPr/>
          </p:nvSpPr>
          <p:spPr>
            <a:xfrm>
              <a:off x="3379470" y="1142238"/>
              <a:ext cx="2121535" cy="965200"/>
            </a:xfrm>
            <a:custGeom>
              <a:avLst/>
              <a:gdLst/>
              <a:ahLst/>
              <a:cxnLst/>
              <a:rect l="l" t="t" r="r" b="b"/>
              <a:pathLst>
                <a:path w="2121535" h="965200">
                  <a:moveTo>
                    <a:pt x="1960626" y="0"/>
                  </a:moveTo>
                  <a:lnTo>
                    <a:pt x="160781" y="0"/>
                  </a:lnTo>
                  <a:lnTo>
                    <a:pt x="109971" y="8199"/>
                  </a:lnTo>
                  <a:lnTo>
                    <a:pt x="65836" y="31028"/>
                  </a:lnTo>
                  <a:lnTo>
                    <a:pt x="31028" y="65836"/>
                  </a:lnTo>
                  <a:lnTo>
                    <a:pt x="8199" y="109971"/>
                  </a:lnTo>
                  <a:lnTo>
                    <a:pt x="0" y="160782"/>
                  </a:lnTo>
                  <a:lnTo>
                    <a:pt x="0" y="803910"/>
                  </a:lnTo>
                  <a:lnTo>
                    <a:pt x="8199" y="854720"/>
                  </a:lnTo>
                  <a:lnTo>
                    <a:pt x="31028" y="898855"/>
                  </a:lnTo>
                  <a:lnTo>
                    <a:pt x="65836" y="933663"/>
                  </a:lnTo>
                  <a:lnTo>
                    <a:pt x="109971" y="956492"/>
                  </a:lnTo>
                  <a:lnTo>
                    <a:pt x="160781" y="964692"/>
                  </a:lnTo>
                  <a:lnTo>
                    <a:pt x="1960626" y="964692"/>
                  </a:lnTo>
                  <a:lnTo>
                    <a:pt x="2011436" y="956492"/>
                  </a:lnTo>
                  <a:lnTo>
                    <a:pt x="2055571" y="933663"/>
                  </a:lnTo>
                  <a:lnTo>
                    <a:pt x="2090379" y="898855"/>
                  </a:lnTo>
                  <a:lnTo>
                    <a:pt x="2113208" y="854720"/>
                  </a:lnTo>
                  <a:lnTo>
                    <a:pt x="2121407" y="803910"/>
                  </a:lnTo>
                  <a:lnTo>
                    <a:pt x="2121407" y="160782"/>
                  </a:lnTo>
                  <a:lnTo>
                    <a:pt x="2113208" y="109971"/>
                  </a:lnTo>
                  <a:lnTo>
                    <a:pt x="2090379" y="65836"/>
                  </a:lnTo>
                  <a:lnTo>
                    <a:pt x="2055571" y="31028"/>
                  </a:lnTo>
                  <a:lnTo>
                    <a:pt x="2011436" y="8199"/>
                  </a:lnTo>
                  <a:lnTo>
                    <a:pt x="19606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9470" y="1142238"/>
              <a:ext cx="2121535" cy="965200"/>
            </a:xfrm>
            <a:custGeom>
              <a:avLst/>
              <a:gdLst/>
              <a:ahLst/>
              <a:cxnLst/>
              <a:rect l="l" t="t" r="r" b="b"/>
              <a:pathLst>
                <a:path w="2121535" h="965200">
                  <a:moveTo>
                    <a:pt x="0" y="160782"/>
                  </a:moveTo>
                  <a:lnTo>
                    <a:pt x="8199" y="109971"/>
                  </a:lnTo>
                  <a:lnTo>
                    <a:pt x="31028" y="65836"/>
                  </a:lnTo>
                  <a:lnTo>
                    <a:pt x="65836" y="31028"/>
                  </a:lnTo>
                  <a:lnTo>
                    <a:pt x="109971" y="8199"/>
                  </a:lnTo>
                  <a:lnTo>
                    <a:pt x="160781" y="0"/>
                  </a:lnTo>
                  <a:lnTo>
                    <a:pt x="1960626" y="0"/>
                  </a:lnTo>
                  <a:lnTo>
                    <a:pt x="2011436" y="8199"/>
                  </a:lnTo>
                  <a:lnTo>
                    <a:pt x="2055571" y="31028"/>
                  </a:lnTo>
                  <a:lnTo>
                    <a:pt x="2090379" y="65836"/>
                  </a:lnTo>
                  <a:lnTo>
                    <a:pt x="2113208" y="109971"/>
                  </a:lnTo>
                  <a:lnTo>
                    <a:pt x="2121407" y="160782"/>
                  </a:lnTo>
                  <a:lnTo>
                    <a:pt x="2121407" y="803910"/>
                  </a:lnTo>
                  <a:lnTo>
                    <a:pt x="2113208" y="854720"/>
                  </a:lnTo>
                  <a:lnTo>
                    <a:pt x="2090379" y="898855"/>
                  </a:lnTo>
                  <a:lnTo>
                    <a:pt x="2055571" y="933663"/>
                  </a:lnTo>
                  <a:lnTo>
                    <a:pt x="2011436" y="956492"/>
                  </a:lnTo>
                  <a:lnTo>
                    <a:pt x="1960626" y="964692"/>
                  </a:lnTo>
                  <a:lnTo>
                    <a:pt x="160781" y="964692"/>
                  </a:lnTo>
                  <a:lnTo>
                    <a:pt x="109971" y="956492"/>
                  </a:lnTo>
                  <a:lnTo>
                    <a:pt x="65836" y="933663"/>
                  </a:lnTo>
                  <a:lnTo>
                    <a:pt x="31028" y="898855"/>
                  </a:lnTo>
                  <a:lnTo>
                    <a:pt x="8199" y="854720"/>
                  </a:lnTo>
                  <a:lnTo>
                    <a:pt x="0" y="803910"/>
                  </a:lnTo>
                  <a:lnTo>
                    <a:pt x="0" y="16078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723259" y="1721357"/>
            <a:ext cx="143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644138" y="1336802"/>
            <a:ext cx="749300" cy="284480"/>
            <a:chOff x="3644138" y="1336802"/>
            <a:chExt cx="749300" cy="284480"/>
          </a:xfrm>
        </p:grpSpPr>
        <p:sp>
          <p:nvSpPr>
            <p:cNvPr id="38" name="object 38"/>
            <p:cNvSpPr/>
            <p:nvPr/>
          </p:nvSpPr>
          <p:spPr>
            <a:xfrm>
              <a:off x="3656838" y="1349502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680720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680720" y="259080"/>
                  </a:lnTo>
                  <a:lnTo>
                    <a:pt x="697539" y="255690"/>
                  </a:lnTo>
                  <a:lnTo>
                    <a:pt x="711263" y="246443"/>
                  </a:lnTo>
                  <a:lnTo>
                    <a:pt x="720510" y="232719"/>
                  </a:lnTo>
                  <a:lnTo>
                    <a:pt x="723900" y="215900"/>
                  </a:lnTo>
                  <a:lnTo>
                    <a:pt x="723900" y="43180"/>
                  </a:lnTo>
                  <a:lnTo>
                    <a:pt x="720510" y="26360"/>
                  </a:lnTo>
                  <a:lnTo>
                    <a:pt x="711263" y="12636"/>
                  </a:lnTo>
                  <a:lnTo>
                    <a:pt x="697539" y="338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56838" y="1349502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680720" y="0"/>
                  </a:lnTo>
                  <a:lnTo>
                    <a:pt x="697539" y="3389"/>
                  </a:lnTo>
                  <a:lnTo>
                    <a:pt x="711263" y="12636"/>
                  </a:lnTo>
                  <a:lnTo>
                    <a:pt x="720510" y="26360"/>
                  </a:lnTo>
                  <a:lnTo>
                    <a:pt x="723900" y="43180"/>
                  </a:lnTo>
                  <a:lnTo>
                    <a:pt x="723900" y="215900"/>
                  </a:lnTo>
                  <a:lnTo>
                    <a:pt x="720510" y="232719"/>
                  </a:lnTo>
                  <a:lnTo>
                    <a:pt x="711263" y="246443"/>
                  </a:lnTo>
                  <a:lnTo>
                    <a:pt x="697539" y="255690"/>
                  </a:lnTo>
                  <a:lnTo>
                    <a:pt x="680720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822572" y="1353057"/>
            <a:ext cx="3917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366770" y="2402077"/>
            <a:ext cx="2146935" cy="1487170"/>
            <a:chOff x="3366770" y="2402077"/>
            <a:chExt cx="2146935" cy="1487170"/>
          </a:xfrm>
        </p:grpSpPr>
        <p:sp>
          <p:nvSpPr>
            <p:cNvPr id="42" name="object 42"/>
            <p:cNvSpPr/>
            <p:nvPr/>
          </p:nvSpPr>
          <p:spPr>
            <a:xfrm>
              <a:off x="3379470" y="2414777"/>
              <a:ext cx="2121535" cy="1461770"/>
            </a:xfrm>
            <a:custGeom>
              <a:avLst/>
              <a:gdLst/>
              <a:ahLst/>
              <a:cxnLst/>
              <a:rect l="l" t="t" r="r" b="b"/>
              <a:pathLst>
                <a:path w="2121535" h="1461770">
                  <a:moveTo>
                    <a:pt x="1877821" y="0"/>
                  </a:moveTo>
                  <a:lnTo>
                    <a:pt x="243585" y="0"/>
                  </a:lnTo>
                  <a:lnTo>
                    <a:pt x="194505" y="4950"/>
                  </a:lnTo>
                  <a:lnTo>
                    <a:pt x="148786" y="19147"/>
                  </a:lnTo>
                  <a:lnTo>
                    <a:pt x="107410" y="41610"/>
                  </a:lnTo>
                  <a:lnTo>
                    <a:pt x="71358" y="71358"/>
                  </a:lnTo>
                  <a:lnTo>
                    <a:pt x="41610" y="107410"/>
                  </a:lnTo>
                  <a:lnTo>
                    <a:pt x="19147" y="148786"/>
                  </a:lnTo>
                  <a:lnTo>
                    <a:pt x="4950" y="194505"/>
                  </a:lnTo>
                  <a:lnTo>
                    <a:pt x="0" y="243586"/>
                  </a:lnTo>
                  <a:lnTo>
                    <a:pt x="0" y="1217930"/>
                  </a:lnTo>
                  <a:lnTo>
                    <a:pt x="4950" y="1267010"/>
                  </a:lnTo>
                  <a:lnTo>
                    <a:pt x="19147" y="1312729"/>
                  </a:lnTo>
                  <a:lnTo>
                    <a:pt x="41610" y="1354105"/>
                  </a:lnTo>
                  <a:lnTo>
                    <a:pt x="71358" y="1390157"/>
                  </a:lnTo>
                  <a:lnTo>
                    <a:pt x="107410" y="1419905"/>
                  </a:lnTo>
                  <a:lnTo>
                    <a:pt x="148786" y="1442368"/>
                  </a:lnTo>
                  <a:lnTo>
                    <a:pt x="194505" y="1456565"/>
                  </a:lnTo>
                  <a:lnTo>
                    <a:pt x="243585" y="1461516"/>
                  </a:lnTo>
                  <a:lnTo>
                    <a:pt x="1877821" y="1461516"/>
                  </a:lnTo>
                  <a:lnTo>
                    <a:pt x="1926902" y="1456565"/>
                  </a:lnTo>
                  <a:lnTo>
                    <a:pt x="1972621" y="1442368"/>
                  </a:lnTo>
                  <a:lnTo>
                    <a:pt x="2013997" y="1419905"/>
                  </a:lnTo>
                  <a:lnTo>
                    <a:pt x="2050049" y="1390157"/>
                  </a:lnTo>
                  <a:lnTo>
                    <a:pt x="2079797" y="1354105"/>
                  </a:lnTo>
                  <a:lnTo>
                    <a:pt x="2102260" y="1312729"/>
                  </a:lnTo>
                  <a:lnTo>
                    <a:pt x="2116457" y="1267010"/>
                  </a:lnTo>
                  <a:lnTo>
                    <a:pt x="2121407" y="1217930"/>
                  </a:lnTo>
                  <a:lnTo>
                    <a:pt x="2121407" y="243586"/>
                  </a:lnTo>
                  <a:lnTo>
                    <a:pt x="2116457" y="194505"/>
                  </a:lnTo>
                  <a:lnTo>
                    <a:pt x="2102260" y="148786"/>
                  </a:lnTo>
                  <a:lnTo>
                    <a:pt x="2079797" y="107410"/>
                  </a:lnTo>
                  <a:lnTo>
                    <a:pt x="2050049" y="71358"/>
                  </a:lnTo>
                  <a:lnTo>
                    <a:pt x="2013997" y="41610"/>
                  </a:lnTo>
                  <a:lnTo>
                    <a:pt x="1972621" y="19147"/>
                  </a:lnTo>
                  <a:lnTo>
                    <a:pt x="1926902" y="4950"/>
                  </a:lnTo>
                  <a:lnTo>
                    <a:pt x="18778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79470" y="2414777"/>
              <a:ext cx="2121535" cy="1461770"/>
            </a:xfrm>
            <a:custGeom>
              <a:avLst/>
              <a:gdLst/>
              <a:ahLst/>
              <a:cxnLst/>
              <a:rect l="l" t="t" r="r" b="b"/>
              <a:pathLst>
                <a:path w="2121535" h="1461770">
                  <a:moveTo>
                    <a:pt x="0" y="243586"/>
                  </a:moveTo>
                  <a:lnTo>
                    <a:pt x="4950" y="194505"/>
                  </a:lnTo>
                  <a:lnTo>
                    <a:pt x="19147" y="148786"/>
                  </a:lnTo>
                  <a:lnTo>
                    <a:pt x="41610" y="107410"/>
                  </a:lnTo>
                  <a:lnTo>
                    <a:pt x="71358" y="71358"/>
                  </a:lnTo>
                  <a:lnTo>
                    <a:pt x="107410" y="41610"/>
                  </a:lnTo>
                  <a:lnTo>
                    <a:pt x="148786" y="19147"/>
                  </a:lnTo>
                  <a:lnTo>
                    <a:pt x="194505" y="4950"/>
                  </a:lnTo>
                  <a:lnTo>
                    <a:pt x="243585" y="0"/>
                  </a:lnTo>
                  <a:lnTo>
                    <a:pt x="1877821" y="0"/>
                  </a:lnTo>
                  <a:lnTo>
                    <a:pt x="1926902" y="4950"/>
                  </a:lnTo>
                  <a:lnTo>
                    <a:pt x="1972621" y="19147"/>
                  </a:lnTo>
                  <a:lnTo>
                    <a:pt x="2013997" y="41610"/>
                  </a:lnTo>
                  <a:lnTo>
                    <a:pt x="2050049" y="71358"/>
                  </a:lnTo>
                  <a:lnTo>
                    <a:pt x="2079797" y="107410"/>
                  </a:lnTo>
                  <a:lnTo>
                    <a:pt x="2102260" y="148786"/>
                  </a:lnTo>
                  <a:lnTo>
                    <a:pt x="2116457" y="194505"/>
                  </a:lnTo>
                  <a:lnTo>
                    <a:pt x="2121407" y="243586"/>
                  </a:lnTo>
                  <a:lnTo>
                    <a:pt x="2121407" y="1217930"/>
                  </a:lnTo>
                  <a:lnTo>
                    <a:pt x="2116457" y="1267010"/>
                  </a:lnTo>
                  <a:lnTo>
                    <a:pt x="2102260" y="1312729"/>
                  </a:lnTo>
                  <a:lnTo>
                    <a:pt x="2079797" y="1354105"/>
                  </a:lnTo>
                  <a:lnTo>
                    <a:pt x="2050049" y="1390157"/>
                  </a:lnTo>
                  <a:lnTo>
                    <a:pt x="2013997" y="1419905"/>
                  </a:lnTo>
                  <a:lnTo>
                    <a:pt x="1972621" y="1442368"/>
                  </a:lnTo>
                  <a:lnTo>
                    <a:pt x="1926902" y="1456565"/>
                  </a:lnTo>
                  <a:lnTo>
                    <a:pt x="1877821" y="1461516"/>
                  </a:lnTo>
                  <a:lnTo>
                    <a:pt x="243585" y="1461516"/>
                  </a:lnTo>
                  <a:lnTo>
                    <a:pt x="194505" y="1456565"/>
                  </a:lnTo>
                  <a:lnTo>
                    <a:pt x="148786" y="1442368"/>
                  </a:lnTo>
                  <a:lnTo>
                    <a:pt x="107410" y="1419905"/>
                  </a:lnTo>
                  <a:lnTo>
                    <a:pt x="71358" y="1390157"/>
                  </a:lnTo>
                  <a:lnTo>
                    <a:pt x="41610" y="1354105"/>
                  </a:lnTo>
                  <a:lnTo>
                    <a:pt x="19147" y="1312729"/>
                  </a:lnTo>
                  <a:lnTo>
                    <a:pt x="4950" y="1267010"/>
                  </a:lnTo>
                  <a:lnTo>
                    <a:pt x="0" y="1217930"/>
                  </a:lnTo>
                  <a:lnTo>
                    <a:pt x="0" y="243586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679316" y="3466338"/>
            <a:ext cx="1522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8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638041" y="2580385"/>
            <a:ext cx="751205" cy="284480"/>
            <a:chOff x="3638041" y="2580385"/>
            <a:chExt cx="751205" cy="284480"/>
          </a:xfrm>
        </p:grpSpPr>
        <p:sp>
          <p:nvSpPr>
            <p:cNvPr id="46" name="object 46"/>
            <p:cNvSpPr/>
            <p:nvPr/>
          </p:nvSpPr>
          <p:spPr>
            <a:xfrm>
              <a:off x="3650741" y="2593085"/>
              <a:ext cx="725805" cy="259079"/>
            </a:xfrm>
            <a:custGeom>
              <a:avLst/>
              <a:gdLst/>
              <a:ahLst/>
              <a:cxnLst/>
              <a:rect l="l" t="t" r="r" b="b"/>
              <a:pathLst>
                <a:path w="725804" h="259080">
                  <a:moveTo>
                    <a:pt x="68224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682244" y="259080"/>
                  </a:lnTo>
                  <a:lnTo>
                    <a:pt x="699063" y="255690"/>
                  </a:lnTo>
                  <a:lnTo>
                    <a:pt x="712787" y="246443"/>
                  </a:lnTo>
                  <a:lnTo>
                    <a:pt x="722034" y="232719"/>
                  </a:lnTo>
                  <a:lnTo>
                    <a:pt x="725424" y="215900"/>
                  </a:lnTo>
                  <a:lnTo>
                    <a:pt x="725424" y="43180"/>
                  </a:lnTo>
                  <a:lnTo>
                    <a:pt x="722034" y="26360"/>
                  </a:lnTo>
                  <a:lnTo>
                    <a:pt x="712787" y="12636"/>
                  </a:lnTo>
                  <a:lnTo>
                    <a:pt x="699063" y="3389"/>
                  </a:lnTo>
                  <a:lnTo>
                    <a:pt x="682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650741" y="2593085"/>
              <a:ext cx="725805" cy="259079"/>
            </a:xfrm>
            <a:custGeom>
              <a:avLst/>
              <a:gdLst/>
              <a:ahLst/>
              <a:cxnLst/>
              <a:rect l="l" t="t" r="r" b="b"/>
              <a:pathLst>
                <a:path w="725804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682244" y="0"/>
                  </a:lnTo>
                  <a:lnTo>
                    <a:pt x="699063" y="3389"/>
                  </a:lnTo>
                  <a:lnTo>
                    <a:pt x="712787" y="12636"/>
                  </a:lnTo>
                  <a:lnTo>
                    <a:pt x="722034" y="26360"/>
                  </a:lnTo>
                  <a:lnTo>
                    <a:pt x="725424" y="43180"/>
                  </a:lnTo>
                  <a:lnTo>
                    <a:pt x="725424" y="215900"/>
                  </a:lnTo>
                  <a:lnTo>
                    <a:pt x="722034" y="232719"/>
                  </a:lnTo>
                  <a:lnTo>
                    <a:pt x="712787" y="246443"/>
                  </a:lnTo>
                  <a:lnTo>
                    <a:pt x="699063" y="255690"/>
                  </a:lnTo>
                  <a:lnTo>
                    <a:pt x="682244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841750" y="2596972"/>
            <a:ext cx="3429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638041" y="3081782"/>
            <a:ext cx="751205" cy="284480"/>
            <a:chOff x="3638041" y="3081782"/>
            <a:chExt cx="751205" cy="284480"/>
          </a:xfrm>
        </p:grpSpPr>
        <p:sp>
          <p:nvSpPr>
            <p:cNvPr id="50" name="object 50"/>
            <p:cNvSpPr/>
            <p:nvPr/>
          </p:nvSpPr>
          <p:spPr>
            <a:xfrm>
              <a:off x="3650741" y="3094482"/>
              <a:ext cx="725805" cy="259079"/>
            </a:xfrm>
            <a:custGeom>
              <a:avLst/>
              <a:gdLst/>
              <a:ahLst/>
              <a:cxnLst/>
              <a:rect l="l" t="t" r="r" b="b"/>
              <a:pathLst>
                <a:path w="725804" h="259079">
                  <a:moveTo>
                    <a:pt x="68224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682244" y="259080"/>
                  </a:lnTo>
                  <a:lnTo>
                    <a:pt x="699063" y="255690"/>
                  </a:lnTo>
                  <a:lnTo>
                    <a:pt x="712787" y="246443"/>
                  </a:lnTo>
                  <a:lnTo>
                    <a:pt x="722034" y="232719"/>
                  </a:lnTo>
                  <a:lnTo>
                    <a:pt x="725424" y="215900"/>
                  </a:lnTo>
                  <a:lnTo>
                    <a:pt x="725424" y="43180"/>
                  </a:lnTo>
                  <a:lnTo>
                    <a:pt x="722034" y="26360"/>
                  </a:lnTo>
                  <a:lnTo>
                    <a:pt x="712787" y="12636"/>
                  </a:lnTo>
                  <a:lnTo>
                    <a:pt x="699063" y="3389"/>
                  </a:lnTo>
                  <a:lnTo>
                    <a:pt x="682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50741" y="3094482"/>
              <a:ext cx="725805" cy="259079"/>
            </a:xfrm>
            <a:custGeom>
              <a:avLst/>
              <a:gdLst/>
              <a:ahLst/>
              <a:cxnLst/>
              <a:rect l="l" t="t" r="r" b="b"/>
              <a:pathLst>
                <a:path w="72580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682244" y="0"/>
                  </a:lnTo>
                  <a:lnTo>
                    <a:pt x="699063" y="3389"/>
                  </a:lnTo>
                  <a:lnTo>
                    <a:pt x="712787" y="12636"/>
                  </a:lnTo>
                  <a:lnTo>
                    <a:pt x="722034" y="26360"/>
                  </a:lnTo>
                  <a:lnTo>
                    <a:pt x="725424" y="43180"/>
                  </a:lnTo>
                  <a:lnTo>
                    <a:pt x="725424" y="215900"/>
                  </a:lnTo>
                  <a:lnTo>
                    <a:pt x="722034" y="232719"/>
                  </a:lnTo>
                  <a:lnTo>
                    <a:pt x="712787" y="246443"/>
                  </a:lnTo>
                  <a:lnTo>
                    <a:pt x="699063" y="255690"/>
                  </a:lnTo>
                  <a:lnTo>
                    <a:pt x="682244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788409" y="3099308"/>
            <a:ext cx="4508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-S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69514" y="4527296"/>
            <a:ext cx="3098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4" dirty="0">
                <a:solidFill>
                  <a:srgbClr val="464646"/>
                </a:solidFill>
                <a:latin typeface="Arial"/>
                <a:cs typeface="Arial"/>
              </a:rPr>
              <a:t>No</a:t>
            </a:r>
            <a:r>
              <a:rPr sz="24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29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2400" b="1" spc="7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2400" b="1" spc="3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2400" b="1" spc="-7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2400" b="1" spc="-14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2400" b="1" spc="-27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2400" b="1" spc="-9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38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2400" b="1" spc="-4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2400" b="1" spc="7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2400" b="1" spc="3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2400" b="1" spc="2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2400" b="1" spc="-9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4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2400" b="1" spc="145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24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46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2400" b="1" spc="3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2400" b="1" spc="4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2400" b="1" spc="70" dirty="0">
                <a:solidFill>
                  <a:srgbClr val="464646"/>
                </a:solidFill>
                <a:latin typeface="Arial"/>
                <a:cs typeface="Arial"/>
              </a:rPr>
              <a:t>ry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933" y="841502"/>
            <a:ext cx="8067675" cy="3838575"/>
            <a:chOff x="487933" y="841502"/>
            <a:chExt cx="8067675" cy="3838575"/>
          </a:xfrm>
        </p:grpSpPr>
        <p:sp>
          <p:nvSpPr>
            <p:cNvPr id="3" name="object 3"/>
            <p:cNvSpPr/>
            <p:nvPr/>
          </p:nvSpPr>
          <p:spPr>
            <a:xfrm>
              <a:off x="500633" y="854202"/>
              <a:ext cx="8042275" cy="3813175"/>
            </a:xfrm>
            <a:custGeom>
              <a:avLst/>
              <a:gdLst/>
              <a:ahLst/>
              <a:cxnLst/>
              <a:rect l="l" t="t" r="r" b="b"/>
              <a:pathLst>
                <a:path w="8042275" h="3813175">
                  <a:moveTo>
                    <a:pt x="8042148" y="0"/>
                  </a:moveTo>
                  <a:lnTo>
                    <a:pt x="0" y="0"/>
                  </a:lnTo>
                  <a:lnTo>
                    <a:pt x="0" y="3813048"/>
                  </a:lnTo>
                  <a:lnTo>
                    <a:pt x="8042148" y="3813048"/>
                  </a:lnTo>
                  <a:lnTo>
                    <a:pt x="8042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0633" y="854202"/>
              <a:ext cx="8042275" cy="3813175"/>
            </a:xfrm>
            <a:custGeom>
              <a:avLst/>
              <a:gdLst/>
              <a:ahLst/>
              <a:cxnLst/>
              <a:rect l="l" t="t" r="r" b="b"/>
              <a:pathLst>
                <a:path w="8042275" h="3813175">
                  <a:moveTo>
                    <a:pt x="0" y="3813048"/>
                  </a:moveTo>
                  <a:lnTo>
                    <a:pt x="8042148" y="3813048"/>
                  </a:lnTo>
                  <a:lnTo>
                    <a:pt x="8042148" y="0"/>
                  </a:lnTo>
                  <a:lnTo>
                    <a:pt x="0" y="0"/>
                  </a:lnTo>
                  <a:lnTo>
                    <a:pt x="0" y="38130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6957" y="1046226"/>
              <a:ext cx="2123440" cy="1089660"/>
            </a:xfrm>
            <a:custGeom>
              <a:avLst/>
              <a:gdLst/>
              <a:ahLst/>
              <a:cxnLst/>
              <a:rect l="l" t="t" r="r" b="b"/>
              <a:pathLst>
                <a:path w="2123440" h="1089660">
                  <a:moveTo>
                    <a:pt x="1941322" y="0"/>
                  </a:moveTo>
                  <a:lnTo>
                    <a:pt x="181610" y="0"/>
                  </a:lnTo>
                  <a:lnTo>
                    <a:pt x="133329" y="6485"/>
                  </a:lnTo>
                  <a:lnTo>
                    <a:pt x="89946" y="24788"/>
                  </a:lnTo>
                  <a:lnTo>
                    <a:pt x="53190" y="53181"/>
                  </a:lnTo>
                  <a:lnTo>
                    <a:pt x="24794" y="89934"/>
                  </a:lnTo>
                  <a:lnTo>
                    <a:pt x="6486" y="133320"/>
                  </a:lnTo>
                  <a:lnTo>
                    <a:pt x="0" y="181610"/>
                  </a:lnTo>
                  <a:lnTo>
                    <a:pt x="0" y="908050"/>
                  </a:lnTo>
                  <a:lnTo>
                    <a:pt x="6486" y="956339"/>
                  </a:lnTo>
                  <a:lnTo>
                    <a:pt x="24794" y="999725"/>
                  </a:lnTo>
                  <a:lnTo>
                    <a:pt x="53190" y="1036478"/>
                  </a:lnTo>
                  <a:lnTo>
                    <a:pt x="89946" y="1064871"/>
                  </a:lnTo>
                  <a:lnTo>
                    <a:pt x="133329" y="1083174"/>
                  </a:lnTo>
                  <a:lnTo>
                    <a:pt x="181610" y="1089660"/>
                  </a:lnTo>
                  <a:lnTo>
                    <a:pt x="1941322" y="1089660"/>
                  </a:lnTo>
                  <a:lnTo>
                    <a:pt x="1989611" y="1083174"/>
                  </a:lnTo>
                  <a:lnTo>
                    <a:pt x="2032997" y="1064871"/>
                  </a:lnTo>
                  <a:lnTo>
                    <a:pt x="2069750" y="1036478"/>
                  </a:lnTo>
                  <a:lnTo>
                    <a:pt x="2098143" y="999725"/>
                  </a:lnTo>
                  <a:lnTo>
                    <a:pt x="2116446" y="956339"/>
                  </a:lnTo>
                  <a:lnTo>
                    <a:pt x="2122932" y="908050"/>
                  </a:lnTo>
                  <a:lnTo>
                    <a:pt x="2122932" y="181610"/>
                  </a:lnTo>
                  <a:lnTo>
                    <a:pt x="2116446" y="133320"/>
                  </a:lnTo>
                  <a:lnTo>
                    <a:pt x="2098143" y="89934"/>
                  </a:lnTo>
                  <a:lnTo>
                    <a:pt x="2069750" y="53181"/>
                  </a:lnTo>
                  <a:lnTo>
                    <a:pt x="2032997" y="24788"/>
                  </a:lnTo>
                  <a:lnTo>
                    <a:pt x="1989611" y="6485"/>
                  </a:lnTo>
                  <a:lnTo>
                    <a:pt x="19413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6957" y="1046226"/>
              <a:ext cx="2123440" cy="1089660"/>
            </a:xfrm>
            <a:custGeom>
              <a:avLst/>
              <a:gdLst/>
              <a:ahLst/>
              <a:cxnLst/>
              <a:rect l="l" t="t" r="r" b="b"/>
              <a:pathLst>
                <a:path w="2123440" h="1089660">
                  <a:moveTo>
                    <a:pt x="0" y="181610"/>
                  </a:moveTo>
                  <a:lnTo>
                    <a:pt x="6486" y="133320"/>
                  </a:lnTo>
                  <a:lnTo>
                    <a:pt x="24794" y="89934"/>
                  </a:lnTo>
                  <a:lnTo>
                    <a:pt x="53190" y="53181"/>
                  </a:lnTo>
                  <a:lnTo>
                    <a:pt x="89946" y="24788"/>
                  </a:lnTo>
                  <a:lnTo>
                    <a:pt x="133329" y="6485"/>
                  </a:lnTo>
                  <a:lnTo>
                    <a:pt x="181610" y="0"/>
                  </a:lnTo>
                  <a:lnTo>
                    <a:pt x="1941322" y="0"/>
                  </a:lnTo>
                  <a:lnTo>
                    <a:pt x="1989611" y="6485"/>
                  </a:lnTo>
                  <a:lnTo>
                    <a:pt x="2032997" y="24788"/>
                  </a:lnTo>
                  <a:lnTo>
                    <a:pt x="2069750" y="53181"/>
                  </a:lnTo>
                  <a:lnTo>
                    <a:pt x="2098143" y="89934"/>
                  </a:lnTo>
                  <a:lnTo>
                    <a:pt x="2116446" y="133320"/>
                  </a:lnTo>
                  <a:lnTo>
                    <a:pt x="2122932" y="181610"/>
                  </a:lnTo>
                  <a:lnTo>
                    <a:pt x="2122932" y="908050"/>
                  </a:lnTo>
                  <a:lnTo>
                    <a:pt x="2116446" y="956339"/>
                  </a:lnTo>
                  <a:lnTo>
                    <a:pt x="2098143" y="999725"/>
                  </a:lnTo>
                  <a:lnTo>
                    <a:pt x="2069750" y="1036478"/>
                  </a:lnTo>
                  <a:lnTo>
                    <a:pt x="2032997" y="1064871"/>
                  </a:lnTo>
                  <a:lnTo>
                    <a:pt x="1989611" y="1083174"/>
                  </a:lnTo>
                  <a:lnTo>
                    <a:pt x="1941322" y="1089660"/>
                  </a:lnTo>
                  <a:lnTo>
                    <a:pt x="181610" y="1089660"/>
                  </a:lnTo>
                  <a:lnTo>
                    <a:pt x="133329" y="1083174"/>
                  </a:lnTo>
                  <a:lnTo>
                    <a:pt x="89946" y="1064871"/>
                  </a:lnTo>
                  <a:lnTo>
                    <a:pt x="53190" y="1036478"/>
                  </a:lnTo>
                  <a:lnTo>
                    <a:pt x="24794" y="999725"/>
                  </a:lnTo>
                  <a:lnTo>
                    <a:pt x="6486" y="956339"/>
                  </a:lnTo>
                  <a:lnTo>
                    <a:pt x="0" y="908050"/>
                  </a:lnTo>
                  <a:lnTo>
                    <a:pt x="0" y="18161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35451" y="862584"/>
              <a:ext cx="2585085" cy="3731895"/>
            </a:xfrm>
            <a:custGeom>
              <a:avLst/>
              <a:gdLst/>
              <a:ahLst/>
              <a:cxnLst/>
              <a:rect l="l" t="t" r="r" b="b"/>
              <a:pathLst>
                <a:path w="2585085" h="3731895">
                  <a:moveTo>
                    <a:pt x="0" y="0"/>
                  </a:moveTo>
                  <a:lnTo>
                    <a:pt x="0" y="3717988"/>
                  </a:lnTo>
                </a:path>
                <a:path w="2585085" h="3731895">
                  <a:moveTo>
                    <a:pt x="2584704" y="13715"/>
                  </a:moveTo>
                  <a:lnTo>
                    <a:pt x="2584704" y="3731704"/>
                  </a:lnTo>
                </a:path>
              </a:pathLst>
            </a:custGeom>
            <a:ln w="9525">
              <a:solidFill>
                <a:srgbClr val="999A97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600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With</a:t>
            </a:r>
            <a:r>
              <a:rPr sz="2800" spc="-80" dirty="0"/>
              <a:t> </a:t>
            </a:r>
            <a:r>
              <a:rPr sz="2800" spc="-5" dirty="0"/>
              <a:t>ELB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1706372" y="414294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1710" y="414294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13550" y="414294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4258" y="1420622"/>
            <a:ext cx="2148840" cy="2631440"/>
            <a:chOff x="794258" y="1420622"/>
            <a:chExt cx="2148840" cy="2631440"/>
          </a:xfrm>
        </p:grpSpPr>
        <p:sp>
          <p:nvSpPr>
            <p:cNvPr id="13" name="object 13"/>
            <p:cNvSpPr/>
            <p:nvPr/>
          </p:nvSpPr>
          <p:spPr>
            <a:xfrm>
              <a:off x="806958" y="2452877"/>
              <a:ext cx="2123440" cy="1586865"/>
            </a:xfrm>
            <a:custGeom>
              <a:avLst/>
              <a:gdLst/>
              <a:ahLst/>
              <a:cxnLst/>
              <a:rect l="l" t="t" r="r" b="b"/>
              <a:pathLst>
                <a:path w="2123440" h="1586864">
                  <a:moveTo>
                    <a:pt x="1858518" y="0"/>
                  </a:moveTo>
                  <a:lnTo>
                    <a:pt x="264414" y="0"/>
                  </a:lnTo>
                  <a:lnTo>
                    <a:pt x="216887" y="4259"/>
                  </a:lnTo>
                  <a:lnTo>
                    <a:pt x="172154" y="16540"/>
                  </a:lnTo>
                  <a:lnTo>
                    <a:pt x="130962" y="36096"/>
                  </a:lnTo>
                  <a:lnTo>
                    <a:pt x="94058" y="62180"/>
                  </a:lnTo>
                  <a:lnTo>
                    <a:pt x="62189" y="94047"/>
                  </a:lnTo>
                  <a:lnTo>
                    <a:pt x="36101" y="130951"/>
                  </a:lnTo>
                  <a:lnTo>
                    <a:pt x="16543" y="172144"/>
                  </a:lnTo>
                  <a:lnTo>
                    <a:pt x="4260" y="216880"/>
                  </a:lnTo>
                  <a:lnTo>
                    <a:pt x="0" y="264414"/>
                  </a:lnTo>
                  <a:lnTo>
                    <a:pt x="0" y="1322070"/>
                  </a:lnTo>
                  <a:lnTo>
                    <a:pt x="4260" y="1369596"/>
                  </a:lnTo>
                  <a:lnTo>
                    <a:pt x="16543" y="1414329"/>
                  </a:lnTo>
                  <a:lnTo>
                    <a:pt x="36101" y="1455521"/>
                  </a:lnTo>
                  <a:lnTo>
                    <a:pt x="62189" y="1492425"/>
                  </a:lnTo>
                  <a:lnTo>
                    <a:pt x="94058" y="1524294"/>
                  </a:lnTo>
                  <a:lnTo>
                    <a:pt x="130962" y="1550382"/>
                  </a:lnTo>
                  <a:lnTo>
                    <a:pt x="172154" y="1569940"/>
                  </a:lnTo>
                  <a:lnTo>
                    <a:pt x="216887" y="1582223"/>
                  </a:lnTo>
                  <a:lnTo>
                    <a:pt x="264414" y="1586484"/>
                  </a:lnTo>
                  <a:lnTo>
                    <a:pt x="1858518" y="1586484"/>
                  </a:lnTo>
                  <a:lnTo>
                    <a:pt x="1906051" y="1582223"/>
                  </a:lnTo>
                  <a:lnTo>
                    <a:pt x="1950787" y="1569940"/>
                  </a:lnTo>
                  <a:lnTo>
                    <a:pt x="1991980" y="1550382"/>
                  </a:lnTo>
                  <a:lnTo>
                    <a:pt x="2028884" y="1524294"/>
                  </a:lnTo>
                  <a:lnTo>
                    <a:pt x="2060751" y="1492425"/>
                  </a:lnTo>
                  <a:lnTo>
                    <a:pt x="2086835" y="1455521"/>
                  </a:lnTo>
                  <a:lnTo>
                    <a:pt x="2106391" y="1414329"/>
                  </a:lnTo>
                  <a:lnTo>
                    <a:pt x="2118672" y="1369596"/>
                  </a:lnTo>
                  <a:lnTo>
                    <a:pt x="2122932" y="1322070"/>
                  </a:lnTo>
                  <a:lnTo>
                    <a:pt x="2122932" y="264414"/>
                  </a:lnTo>
                  <a:lnTo>
                    <a:pt x="2118672" y="216880"/>
                  </a:lnTo>
                  <a:lnTo>
                    <a:pt x="2106391" y="172144"/>
                  </a:lnTo>
                  <a:lnTo>
                    <a:pt x="2086835" y="130951"/>
                  </a:lnTo>
                  <a:lnTo>
                    <a:pt x="2060751" y="94047"/>
                  </a:lnTo>
                  <a:lnTo>
                    <a:pt x="2028884" y="62180"/>
                  </a:lnTo>
                  <a:lnTo>
                    <a:pt x="1991980" y="36096"/>
                  </a:lnTo>
                  <a:lnTo>
                    <a:pt x="1950787" y="16540"/>
                  </a:lnTo>
                  <a:lnTo>
                    <a:pt x="1906051" y="4259"/>
                  </a:lnTo>
                  <a:lnTo>
                    <a:pt x="18585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6958" y="2452877"/>
              <a:ext cx="2123440" cy="1586865"/>
            </a:xfrm>
            <a:custGeom>
              <a:avLst/>
              <a:gdLst/>
              <a:ahLst/>
              <a:cxnLst/>
              <a:rect l="l" t="t" r="r" b="b"/>
              <a:pathLst>
                <a:path w="2123440" h="1586864">
                  <a:moveTo>
                    <a:pt x="0" y="264414"/>
                  </a:moveTo>
                  <a:lnTo>
                    <a:pt x="4260" y="216880"/>
                  </a:lnTo>
                  <a:lnTo>
                    <a:pt x="16543" y="172144"/>
                  </a:lnTo>
                  <a:lnTo>
                    <a:pt x="36101" y="130951"/>
                  </a:lnTo>
                  <a:lnTo>
                    <a:pt x="62189" y="94047"/>
                  </a:lnTo>
                  <a:lnTo>
                    <a:pt x="94058" y="62180"/>
                  </a:lnTo>
                  <a:lnTo>
                    <a:pt x="130962" y="36096"/>
                  </a:lnTo>
                  <a:lnTo>
                    <a:pt x="172154" y="16540"/>
                  </a:lnTo>
                  <a:lnTo>
                    <a:pt x="216887" y="4259"/>
                  </a:lnTo>
                  <a:lnTo>
                    <a:pt x="264414" y="0"/>
                  </a:lnTo>
                  <a:lnTo>
                    <a:pt x="1858518" y="0"/>
                  </a:lnTo>
                  <a:lnTo>
                    <a:pt x="1906051" y="4259"/>
                  </a:lnTo>
                  <a:lnTo>
                    <a:pt x="1950787" y="16540"/>
                  </a:lnTo>
                  <a:lnTo>
                    <a:pt x="1991980" y="36096"/>
                  </a:lnTo>
                  <a:lnTo>
                    <a:pt x="2028884" y="62180"/>
                  </a:lnTo>
                  <a:lnTo>
                    <a:pt x="2060751" y="94047"/>
                  </a:lnTo>
                  <a:lnTo>
                    <a:pt x="2086835" y="130951"/>
                  </a:lnTo>
                  <a:lnTo>
                    <a:pt x="2106391" y="172144"/>
                  </a:lnTo>
                  <a:lnTo>
                    <a:pt x="2118672" y="216880"/>
                  </a:lnTo>
                  <a:lnTo>
                    <a:pt x="2122932" y="264414"/>
                  </a:lnTo>
                  <a:lnTo>
                    <a:pt x="2122932" y="1322070"/>
                  </a:lnTo>
                  <a:lnTo>
                    <a:pt x="2118672" y="1369596"/>
                  </a:lnTo>
                  <a:lnTo>
                    <a:pt x="2106391" y="1414329"/>
                  </a:lnTo>
                  <a:lnTo>
                    <a:pt x="2086835" y="1455521"/>
                  </a:lnTo>
                  <a:lnTo>
                    <a:pt x="2060751" y="1492425"/>
                  </a:lnTo>
                  <a:lnTo>
                    <a:pt x="2028884" y="1524294"/>
                  </a:lnTo>
                  <a:lnTo>
                    <a:pt x="1991980" y="1550382"/>
                  </a:lnTo>
                  <a:lnTo>
                    <a:pt x="1950787" y="1569940"/>
                  </a:lnTo>
                  <a:lnTo>
                    <a:pt x="1906051" y="1582223"/>
                  </a:lnTo>
                  <a:lnTo>
                    <a:pt x="1858518" y="1586484"/>
                  </a:lnTo>
                  <a:lnTo>
                    <a:pt x="264414" y="1586484"/>
                  </a:lnTo>
                  <a:lnTo>
                    <a:pt x="216887" y="1582223"/>
                  </a:lnTo>
                  <a:lnTo>
                    <a:pt x="172154" y="1569940"/>
                  </a:lnTo>
                  <a:lnTo>
                    <a:pt x="130962" y="1550382"/>
                  </a:lnTo>
                  <a:lnTo>
                    <a:pt x="94058" y="1524294"/>
                  </a:lnTo>
                  <a:lnTo>
                    <a:pt x="62189" y="1492425"/>
                  </a:lnTo>
                  <a:lnTo>
                    <a:pt x="36101" y="1455521"/>
                  </a:lnTo>
                  <a:lnTo>
                    <a:pt x="16543" y="1414329"/>
                  </a:lnTo>
                  <a:lnTo>
                    <a:pt x="4260" y="1369596"/>
                  </a:lnTo>
                  <a:lnTo>
                    <a:pt x="0" y="1322070"/>
                  </a:lnTo>
                  <a:lnTo>
                    <a:pt x="0" y="26441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9754" y="143332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680973" y="0"/>
                  </a:moveTo>
                  <a:lnTo>
                    <a:pt x="42926" y="0"/>
                  </a:lnTo>
                  <a:lnTo>
                    <a:pt x="26215" y="3367"/>
                  </a:lnTo>
                  <a:lnTo>
                    <a:pt x="12571" y="12557"/>
                  </a:lnTo>
                  <a:lnTo>
                    <a:pt x="3372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72" y="231356"/>
                  </a:lnTo>
                  <a:lnTo>
                    <a:pt x="12571" y="244998"/>
                  </a:lnTo>
                  <a:lnTo>
                    <a:pt x="26215" y="254188"/>
                  </a:lnTo>
                  <a:lnTo>
                    <a:pt x="42926" y="257555"/>
                  </a:lnTo>
                  <a:lnTo>
                    <a:pt x="680973" y="257555"/>
                  </a:lnTo>
                  <a:lnTo>
                    <a:pt x="697700" y="254188"/>
                  </a:lnTo>
                  <a:lnTo>
                    <a:pt x="711342" y="244998"/>
                  </a:lnTo>
                  <a:lnTo>
                    <a:pt x="720532" y="231356"/>
                  </a:lnTo>
                  <a:lnTo>
                    <a:pt x="723900" y="214629"/>
                  </a:lnTo>
                  <a:lnTo>
                    <a:pt x="723900" y="42925"/>
                  </a:lnTo>
                  <a:lnTo>
                    <a:pt x="720532" y="26199"/>
                  </a:lnTo>
                  <a:lnTo>
                    <a:pt x="711342" y="12557"/>
                  </a:lnTo>
                  <a:lnTo>
                    <a:pt x="697700" y="3367"/>
                  </a:lnTo>
                  <a:lnTo>
                    <a:pt x="680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9754" y="143332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0" y="42925"/>
                  </a:moveTo>
                  <a:lnTo>
                    <a:pt x="3372" y="26199"/>
                  </a:lnTo>
                  <a:lnTo>
                    <a:pt x="12571" y="12557"/>
                  </a:lnTo>
                  <a:lnTo>
                    <a:pt x="26215" y="3367"/>
                  </a:lnTo>
                  <a:lnTo>
                    <a:pt x="42926" y="0"/>
                  </a:lnTo>
                  <a:lnTo>
                    <a:pt x="680973" y="0"/>
                  </a:lnTo>
                  <a:lnTo>
                    <a:pt x="697700" y="3367"/>
                  </a:lnTo>
                  <a:lnTo>
                    <a:pt x="711342" y="12557"/>
                  </a:lnTo>
                  <a:lnTo>
                    <a:pt x="720532" y="26199"/>
                  </a:lnTo>
                  <a:lnTo>
                    <a:pt x="723900" y="42925"/>
                  </a:lnTo>
                  <a:lnTo>
                    <a:pt x="723900" y="214629"/>
                  </a:lnTo>
                  <a:lnTo>
                    <a:pt x="720532" y="231356"/>
                  </a:lnTo>
                  <a:lnTo>
                    <a:pt x="711342" y="244998"/>
                  </a:lnTo>
                  <a:lnTo>
                    <a:pt x="697700" y="254188"/>
                  </a:lnTo>
                  <a:lnTo>
                    <a:pt x="680973" y="257555"/>
                  </a:lnTo>
                  <a:lnTo>
                    <a:pt x="42926" y="257555"/>
                  </a:lnTo>
                  <a:lnTo>
                    <a:pt x="26215" y="254188"/>
                  </a:lnTo>
                  <a:lnTo>
                    <a:pt x="12571" y="244998"/>
                  </a:lnTo>
                  <a:lnTo>
                    <a:pt x="3372" y="231356"/>
                  </a:lnTo>
                  <a:lnTo>
                    <a:pt x="0" y="214629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51026" y="1363937"/>
            <a:ext cx="1433830" cy="6794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67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67053" y="2929382"/>
            <a:ext cx="749300" cy="652145"/>
            <a:chOff x="1067053" y="2929382"/>
            <a:chExt cx="749300" cy="652145"/>
          </a:xfrm>
        </p:grpSpPr>
        <p:sp>
          <p:nvSpPr>
            <p:cNvPr id="19" name="object 19"/>
            <p:cNvSpPr/>
            <p:nvPr/>
          </p:nvSpPr>
          <p:spPr>
            <a:xfrm>
              <a:off x="1079753" y="294208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680973" y="0"/>
                  </a:moveTo>
                  <a:lnTo>
                    <a:pt x="42926" y="0"/>
                  </a:lnTo>
                  <a:lnTo>
                    <a:pt x="26215" y="3367"/>
                  </a:lnTo>
                  <a:lnTo>
                    <a:pt x="12571" y="12557"/>
                  </a:lnTo>
                  <a:lnTo>
                    <a:pt x="3372" y="26199"/>
                  </a:lnTo>
                  <a:lnTo>
                    <a:pt x="0" y="42925"/>
                  </a:lnTo>
                  <a:lnTo>
                    <a:pt x="0" y="214630"/>
                  </a:lnTo>
                  <a:lnTo>
                    <a:pt x="3372" y="231356"/>
                  </a:lnTo>
                  <a:lnTo>
                    <a:pt x="12571" y="244998"/>
                  </a:lnTo>
                  <a:lnTo>
                    <a:pt x="26215" y="254188"/>
                  </a:lnTo>
                  <a:lnTo>
                    <a:pt x="42926" y="257556"/>
                  </a:lnTo>
                  <a:lnTo>
                    <a:pt x="680973" y="257556"/>
                  </a:lnTo>
                  <a:lnTo>
                    <a:pt x="697700" y="254188"/>
                  </a:lnTo>
                  <a:lnTo>
                    <a:pt x="711342" y="244998"/>
                  </a:lnTo>
                  <a:lnTo>
                    <a:pt x="720532" y="231356"/>
                  </a:lnTo>
                  <a:lnTo>
                    <a:pt x="723900" y="214630"/>
                  </a:lnTo>
                  <a:lnTo>
                    <a:pt x="723900" y="42925"/>
                  </a:lnTo>
                  <a:lnTo>
                    <a:pt x="720532" y="26199"/>
                  </a:lnTo>
                  <a:lnTo>
                    <a:pt x="711342" y="12557"/>
                  </a:lnTo>
                  <a:lnTo>
                    <a:pt x="697700" y="3367"/>
                  </a:lnTo>
                  <a:lnTo>
                    <a:pt x="680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9753" y="2942082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0" y="42925"/>
                  </a:moveTo>
                  <a:lnTo>
                    <a:pt x="3372" y="26199"/>
                  </a:lnTo>
                  <a:lnTo>
                    <a:pt x="12571" y="12557"/>
                  </a:lnTo>
                  <a:lnTo>
                    <a:pt x="26215" y="3367"/>
                  </a:lnTo>
                  <a:lnTo>
                    <a:pt x="42926" y="0"/>
                  </a:lnTo>
                  <a:lnTo>
                    <a:pt x="680973" y="0"/>
                  </a:lnTo>
                  <a:lnTo>
                    <a:pt x="697700" y="3367"/>
                  </a:lnTo>
                  <a:lnTo>
                    <a:pt x="711342" y="12557"/>
                  </a:lnTo>
                  <a:lnTo>
                    <a:pt x="720532" y="26199"/>
                  </a:lnTo>
                  <a:lnTo>
                    <a:pt x="723900" y="42925"/>
                  </a:lnTo>
                  <a:lnTo>
                    <a:pt x="723900" y="214630"/>
                  </a:lnTo>
                  <a:lnTo>
                    <a:pt x="720532" y="231356"/>
                  </a:lnTo>
                  <a:lnTo>
                    <a:pt x="711342" y="244998"/>
                  </a:lnTo>
                  <a:lnTo>
                    <a:pt x="697700" y="254188"/>
                  </a:lnTo>
                  <a:lnTo>
                    <a:pt x="680973" y="257556"/>
                  </a:lnTo>
                  <a:lnTo>
                    <a:pt x="42926" y="257556"/>
                  </a:lnTo>
                  <a:lnTo>
                    <a:pt x="26215" y="254188"/>
                  </a:lnTo>
                  <a:lnTo>
                    <a:pt x="12571" y="244998"/>
                  </a:lnTo>
                  <a:lnTo>
                    <a:pt x="3372" y="231356"/>
                  </a:lnTo>
                  <a:lnTo>
                    <a:pt x="0" y="214630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9753" y="3310890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680973" y="0"/>
                  </a:moveTo>
                  <a:lnTo>
                    <a:pt x="42926" y="0"/>
                  </a:lnTo>
                  <a:lnTo>
                    <a:pt x="26215" y="3367"/>
                  </a:lnTo>
                  <a:lnTo>
                    <a:pt x="12571" y="12557"/>
                  </a:lnTo>
                  <a:lnTo>
                    <a:pt x="3372" y="26199"/>
                  </a:lnTo>
                  <a:lnTo>
                    <a:pt x="0" y="42926"/>
                  </a:lnTo>
                  <a:lnTo>
                    <a:pt x="0" y="214630"/>
                  </a:lnTo>
                  <a:lnTo>
                    <a:pt x="3372" y="231356"/>
                  </a:lnTo>
                  <a:lnTo>
                    <a:pt x="12571" y="244998"/>
                  </a:lnTo>
                  <a:lnTo>
                    <a:pt x="26215" y="254188"/>
                  </a:lnTo>
                  <a:lnTo>
                    <a:pt x="42926" y="257556"/>
                  </a:lnTo>
                  <a:lnTo>
                    <a:pt x="680973" y="257556"/>
                  </a:lnTo>
                  <a:lnTo>
                    <a:pt x="697700" y="254188"/>
                  </a:lnTo>
                  <a:lnTo>
                    <a:pt x="711342" y="244998"/>
                  </a:lnTo>
                  <a:lnTo>
                    <a:pt x="720532" y="231356"/>
                  </a:lnTo>
                  <a:lnTo>
                    <a:pt x="723900" y="214630"/>
                  </a:lnTo>
                  <a:lnTo>
                    <a:pt x="723900" y="42926"/>
                  </a:lnTo>
                  <a:lnTo>
                    <a:pt x="720532" y="26199"/>
                  </a:lnTo>
                  <a:lnTo>
                    <a:pt x="711342" y="12557"/>
                  </a:lnTo>
                  <a:lnTo>
                    <a:pt x="697700" y="3367"/>
                  </a:lnTo>
                  <a:lnTo>
                    <a:pt x="680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79753" y="3310890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0" y="42926"/>
                  </a:moveTo>
                  <a:lnTo>
                    <a:pt x="3372" y="26199"/>
                  </a:lnTo>
                  <a:lnTo>
                    <a:pt x="12571" y="12557"/>
                  </a:lnTo>
                  <a:lnTo>
                    <a:pt x="26215" y="3367"/>
                  </a:lnTo>
                  <a:lnTo>
                    <a:pt x="42926" y="0"/>
                  </a:lnTo>
                  <a:lnTo>
                    <a:pt x="680973" y="0"/>
                  </a:lnTo>
                  <a:lnTo>
                    <a:pt x="697700" y="3367"/>
                  </a:lnTo>
                  <a:lnTo>
                    <a:pt x="711342" y="12557"/>
                  </a:lnTo>
                  <a:lnTo>
                    <a:pt x="720532" y="26199"/>
                  </a:lnTo>
                  <a:lnTo>
                    <a:pt x="723900" y="42926"/>
                  </a:lnTo>
                  <a:lnTo>
                    <a:pt x="723900" y="214630"/>
                  </a:lnTo>
                  <a:lnTo>
                    <a:pt x="720532" y="231356"/>
                  </a:lnTo>
                  <a:lnTo>
                    <a:pt x="711342" y="244998"/>
                  </a:lnTo>
                  <a:lnTo>
                    <a:pt x="697700" y="254188"/>
                  </a:lnTo>
                  <a:lnTo>
                    <a:pt x="680973" y="257556"/>
                  </a:lnTo>
                  <a:lnTo>
                    <a:pt x="42926" y="257556"/>
                  </a:lnTo>
                  <a:lnTo>
                    <a:pt x="26215" y="254188"/>
                  </a:lnTo>
                  <a:lnTo>
                    <a:pt x="12571" y="244998"/>
                  </a:lnTo>
                  <a:lnTo>
                    <a:pt x="3372" y="231356"/>
                  </a:lnTo>
                  <a:lnTo>
                    <a:pt x="0" y="214630"/>
                  </a:lnTo>
                  <a:lnTo>
                    <a:pt x="0" y="42926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06220" y="2945384"/>
            <a:ext cx="152209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122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DB-P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8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314953" y="1033525"/>
            <a:ext cx="2146935" cy="1153160"/>
            <a:chOff x="3314953" y="1033525"/>
            <a:chExt cx="2146935" cy="1153160"/>
          </a:xfrm>
        </p:grpSpPr>
        <p:sp>
          <p:nvSpPr>
            <p:cNvPr id="25" name="object 25"/>
            <p:cNvSpPr/>
            <p:nvPr/>
          </p:nvSpPr>
          <p:spPr>
            <a:xfrm>
              <a:off x="3327653" y="1046225"/>
              <a:ext cx="2121535" cy="1127760"/>
            </a:xfrm>
            <a:custGeom>
              <a:avLst/>
              <a:gdLst/>
              <a:ahLst/>
              <a:cxnLst/>
              <a:rect l="l" t="t" r="r" b="b"/>
              <a:pathLst>
                <a:path w="2121535" h="1127760">
                  <a:moveTo>
                    <a:pt x="1933448" y="0"/>
                  </a:moveTo>
                  <a:lnTo>
                    <a:pt x="187960" y="0"/>
                  </a:lnTo>
                  <a:lnTo>
                    <a:pt x="138009" y="6717"/>
                  </a:lnTo>
                  <a:lnTo>
                    <a:pt x="93114" y="25672"/>
                  </a:lnTo>
                  <a:lnTo>
                    <a:pt x="55070" y="55070"/>
                  </a:lnTo>
                  <a:lnTo>
                    <a:pt x="25672" y="93114"/>
                  </a:lnTo>
                  <a:lnTo>
                    <a:pt x="6717" y="138009"/>
                  </a:lnTo>
                  <a:lnTo>
                    <a:pt x="0" y="187960"/>
                  </a:lnTo>
                  <a:lnTo>
                    <a:pt x="0" y="939800"/>
                  </a:lnTo>
                  <a:lnTo>
                    <a:pt x="6717" y="989750"/>
                  </a:lnTo>
                  <a:lnTo>
                    <a:pt x="25672" y="1034645"/>
                  </a:lnTo>
                  <a:lnTo>
                    <a:pt x="55070" y="1072689"/>
                  </a:lnTo>
                  <a:lnTo>
                    <a:pt x="93114" y="1102087"/>
                  </a:lnTo>
                  <a:lnTo>
                    <a:pt x="138009" y="1121042"/>
                  </a:lnTo>
                  <a:lnTo>
                    <a:pt x="187960" y="1127760"/>
                  </a:lnTo>
                  <a:lnTo>
                    <a:pt x="1933448" y="1127760"/>
                  </a:lnTo>
                  <a:lnTo>
                    <a:pt x="1983398" y="1121042"/>
                  </a:lnTo>
                  <a:lnTo>
                    <a:pt x="2028293" y="1102087"/>
                  </a:lnTo>
                  <a:lnTo>
                    <a:pt x="2066337" y="1072689"/>
                  </a:lnTo>
                  <a:lnTo>
                    <a:pt x="2095735" y="1034645"/>
                  </a:lnTo>
                  <a:lnTo>
                    <a:pt x="2114690" y="989750"/>
                  </a:lnTo>
                  <a:lnTo>
                    <a:pt x="2121408" y="939800"/>
                  </a:lnTo>
                  <a:lnTo>
                    <a:pt x="2121408" y="187960"/>
                  </a:lnTo>
                  <a:lnTo>
                    <a:pt x="2114690" y="138009"/>
                  </a:lnTo>
                  <a:lnTo>
                    <a:pt x="2095735" y="93114"/>
                  </a:lnTo>
                  <a:lnTo>
                    <a:pt x="2066337" y="55070"/>
                  </a:lnTo>
                  <a:lnTo>
                    <a:pt x="2028293" y="25672"/>
                  </a:lnTo>
                  <a:lnTo>
                    <a:pt x="1983398" y="6717"/>
                  </a:lnTo>
                  <a:lnTo>
                    <a:pt x="193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27653" y="1046225"/>
              <a:ext cx="2121535" cy="1127760"/>
            </a:xfrm>
            <a:custGeom>
              <a:avLst/>
              <a:gdLst/>
              <a:ahLst/>
              <a:cxnLst/>
              <a:rect l="l" t="t" r="r" b="b"/>
              <a:pathLst>
                <a:path w="2121535" h="1127760">
                  <a:moveTo>
                    <a:pt x="0" y="187960"/>
                  </a:moveTo>
                  <a:lnTo>
                    <a:pt x="6717" y="138009"/>
                  </a:lnTo>
                  <a:lnTo>
                    <a:pt x="25672" y="93114"/>
                  </a:lnTo>
                  <a:lnTo>
                    <a:pt x="55070" y="55070"/>
                  </a:lnTo>
                  <a:lnTo>
                    <a:pt x="93114" y="25672"/>
                  </a:lnTo>
                  <a:lnTo>
                    <a:pt x="138009" y="6717"/>
                  </a:lnTo>
                  <a:lnTo>
                    <a:pt x="187960" y="0"/>
                  </a:lnTo>
                  <a:lnTo>
                    <a:pt x="1933448" y="0"/>
                  </a:lnTo>
                  <a:lnTo>
                    <a:pt x="1983398" y="6717"/>
                  </a:lnTo>
                  <a:lnTo>
                    <a:pt x="2028293" y="25672"/>
                  </a:lnTo>
                  <a:lnTo>
                    <a:pt x="2066337" y="55070"/>
                  </a:lnTo>
                  <a:lnTo>
                    <a:pt x="2095735" y="93114"/>
                  </a:lnTo>
                  <a:lnTo>
                    <a:pt x="2114690" y="138009"/>
                  </a:lnTo>
                  <a:lnTo>
                    <a:pt x="2121408" y="187960"/>
                  </a:lnTo>
                  <a:lnTo>
                    <a:pt x="2121408" y="939800"/>
                  </a:lnTo>
                  <a:lnTo>
                    <a:pt x="2114690" y="989750"/>
                  </a:lnTo>
                  <a:lnTo>
                    <a:pt x="2095735" y="1034645"/>
                  </a:lnTo>
                  <a:lnTo>
                    <a:pt x="2066337" y="1072689"/>
                  </a:lnTo>
                  <a:lnTo>
                    <a:pt x="2028293" y="1102087"/>
                  </a:lnTo>
                  <a:lnTo>
                    <a:pt x="1983398" y="1121042"/>
                  </a:lnTo>
                  <a:lnTo>
                    <a:pt x="1933448" y="1127760"/>
                  </a:lnTo>
                  <a:lnTo>
                    <a:pt x="187960" y="1127760"/>
                  </a:lnTo>
                  <a:lnTo>
                    <a:pt x="138009" y="1121042"/>
                  </a:lnTo>
                  <a:lnTo>
                    <a:pt x="93114" y="1102087"/>
                  </a:lnTo>
                  <a:lnTo>
                    <a:pt x="55070" y="1072689"/>
                  </a:lnTo>
                  <a:lnTo>
                    <a:pt x="25672" y="1034645"/>
                  </a:lnTo>
                  <a:lnTo>
                    <a:pt x="6717" y="989750"/>
                  </a:lnTo>
                  <a:lnTo>
                    <a:pt x="0" y="939800"/>
                  </a:lnTo>
                  <a:lnTo>
                    <a:pt x="0" y="18796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64457" y="1433321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680974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5"/>
                  </a:lnTo>
                  <a:lnTo>
                    <a:pt x="680974" y="257555"/>
                  </a:lnTo>
                  <a:lnTo>
                    <a:pt x="697700" y="254188"/>
                  </a:lnTo>
                  <a:lnTo>
                    <a:pt x="711342" y="244998"/>
                  </a:lnTo>
                  <a:lnTo>
                    <a:pt x="720532" y="231356"/>
                  </a:lnTo>
                  <a:lnTo>
                    <a:pt x="723900" y="214629"/>
                  </a:lnTo>
                  <a:lnTo>
                    <a:pt x="723900" y="42925"/>
                  </a:lnTo>
                  <a:lnTo>
                    <a:pt x="720532" y="26199"/>
                  </a:lnTo>
                  <a:lnTo>
                    <a:pt x="711342" y="12557"/>
                  </a:lnTo>
                  <a:lnTo>
                    <a:pt x="697700" y="3367"/>
                  </a:lnTo>
                  <a:lnTo>
                    <a:pt x="680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64457" y="1433321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0" y="42925"/>
                  </a:moveTo>
                  <a:lnTo>
                    <a:pt x="3367" y="26199"/>
                  </a:lnTo>
                  <a:lnTo>
                    <a:pt x="12557" y="12557"/>
                  </a:lnTo>
                  <a:lnTo>
                    <a:pt x="26199" y="3367"/>
                  </a:lnTo>
                  <a:lnTo>
                    <a:pt x="42925" y="0"/>
                  </a:lnTo>
                  <a:lnTo>
                    <a:pt x="680974" y="0"/>
                  </a:lnTo>
                  <a:lnTo>
                    <a:pt x="697700" y="3367"/>
                  </a:lnTo>
                  <a:lnTo>
                    <a:pt x="711342" y="12557"/>
                  </a:lnTo>
                  <a:lnTo>
                    <a:pt x="720532" y="26199"/>
                  </a:lnTo>
                  <a:lnTo>
                    <a:pt x="723900" y="42925"/>
                  </a:lnTo>
                  <a:lnTo>
                    <a:pt x="723900" y="214629"/>
                  </a:lnTo>
                  <a:lnTo>
                    <a:pt x="720532" y="231356"/>
                  </a:lnTo>
                  <a:lnTo>
                    <a:pt x="711342" y="244998"/>
                  </a:lnTo>
                  <a:lnTo>
                    <a:pt x="697700" y="254188"/>
                  </a:lnTo>
                  <a:lnTo>
                    <a:pt x="680974" y="257555"/>
                  </a:lnTo>
                  <a:lnTo>
                    <a:pt x="42925" y="257555"/>
                  </a:lnTo>
                  <a:lnTo>
                    <a:pt x="26199" y="254188"/>
                  </a:lnTo>
                  <a:lnTo>
                    <a:pt x="12557" y="244998"/>
                  </a:lnTo>
                  <a:lnTo>
                    <a:pt x="3367" y="231356"/>
                  </a:lnTo>
                  <a:lnTo>
                    <a:pt x="0" y="214629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671696" y="1334913"/>
            <a:ext cx="1433830" cy="74549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314953" y="2440177"/>
            <a:ext cx="2146935" cy="1662430"/>
            <a:chOff x="3314953" y="2440177"/>
            <a:chExt cx="2146935" cy="1662430"/>
          </a:xfrm>
        </p:grpSpPr>
        <p:sp>
          <p:nvSpPr>
            <p:cNvPr id="31" name="object 31"/>
            <p:cNvSpPr/>
            <p:nvPr/>
          </p:nvSpPr>
          <p:spPr>
            <a:xfrm>
              <a:off x="3327653" y="2452877"/>
              <a:ext cx="2121535" cy="1637030"/>
            </a:xfrm>
            <a:custGeom>
              <a:avLst/>
              <a:gdLst/>
              <a:ahLst/>
              <a:cxnLst/>
              <a:rect l="l" t="t" r="r" b="b"/>
              <a:pathLst>
                <a:path w="2121535" h="1637029">
                  <a:moveTo>
                    <a:pt x="1848612" y="0"/>
                  </a:moveTo>
                  <a:lnTo>
                    <a:pt x="272796" y="0"/>
                  </a:lnTo>
                  <a:lnTo>
                    <a:pt x="223770" y="4396"/>
                  </a:lnTo>
                  <a:lnTo>
                    <a:pt x="177624" y="17071"/>
                  </a:lnTo>
                  <a:lnTo>
                    <a:pt x="135127" y="37253"/>
                  </a:lnTo>
                  <a:lnTo>
                    <a:pt x="97053" y="64171"/>
                  </a:lnTo>
                  <a:lnTo>
                    <a:pt x="64171" y="97053"/>
                  </a:lnTo>
                  <a:lnTo>
                    <a:pt x="37253" y="135127"/>
                  </a:lnTo>
                  <a:lnTo>
                    <a:pt x="17071" y="177624"/>
                  </a:lnTo>
                  <a:lnTo>
                    <a:pt x="4396" y="223770"/>
                  </a:lnTo>
                  <a:lnTo>
                    <a:pt x="0" y="272796"/>
                  </a:lnTo>
                  <a:lnTo>
                    <a:pt x="0" y="1363980"/>
                  </a:lnTo>
                  <a:lnTo>
                    <a:pt x="4396" y="1413015"/>
                  </a:lnTo>
                  <a:lnTo>
                    <a:pt x="17071" y="1459166"/>
                  </a:lnTo>
                  <a:lnTo>
                    <a:pt x="37253" y="1501664"/>
                  </a:lnTo>
                  <a:lnTo>
                    <a:pt x="64171" y="1539738"/>
                  </a:lnTo>
                  <a:lnTo>
                    <a:pt x="97053" y="1572617"/>
                  </a:lnTo>
                  <a:lnTo>
                    <a:pt x="135128" y="1599531"/>
                  </a:lnTo>
                  <a:lnTo>
                    <a:pt x="177624" y="1619709"/>
                  </a:lnTo>
                  <a:lnTo>
                    <a:pt x="223770" y="1632380"/>
                  </a:lnTo>
                  <a:lnTo>
                    <a:pt x="272796" y="1636776"/>
                  </a:lnTo>
                  <a:lnTo>
                    <a:pt x="1848612" y="1636776"/>
                  </a:lnTo>
                  <a:lnTo>
                    <a:pt x="1897637" y="1632380"/>
                  </a:lnTo>
                  <a:lnTo>
                    <a:pt x="1943783" y="1619709"/>
                  </a:lnTo>
                  <a:lnTo>
                    <a:pt x="1986280" y="1599531"/>
                  </a:lnTo>
                  <a:lnTo>
                    <a:pt x="2024354" y="1572617"/>
                  </a:lnTo>
                  <a:lnTo>
                    <a:pt x="2057236" y="1539738"/>
                  </a:lnTo>
                  <a:lnTo>
                    <a:pt x="2084154" y="1501664"/>
                  </a:lnTo>
                  <a:lnTo>
                    <a:pt x="2104336" y="1459166"/>
                  </a:lnTo>
                  <a:lnTo>
                    <a:pt x="2117011" y="1413015"/>
                  </a:lnTo>
                  <a:lnTo>
                    <a:pt x="2121408" y="1363980"/>
                  </a:lnTo>
                  <a:lnTo>
                    <a:pt x="2121408" y="272796"/>
                  </a:lnTo>
                  <a:lnTo>
                    <a:pt x="2117011" y="223770"/>
                  </a:lnTo>
                  <a:lnTo>
                    <a:pt x="2104336" y="177624"/>
                  </a:lnTo>
                  <a:lnTo>
                    <a:pt x="2084154" y="135128"/>
                  </a:lnTo>
                  <a:lnTo>
                    <a:pt x="2057236" y="97053"/>
                  </a:lnTo>
                  <a:lnTo>
                    <a:pt x="2024354" y="64171"/>
                  </a:lnTo>
                  <a:lnTo>
                    <a:pt x="1986279" y="37253"/>
                  </a:lnTo>
                  <a:lnTo>
                    <a:pt x="1943783" y="17071"/>
                  </a:lnTo>
                  <a:lnTo>
                    <a:pt x="1897637" y="4396"/>
                  </a:lnTo>
                  <a:lnTo>
                    <a:pt x="1848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27653" y="2452877"/>
              <a:ext cx="2121535" cy="1637030"/>
            </a:xfrm>
            <a:custGeom>
              <a:avLst/>
              <a:gdLst/>
              <a:ahLst/>
              <a:cxnLst/>
              <a:rect l="l" t="t" r="r" b="b"/>
              <a:pathLst>
                <a:path w="2121535" h="1637029">
                  <a:moveTo>
                    <a:pt x="0" y="272796"/>
                  </a:moveTo>
                  <a:lnTo>
                    <a:pt x="4396" y="223770"/>
                  </a:lnTo>
                  <a:lnTo>
                    <a:pt x="17071" y="177624"/>
                  </a:lnTo>
                  <a:lnTo>
                    <a:pt x="37253" y="135127"/>
                  </a:lnTo>
                  <a:lnTo>
                    <a:pt x="64171" y="97053"/>
                  </a:lnTo>
                  <a:lnTo>
                    <a:pt x="97053" y="64171"/>
                  </a:lnTo>
                  <a:lnTo>
                    <a:pt x="135127" y="37253"/>
                  </a:lnTo>
                  <a:lnTo>
                    <a:pt x="177624" y="17071"/>
                  </a:lnTo>
                  <a:lnTo>
                    <a:pt x="223770" y="4396"/>
                  </a:lnTo>
                  <a:lnTo>
                    <a:pt x="272796" y="0"/>
                  </a:lnTo>
                  <a:lnTo>
                    <a:pt x="1848612" y="0"/>
                  </a:lnTo>
                  <a:lnTo>
                    <a:pt x="1897637" y="4396"/>
                  </a:lnTo>
                  <a:lnTo>
                    <a:pt x="1943783" y="17071"/>
                  </a:lnTo>
                  <a:lnTo>
                    <a:pt x="1986279" y="37253"/>
                  </a:lnTo>
                  <a:lnTo>
                    <a:pt x="2024354" y="64171"/>
                  </a:lnTo>
                  <a:lnTo>
                    <a:pt x="2057236" y="97053"/>
                  </a:lnTo>
                  <a:lnTo>
                    <a:pt x="2084154" y="135128"/>
                  </a:lnTo>
                  <a:lnTo>
                    <a:pt x="2104336" y="177624"/>
                  </a:lnTo>
                  <a:lnTo>
                    <a:pt x="2117011" y="223770"/>
                  </a:lnTo>
                  <a:lnTo>
                    <a:pt x="2121408" y="272796"/>
                  </a:lnTo>
                  <a:lnTo>
                    <a:pt x="2121408" y="1363980"/>
                  </a:lnTo>
                  <a:lnTo>
                    <a:pt x="2117011" y="1413015"/>
                  </a:lnTo>
                  <a:lnTo>
                    <a:pt x="2104336" y="1459166"/>
                  </a:lnTo>
                  <a:lnTo>
                    <a:pt x="2084154" y="1501664"/>
                  </a:lnTo>
                  <a:lnTo>
                    <a:pt x="2057236" y="1539738"/>
                  </a:lnTo>
                  <a:lnTo>
                    <a:pt x="2024354" y="1572617"/>
                  </a:lnTo>
                  <a:lnTo>
                    <a:pt x="1986280" y="1599531"/>
                  </a:lnTo>
                  <a:lnTo>
                    <a:pt x="1943783" y="1619709"/>
                  </a:lnTo>
                  <a:lnTo>
                    <a:pt x="1897637" y="1632380"/>
                  </a:lnTo>
                  <a:lnTo>
                    <a:pt x="1848612" y="1636776"/>
                  </a:lnTo>
                  <a:lnTo>
                    <a:pt x="272796" y="1636776"/>
                  </a:lnTo>
                  <a:lnTo>
                    <a:pt x="223770" y="1632380"/>
                  </a:lnTo>
                  <a:lnTo>
                    <a:pt x="177624" y="1619709"/>
                  </a:lnTo>
                  <a:lnTo>
                    <a:pt x="135128" y="1599531"/>
                  </a:lnTo>
                  <a:lnTo>
                    <a:pt x="97053" y="1572617"/>
                  </a:lnTo>
                  <a:lnTo>
                    <a:pt x="64171" y="1539738"/>
                  </a:lnTo>
                  <a:lnTo>
                    <a:pt x="37253" y="1501664"/>
                  </a:lnTo>
                  <a:lnTo>
                    <a:pt x="17071" y="1459166"/>
                  </a:lnTo>
                  <a:lnTo>
                    <a:pt x="4396" y="1413015"/>
                  </a:lnTo>
                  <a:lnTo>
                    <a:pt x="0" y="1363980"/>
                  </a:lnTo>
                  <a:lnTo>
                    <a:pt x="0" y="27279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46169" y="2942081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680974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30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6"/>
                  </a:lnTo>
                  <a:lnTo>
                    <a:pt x="680974" y="257556"/>
                  </a:lnTo>
                  <a:lnTo>
                    <a:pt x="697700" y="254188"/>
                  </a:lnTo>
                  <a:lnTo>
                    <a:pt x="711342" y="244998"/>
                  </a:lnTo>
                  <a:lnTo>
                    <a:pt x="720532" y="231356"/>
                  </a:lnTo>
                  <a:lnTo>
                    <a:pt x="723900" y="214630"/>
                  </a:lnTo>
                  <a:lnTo>
                    <a:pt x="723900" y="42925"/>
                  </a:lnTo>
                  <a:lnTo>
                    <a:pt x="720532" y="26199"/>
                  </a:lnTo>
                  <a:lnTo>
                    <a:pt x="711342" y="12557"/>
                  </a:lnTo>
                  <a:lnTo>
                    <a:pt x="697700" y="3367"/>
                  </a:lnTo>
                  <a:lnTo>
                    <a:pt x="680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46169" y="2942081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0" y="42925"/>
                  </a:moveTo>
                  <a:lnTo>
                    <a:pt x="3367" y="26199"/>
                  </a:lnTo>
                  <a:lnTo>
                    <a:pt x="12557" y="12557"/>
                  </a:lnTo>
                  <a:lnTo>
                    <a:pt x="26199" y="3367"/>
                  </a:lnTo>
                  <a:lnTo>
                    <a:pt x="42925" y="0"/>
                  </a:lnTo>
                  <a:lnTo>
                    <a:pt x="680974" y="0"/>
                  </a:lnTo>
                  <a:lnTo>
                    <a:pt x="697700" y="3367"/>
                  </a:lnTo>
                  <a:lnTo>
                    <a:pt x="711342" y="12557"/>
                  </a:lnTo>
                  <a:lnTo>
                    <a:pt x="720532" y="26199"/>
                  </a:lnTo>
                  <a:lnTo>
                    <a:pt x="723900" y="42925"/>
                  </a:lnTo>
                  <a:lnTo>
                    <a:pt x="723900" y="214630"/>
                  </a:lnTo>
                  <a:lnTo>
                    <a:pt x="720532" y="231356"/>
                  </a:lnTo>
                  <a:lnTo>
                    <a:pt x="711342" y="244998"/>
                  </a:lnTo>
                  <a:lnTo>
                    <a:pt x="697700" y="254188"/>
                  </a:lnTo>
                  <a:lnTo>
                    <a:pt x="680974" y="257556"/>
                  </a:lnTo>
                  <a:lnTo>
                    <a:pt x="42925" y="257556"/>
                  </a:lnTo>
                  <a:lnTo>
                    <a:pt x="26199" y="254188"/>
                  </a:lnTo>
                  <a:lnTo>
                    <a:pt x="12557" y="244998"/>
                  </a:lnTo>
                  <a:lnTo>
                    <a:pt x="3367" y="231356"/>
                  </a:lnTo>
                  <a:lnTo>
                    <a:pt x="0" y="214630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46169" y="3310889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680974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6"/>
                  </a:lnTo>
                  <a:lnTo>
                    <a:pt x="0" y="214630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6"/>
                  </a:lnTo>
                  <a:lnTo>
                    <a:pt x="680974" y="257556"/>
                  </a:lnTo>
                  <a:lnTo>
                    <a:pt x="697700" y="254188"/>
                  </a:lnTo>
                  <a:lnTo>
                    <a:pt x="711342" y="244998"/>
                  </a:lnTo>
                  <a:lnTo>
                    <a:pt x="720532" y="231356"/>
                  </a:lnTo>
                  <a:lnTo>
                    <a:pt x="723900" y="214630"/>
                  </a:lnTo>
                  <a:lnTo>
                    <a:pt x="723900" y="42926"/>
                  </a:lnTo>
                  <a:lnTo>
                    <a:pt x="720532" y="26199"/>
                  </a:lnTo>
                  <a:lnTo>
                    <a:pt x="711342" y="12557"/>
                  </a:lnTo>
                  <a:lnTo>
                    <a:pt x="697700" y="3367"/>
                  </a:lnTo>
                  <a:lnTo>
                    <a:pt x="680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46169" y="3310889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10">
                  <a:moveTo>
                    <a:pt x="0" y="42926"/>
                  </a:moveTo>
                  <a:lnTo>
                    <a:pt x="3367" y="26199"/>
                  </a:lnTo>
                  <a:lnTo>
                    <a:pt x="12557" y="12557"/>
                  </a:lnTo>
                  <a:lnTo>
                    <a:pt x="26199" y="3367"/>
                  </a:lnTo>
                  <a:lnTo>
                    <a:pt x="42925" y="0"/>
                  </a:lnTo>
                  <a:lnTo>
                    <a:pt x="680974" y="0"/>
                  </a:lnTo>
                  <a:lnTo>
                    <a:pt x="697700" y="3367"/>
                  </a:lnTo>
                  <a:lnTo>
                    <a:pt x="711342" y="12557"/>
                  </a:lnTo>
                  <a:lnTo>
                    <a:pt x="720532" y="26199"/>
                  </a:lnTo>
                  <a:lnTo>
                    <a:pt x="723900" y="42926"/>
                  </a:lnTo>
                  <a:lnTo>
                    <a:pt x="723900" y="214630"/>
                  </a:lnTo>
                  <a:lnTo>
                    <a:pt x="720532" y="231356"/>
                  </a:lnTo>
                  <a:lnTo>
                    <a:pt x="711342" y="244998"/>
                  </a:lnTo>
                  <a:lnTo>
                    <a:pt x="697700" y="254188"/>
                  </a:lnTo>
                  <a:lnTo>
                    <a:pt x="680974" y="257556"/>
                  </a:lnTo>
                  <a:lnTo>
                    <a:pt x="42925" y="257556"/>
                  </a:lnTo>
                  <a:lnTo>
                    <a:pt x="26199" y="254188"/>
                  </a:lnTo>
                  <a:lnTo>
                    <a:pt x="12557" y="244998"/>
                  </a:lnTo>
                  <a:lnTo>
                    <a:pt x="3367" y="231356"/>
                  </a:lnTo>
                  <a:lnTo>
                    <a:pt x="0" y="214630"/>
                  </a:lnTo>
                  <a:lnTo>
                    <a:pt x="0" y="42926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626865" y="2945384"/>
            <a:ext cx="1522095" cy="1026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168275">
              <a:lnSpc>
                <a:spcPct val="100000"/>
              </a:lnSpc>
              <a:spcBef>
                <a:spcPts val="122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DB-S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8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51230" y="1103630"/>
            <a:ext cx="4399280" cy="283210"/>
            <a:chOff x="951230" y="1103630"/>
            <a:chExt cx="4399280" cy="283210"/>
          </a:xfrm>
        </p:grpSpPr>
        <p:sp>
          <p:nvSpPr>
            <p:cNvPr id="39" name="object 39"/>
            <p:cNvSpPr/>
            <p:nvPr/>
          </p:nvSpPr>
          <p:spPr>
            <a:xfrm>
              <a:off x="963930" y="1116330"/>
              <a:ext cx="4373880" cy="257810"/>
            </a:xfrm>
            <a:custGeom>
              <a:avLst/>
              <a:gdLst/>
              <a:ahLst/>
              <a:cxnLst/>
              <a:rect l="l" t="t" r="r" b="b"/>
              <a:pathLst>
                <a:path w="4373880" h="257809">
                  <a:moveTo>
                    <a:pt x="4330954" y="0"/>
                  </a:moveTo>
                  <a:lnTo>
                    <a:pt x="42925" y="0"/>
                  </a:lnTo>
                  <a:lnTo>
                    <a:pt x="26215" y="3367"/>
                  </a:lnTo>
                  <a:lnTo>
                    <a:pt x="12571" y="12557"/>
                  </a:lnTo>
                  <a:lnTo>
                    <a:pt x="3372" y="26199"/>
                  </a:lnTo>
                  <a:lnTo>
                    <a:pt x="0" y="42925"/>
                  </a:lnTo>
                  <a:lnTo>
                    <a:pt x="0" y="214630"/>
                  </a:lnTo>
                  <a:lnTo>
                    <a:pt x="3372" y="231356"/>
                  </a:lnTo>
                  <a:lnTo>
                    <a:pt x="12571" y="244998"/>
                  </a:lnTo>
                  <a:lnTo>
                    <a:pt x="26215" y="254188"/>
                  </a:lnTo>
                  <a:lnTo>
                    <a:pt x="42925" y="257556"/>
                  </a:lnTo>
                  <a:lnTo>
                    <a:pt x="4330954" y="257556"/>
                  </a:lnTo>
                  <a:lnTo>
                    <a:pt x="4347680" y="254188"/>
                  </a:lnTo>
                  <a:lnTo>
                    <a:pt x="4361322" y="244998"/>
                  </a:lnTo>
                  <a:lnTo>
                    <a:pt x="4370512" y="231356"/>
                  </a:lnTo>
                  <a:lnTo>
                    <a:pt x="4373880" y="214630"/>
                  </a:lnTo>
                  <a:lnTo>
                    <a:pt x="4373880" y="42925"/>
                  </a:lnTo>
                  <a:lnTo>
                    <a:pt x="4370512" y="26199"/>
                  </a:lnTo>
                  <a:lnTo>
                    <a:pt x="4361322" y="12557"/>
                  </a:lnTo>
                  <a:lnTo>
                    <a:pt x="4347680" y="3367"/>
                  </a:lnTo>
                  <a:lnTo>
                    <a:pt x="4330954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63930" y="1116330"/>
              <a:ext cx="4373880" cy="257810"/>
            </a:xfrm>
            <a:custGeom>
              <a:avLst/>
              <a:gdLst/>
              <a:ahLst/>
              <a:cxnLst/>
              <a:rect l="l" t="t" r="r" b="b"/>
              <a:pathLst>
                <a:path w="4373880" h="257809">
                  <a:moveTo>
                    <a:pt x="0" y="42925"/>
                  </a:moveTo>
                  <a:lnTo>
                    <a:pt x="3372" y="26199"/>
                  </a:lnTo>
                  <a:lnTo>
                    <a:pt x="12571" y="12557"/>
                  </a:lnTo>
                  <a:lnTo>
                    <a:pt x="26215" y="3367"/>
                  </a:lnTo>
                  <a:lnTo>
                    <a:pt x="42925" y="0"/>
                  </a:lnTo>
                  <a:lnTo>
                    <a:pt x="4330954" y="0"/>
                  </a:lnTo>
                  <a:lnTo>
                    <a:pt x="4347680" y="3367"/>
                  </a:lnTo>
                  <a:lnTo>
                    <a:pt x="4361322" y="12557"/>
                  </a:lnTo>
                  <a:lnTo>
                    <a:pt x="4370512" y="26199"/>
                  </a:lnTo>
                  <a:lnTo>
                    <a:pt x="4373880" y="42925"/>
                  </a:lnTo>
                  <a:lnTo>
                    <a:pt x="4373880" y="214630"/>
                  </a:lnTo>
                  <a:lnTo>
                    <a:pt x="4370512" y="231356"/>
                  </a:lnTo>
                  <a:lnTo>
                    <a:pt x="4361322" y="244998"/>
                  </a:lnTo>
                  <a:lnTo>
                    <a:pt x="4347680" y="254188"/>
                  </a:lnTo>
                  <a:lnTo>
                    <a:pt x="4330954" y="257556"/>
                  </a:lnTo>
                  <a:lnTo>
                    <a:pt x="42925" y="257556"/>
                  </a:lnTo>
                  <a:lnTo>
                    <a:pt x="26215" y="254188"/>
                  </a:lnTo>
                  <a:lnTo>
                    <a:pt x="12571" y="244998"/>
                  </a:lnTo>
                  <a:lnTo>
                    <a:pt x="3372" y="231356"/>
                  </a:lnTo>
                  <a:lnTo>
                    <a:pt x="0" y="214630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716785" y="526160"/>
            <a:ext cx="3053080" cy="86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Elastic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Load Balancer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(web)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51230" y="2549905"/>
            <a:ext cx="4399280" cy="284480"/>
            <a:chOff x="951230" y="2549905"/>
            <a:chExt cx="4399280" cy="284480"/>
          </a:xfrm>
        </p:grpSpPr>
        <p:sp>
          <p:nvSpPr>
            <p:cNvPr id="43" name="object 43"/>
            <p:cNvSpPr/>
            <p:nvPr/>
          </p:nvSpPr>
          <p:spPr>
            <a:xfrm>
              <a:off x="963930" y="2562605"/>
              <a:ext cx="4373880" cy="259079"/>
            </a:xfrm>
            <a:custGeom>
              <a:avLst/>
              <a:gdLst/>
              <a:ahLst/>
              <a:cxnLst/>
              <a:rect l="l" t="t" r="r" b="b"/>
              <a:pathLst>
                <a:path w="4373880" h="259080">
                  <a:moveTo>
                    <a:pt x="4330700" y="0"/>
                  </a:moveTo>
                  <a:lnTo>
                    <a:pt x="43179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92" y="232719"/>
                  </a:lnTo>
                  <a:lnTo>
                    <a:pt x="12646" y="246443"/>
                  </a:lnTo>
                  <a:lnTo>
                    <a:pt x="26371" y="255690"/>
                  </a:lnTo>
                  <a:lnTo>
                    <a:pt x="43179" y="259080"/>
                  </a:lnTo>
                  <a:lnTo>
                    <a:pt x="4330700" y="259080"/>
                  </a:lnTo>
                  <a:lnTo>
                    <a:pt x="4347519" y="255690"/>
                  </a:lnTo>
                  <a:lnTo>
                    <a:pt x="4361243" y="246443"/>
                  </a:lnTo>
                  <a:lnTo>
                    <a:pt x="4370490" y="232719"/>
                  </a:lnTo>
                  <a:lnTo>
                    <a:pt x="4373880" y="215900"/>
                  </a:lnTo>
                  <a:lnTo>
                    <a:pt x="4373880" y="43180"/>
                  </a:lnTo>
                  <a:lnTo>
                    <a:pt x="4370490" y="26360"/>
                  </a:lnTo>
                  <a:lnTo>
                    <a:pt x="4361243" y="12636"/>
                  </a:lnTo>
                  <a:lnTo>
                    <a:pt x="4347519" y="3389"/>
                  </a:lnTo>
                  <a:lnTo>
                    <a:pt x="4330700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63930" y="2562605"/>
              <a:ext cx="4373880" cy="259079"/>
            </a:xfrm>
            <a:custGeom>
              <a:avLst/>
              <a:gdLst/>
              <a:ahLst/>
              <a:cxnLst/>
              <a:rect l="l" t="t" r="r" b="b"/>
              <a:pathLst>
                <a:path w="4373880" h="259080">
                  <a:moveTo>
                    <a:pt x="0" y="43180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79" y="0"/>
                  </a:lnTo>
                  <a:lnTo>
                    <a:pt x="4330700" y="0"/>
                  </a:lnTo>
                  <a:lnTo>
                    <a:pt x="4347519" y="3389"/>
                  </a:lnTo>
                  <a:lnTo>
                    <a:pt x="4361243" y="12636"/>
                  </a:lnTo>
                  <a:lnTo>
                    <a:pt x="4370490" y="26360"/>
                  </a:lnTo>
                  <a:lnTo>
                    <a:pt x="4373880" y="43180"/>
                  </a:lnTo>
                  <a:lnTo>
                    <a:pt x="4373880" y="215900"/>
                  </a:lnTo>
                  <a:lnTo>
                    <a:pt x="4370490" y="232719"/>
                  </a:lnTo>
                  <a:lnTo>
                    <a:pt x="4361243" y="246443"/>
                  </a:lnTo>
                  <a:lnTo>
                    <a:pt x="4347519" y="255690"/>
                  </a:lnTo>
                  <a:lnTo>
                    <a:pt x="4330700" y="259080"/>
                  </a:lnTo>
                  <a:lnTo>
                    <a:pt x="43179" y="259080"/>
                  </a:lnTo>
                  <a:lnTo>
                    <a:pt x="26371" y="255690"/>
                  </a:lnTo>
                  <a:lnTo>
                    <a:pt x="12646" y="246443"/>
                  </a:lnTo>
                  <a:lnTo>
                    <a:pt x="3392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733550" y="2536698"/>
            <a:ext cx="2831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Elastic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Load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Balancer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(app)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513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Home</a:t>
            </a:r>
            <a:r>
              <a:rPr sz="2800" spc="-35" dirty="0"/>
              <a:t> </a:t>
            </a:r>
            <a:r>
              <a:rPr sz="2800" spc="-5" dirty="0"/>
              <a:t>Network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54" y="1127432"/>
            <a:ext cx="942993" cy="57828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779862" y="2428596"/>
            <a:ext cx="5513070" cy="706755"/>
            <a:chOff x="2779862" y="2428596"/>
            <a:chExt cx="5513070" cy="706755"/>
          </a:xfrm>
        </p:grpSpPr>
        <p:sp>
          <p:nvSpPr>
            <p:cNvPr id="5" name="object 5"/>
            <p:cNvSpPr/>
            <p:nvPr/>
          </p:nvSpPr>
          <p:spPr>
            <a:xfrm>
              <a:off x="4976393" y="2517724"/>
              <a:ext cx="865505" cy="527685"/>
            </a:xfrm>
            <a:custGeom>
              <a:avLst/>
              <a:gdLst/>
              <a:ahLst/>
              <a:cxnLst/>
              <a:rect l="l" t="t" r="r" b="b"/>
              <a:pathLst>
                <a:path w="865504" h="527685">
                  <a:moveTo>
                    <a:pt x="525487" y="360883"/>
                  </a:moveTo>
                  <a:lnTo>
                    <a:pt x="508533" y="353352"/>
                  </a:lnTo>
                  <a:lnTo>
                    <a:pt x="492353" y="378421"/>
                  </a:lnTo>
                  <a:lnTo>
                    <a:pt x="470166" y="397751"/>
                  </a:lnTo>
                  <a:lnTo>
                    <a:pt x="443382" y="410197"/>
                  </a:lnTo>
                  <a:lnTo>
                    <a:pt x="413423" y="414591"/>
                  </a:lnTo>
                  <a:lnTo>
                    <a:pt x="376593" y="407911"/>
                  </a:lnTo>
                  <a:lnTo>
                    <a:pt x="345503" y="389394"/>
                  </a:lnTo>
                  <a:lnTo>
                    <a:pt x="322707" y="361327"/>
                  </a:lnTo>
                  <a:lnTo>
                    <a:pt x="310769" y="326021"/>
                  </a:lnTo>
                  <a:lnTo>
                    <a:pt x="331495" y="346748"/>
                  </a:lnTo>
                  <a:lnTo>
                    <a:pt x="344678" y="333565"/>
                  </a:lnTo>
                  <a:lnTo>
                    <a:pt x="337299" y="326021"/>
                  </a:lnTo>
                  <a:lnTo>
                    <a:pt x="335457" y="324142"/>
                  </a:lnTo>
                  <a:lnTo>
                    <a:pt x="300418" y="288328"/>
                  </a:lnTo>
                  <a:lnTo>
                    <a:pt x="256159" y="332613"/>
                  </a:lnTo>
                  <a:lnTo>
                    <a:pt x="269341" y="345808"/>
                  </a:lnTo>
                  <a:lnTo>
                    <a:pt x="290995" y="324142"/>
                  </a:lnTo>
                  <a:lnTo>
                    <a:pt x="305676" y="370370"/>
                  </a:lnTo>
                  <a:lnTo>
                    <a:pt x="335724" y="406349"/>
                  </a:lnTo>
                  <a:lnTo>
                    <a:pt x="377075" y="428548"/>
                  </a:lnTo>
                  <a:lnTo>
                    <a:pt x="425665" y="433438"/>
                  </a:lnTo>
                  <a:lnTo>
                    <a:pt x="457415" y="425818"/>
                  </a:lnTo>
                  <a:lnTo>
                    <a:pt x="478091" y="414591"/>
                  </a:lnTo>
                  <a:lnTo>
                    <a:pt x="485470" y="410591"/>
                  </a:lnTo>
                  <a:lnTo>
                    <a:pt x="508571" y="388658"/>
                  </a:lnTo>
                  <a:lnTo>
                    <a:pt x="525487" y="360883"/>
                  </a:lnTo>
                  <a:close/>
                </a:path>
                <a:path w="865504" h="527685">
                  <a:moveTo>
                    <a:pt x="569747" y="287388"/>
                  </a:moveTo>
                  <a:lnTo>
                    <a:pt x="556564" y="274193"/>
                  </a:lnTo>
                  <a:lnTo>
                    <a:pt x="534911" y="297751"/>
                  </a:lnTo>
                  <a:lnTo>
                    <a:pt x="533996" y="294932"/>
                  </a:lnTo>
                  <a:lnTo>
                    <a:pt x="520090" y="251523"/>
                  </a:lnTo>
                  <a:lnTo>
                    <a:pt x="489826" y="215544"/>
                  </a:lnTo>
                  <a:lnTo>
                    <a:pt x="448424" y="193344"/>
                  </a:lnTo>
                  <a:lnTo>
                    <a:pt x="400240" y="188455"/>
                  </a:lnTo>
                  <a:lnTo>
                    <a:pt x="368490" y="196075"/>
                  </a:lnTo>
                  <a:lnTo>
                    <a:pt x="340436" y="211302"/>
                  </a:lnTo>
                  <a:lnTo>
                    <a:pt x="317334" y="233235"/>
                  </a:lnTo>
                  <a:lnTo>
                    <a:pt x="300418" y="261010"/>
                  </a:lnTo>
                  <a:lnTo>
                    <a:pt x="317360" y="268541"/>
                  </a:lnTo>
                  <a:lnTo>
                    <a:pt x="340817" y="234708"/>
                  </a:lnTo>
                  <a:lnTo>
                    <a:pt x="374345" y="213423"/>
                  </a:lnTo>
                  <a:lnTo>
                    <a:pt x="413512" y="206260"/>
                  </a:lnTo>
                  <a:lnTo>
                    <a:pt x="453923" y="214833"/>
                  </a:lnTo>
                  <a:lnTo>
                    <a:pt x="494766" y="246761"/>
                  </a:lnTo>
                  <a:lnTo>
                    <a:pt x="515137" y="294932"/>
                  </a:lnTo>
                  <a:lnTo>
                    <a:pt x="494411" y="274193"/>
                  </a:lnTo>
                  <a:lnTo>
                    <a:pt x="481228" y="287388"/>
                  </a:lnTo>
                  <a:lnTo>
                    <a:pt x="525487" y="331673"/>
                  </a:lnTo>
                  <a:lnTo>
                    <a:pt x="559396" y="297751"/>
                  </a:lnTo>
                  <a:lnTo>
                    <a:pt x="569747" y="287388"/>
                  </a:lnTo>
                  <a:close/>
                </a:path>
                <a:path w="865504" h="527685">
                  <a:moveTo>
                    <a:pt x="865454" y="376897"/>
                  </a:moveTo>
                  <a:lnTo>
                    <a:pt x="854875" y="325526"/>
                  </a:lnTo>
                  <a:lnTo>
                    <a:pt x="846620" y="312229"/>
                  </a:lnTo>
                  <a:lnTo>
                    <a:pt x="846620" y="388213"/>
                  </a:lnTo>
                  <a:lnTo>
                    <a:pt x="834478" y="434619"/>
                  </a:lnTo>
                  <a:lnTo>
                    <a:pt x="807427" y="472541"/>
                  </a:lnTo>
                  <a:lnTo>
                    <a:pt x="768883" y="498449"/>
                  </a:lnTo>
                  <a:lnTo>
                    <a:pt x="722312" y="508825"/>
                  </a:lnTo>
                  <a:lnTo>
                    <a:pt x="622490" y="508825"/>
                  </a:lnTo>
                  <a:lnTo>
                    <a:pt x="163868" y="507873"/>
                  </a:lnTo>
                  <a:lnTo>
                    <a:pt x="122885" y="499592"/>
                  </a:lnTo>
                  <a:lnTo>
                    <a:pt x="86055" y="481139"/>
                  </a:lnTo>
                  <a:lnTo>
                    <a:pt x="55397" y="453682"/>
                  </a:lnTo>
                  <a:lnTo>
                    <a:pt x="32956" y="418363"/>
                  </a:lnTo>
                  <a:lnTo>
                    <a:pt x="20218" y="377405"/>
                  </a:lnTo>
                  <a:lnTo>
                    <a:pt x="18592" y="335203"/>
                  </a:lnTo>
                  <a:lnTo>
                    <a:pt x="27927" y="294068"/>
                  </a:lnTo>
                  <a:lnTo>
                    <a:pt x="48031" y="256298"/>
                  </a:lnTo>
                  <a:lnTo>
                    <a:pt x="101231" y="211772"/>
                  </a:lnTo>
                  <a:lnTo>
                    <a:pt x="168567" y="194106"/>
                  </a:lnTo>
                  <a:lnTo>
                    <a:pt x="184581" y="193167"/>
                  </a:lnTo>
                  <a:lnTo>
                    <a:pt x="186461" y="178092"/>
                  </a:lnTo>
                  <a:lnTo>
                    <a:pt x="198234" y="135331"/>
                  </a:lnTo>
                  <a:lnTo>
                    <a:pt x="219189" y="97231"/>
                  </a:lnTo>
                  <a:lnTo>
                    <a:pt x="248094" y="65062"/>
                  </a:lnTo>
                  <a:lnTo>
                    <a:pt x="283743" y="40081"/>
                  </a:lnTo>
                  <a:lnTo>
                    <a:pt x="324904" y="23558"/>
                  </a:lnTo>
                  <a:lnTo>
                    <a:pt x="366331" y="18846"/>
                  </a:lnTo>
                  <a:lnTo>
                    <a:pt x="411213" y="24511"/>
                  </a:lnTo>
                  <a:lnTo>
                    <a:pt x="452742" y="40868"/>
                  </a:lnTo>
                  <a:lnTo>
                    <a:pt x="488962" y="66941"/>
                  </a:lnTo>
                  <a:lnTo>
                    <a:pt x="517956" y="101765"/>
                  </a:lnTo>
                  <a:lnTo>
                    <a:pt x="524548" y="112128"/>
                  </a:lnTo>
                  <a:lnTo>
                    <a:pt x="536790" y="109308"/>
                  </a:lnTo>
                  <a:lnTo>
                    <a:pt x="599059" y="109651"/>
                  </a:lnTo>
                  <a:lnTo>
                    <a:pt x="656386" y="134747"/>
                  </a:lnTo>
                  <a:lnTo>
                    <a:pt x="698182" y="179730"/>
                  </a:lnTo>
                  <a:lnTo>
                    <a:pt x="719493" y="237451"/>
                  </a:lnTo>
                  <a:lnTo>
                    <a:pt x="721372" y="250647"/>
                  </a:lnTo>
                  <a:lnTo>
                    <a:pt x="734555" y="252526"/>
                  </a:lnTo>
                  <a:lnTo>
                    <a:pt x="781075" y="268693"/>
                  </a:lnTo>
                  <a:lnTo>
                    <a:pt x="817079" y="299173"/>
                  </a:lnTo>
                  <a:lnTo>
                    <a:pt x="839838" y="340245"/>
                  </a:lnTo>
                  <a:lnTo>
                    <a:pt x="846620" y="388213"/>
                  </a:lnTo>
                  <a:lnTo>
                    <a:pt x="846620" y="312229"/>
                  </a:lnTo>
                  <a:lnTo>
                    <a:pt x="828141" y="282448"/>
                  </a:lnTo>
                  <a:lnTo>
                    <a:pt x="788517" y="251028"/>
                  </a:lnTo>
                  <a:lnTo>
                    <a:pt x="739267" y="234619"/>
                  </a:lnTo>
                  <a:lnTo>
                    <a:pt x="730351" y="201028"/>
                  </a:lnTo>
                  <a:lnTo>
                    <a:pt x="715251" y="170078"/>
                  </a:lnTo>
                  <a:lnTo>
                    <a:pt x="694499" y="142659"/>
                  </a:lnTo>
                  <a:lnTo>
                    <a:pt x="668629" y="119672"/>
                  </a:lnTo>
                  <a:lnTo>
                    <a:pt x="644474" y="106260"/>
                  </a:lnTo>
                  <a:lnTo>
                    <a:pt x="637527" y="102400"/>
                  </a:lnTo>
                  <a:lnTo>
                    <a:pt x="604126" y="91757"/>
                  </a:lnTo>
                  <a:lnTo>
                    <a:pt x="600849" y="91401"/>
                  </a:lnTo>
                  <a:lnTo>
                    <a:pt x="569315" y="87998"/>
                  </a:lnTo>
                  <a:lnTo>
                    <a:pt x="533971" y="91401"/>
                  </a:lnTo>
                  <a:lnTo>
                    <a:pt x="501421" y="53263"/>
                  </a:lnTo>
                  <a:lnTo>
                    <a:pt x="461454" y="24498"/>
                  </a:lnTo>
                  <a:lnTo>
                    <a:pt x="447255" y="18846"/>
                  </a:lnTo>
                  <a:lnTo>
                    <a:pt x="415836" y="6337"/>
                  </a:lnTo>
                  <a:lnTo>
                    <a:pt x="366331" y="0"/>
                  </a:lnTo>
                  <a:lnTo>
                    <a:pt x="354888" y="355"/>
                  </a:lnTo>
                  <a:lnTo>
                    <a:pt x="343268" y="1409"/>
                  </a:lnTo>
                  <a:lnTo>
                    <a:pt x="274764" y="23380"/>
                  </a:lnTo>
                  <a:lnTo>
                    <a:pt x="235432" y="50698"/>
                  </a:lnTo>
                  <a:lnTo>
                    <a:pt x="203568" y="86118"/>
                  </a:lnTo>
                  <a:lnTo>
                    <a:pt x="180517" y="128130"/>
                  </a:lnTo>
                  <a:lnTo>
                    <a:pt x="167627" y="175260"/>
                  </a:lnTo>
                  <a:lnTo>
                    <a:pt x="128447" y="180987"/>
                  </a:lnTo>
                  <a:lnTo>
                    <a:pt x="92176" y="194932"/>
                  </a:lnTo>
                  <a:lnTo>
                    <a:pt x="59956" y="216471"/>
                  </a:lnTo>
                  <a:lnTo>
                    <a:pt x="32956" y="244983"/>
                  </a:lnTo>
                  <a:lnTo>
                    <a:pt x="10566" y="287172"/>
                  </a:lnTo>
                  <a:lnTo>
                    <a:pt x="0" y="332968"/>
                  </a:lnTo>
                  <a:lnTo>
                    <a:pt x="1447" y="380009"/>
                  </a:lnTo>
                  <a:lnTo>
                    <a:pt x="15062" y="425907"/>
                  </a:lnTo>
                  <a:lnTo>
                    <a:pt x="40690" y="465772"/>
                  </a:lnTo>
                  <a:lnTo>
                    <a:pt x="75222" y="496811"/>
                  </a:lnTo>
                  <a:lnTo>
                    <a:pt x="116636" y="517601"/>
                  </a:lnTo>
                  <a:lnTo>
                    <a:pt x="162915" y="526719"/>
                  </a:lnTo>
                  <a:lnTo>
                    <a:pt x="622490" y="527659"/>
                  </a:lnTo>
                  <a:lnTo>
                    <a:pt x="722312" y="527659"/>
                  </a:lnTo>
                  <a:lnTo>
                    <a:pt x="768477" y="519036"/>
                  </a:lnTo>
                  <a:lnTo>
                    <a:pt x="808228" y="497116"/>
                  </a:lnTo>
                  <a:lnTo>
                    <a:pt x="839216" y="464439"/>
                  </a:lnTo>
                  <a:lnTo>
                    <a:pt x="859066" y="423519"/>
                  </a:lnTo>
                  <a:lnTo>
                    <a:pt x="865454" y="3768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5430" y="2805484"/>
              <a:ext cx="687470" cy="3294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3511" y="2617032"/>
              <a:ext cx="612112" cy="1601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3511" y="2428596"/>
              <a:ext cx="612112" cy="1601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5480" y="2680741"/>
              <a:ext cx="1860803" cy="23467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65114" y="2742437"/>
              <a:ext cx="1626235" cy="76200"/>
            </a:xfrm>
            <a:custGeom>
              <a:avLst/>
              <a:gdLst/>
              <a:ahLst/>
              <a:cxnLst/>
              <a:rect l="l" t="t" r="r" b="b"/>
              <a:pathLst>
                <a:path w="162623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1626234" h="76200">
                  <a:moveTo>
                    <a:pt x="1549908" y="0"/>
                  </a:moveTo>
                  <a:lnTo>
                    <a:pt x="1549908" y="76200"/>
                  </a:lnTo>
                  <a:lnTo>
                    <a:pt x="1600708" y="50800"/>
                  </a:lnTo>
                  <a:lnTo>
                    <a:pt x="1562608" y="50800"/>
                  </a:lnTo>
                  <a:lnTo>
                    <a:pt x="1562608" y="25400"/>
                  </a:lnTo>
                  <a:lnTo>
                    <a:pt x="1600708" y="25400"/>
                  </a:lnTo>
                  <a:lnTo>
                    <a:pt x="1549908" y="0"/>
                  </a:lnTo>
                  <a:close/>
                </a:path>
                <a:path w="1626234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1626234" h="76200">
                  <a:moveTo>
                    <a:pt x="1549908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1549908" y="50800"/>
                  </a:lnTo>
                  <a:lnTo>
                    <a:pt x="1549908" y="25400"/>
                  </a:lnTo>
                  <a:close/>
                </a:path>
                <a:path w="1626234" h="76200">
                  <a:moveTo>
                    <a:pt x="1600708" y="25400"/>
                  </a:moveTo>
                  <a:lnTo>
                    <a:pt x="1562608" y="25400"/>
                  </a:lnTo>
                  <a:lnTo>
                    <a:pt x="1562608" y="50800"/>
                  </a:lnTo>
                  <a:lnTo>
                    <a:pt x="1600708" y="50800"/>
                  </a:lnTo>
                  <a:lnTo>
                    <a:pt x="1626108" y="38100"/>
                  </a:lnTo>
                  <a:lnTo>
                    <a:pt x="1600708" y="25400"/>
                  </a:lnTo>
                  <a:close/>
                </a:path>
              </a:pathLst>
            </a:custGeom>
            <a:solidFill>
              <a:srgbClr val="094D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79862" y="2455144"/>
              <a:ext cx="649800" cy="65068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931279" y="3265170"/>
            <a:ext cx="190563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213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amazon.com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ts val="2130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205.251.242.103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9836" y="1722881"/>
            <a:ext cx="13608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192.168.0.10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89201" y="3135883"/>
            <a:ext cx="2583180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My</a:t>
            </a:r>
            <a:r>
              <a:rPr sz="1800" spc="-6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router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192.168.0.1</a:t>
            </a:r>
            <a:r>
              <a:rPr sz="1600" spc="-4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(private)</a:t>
            </a:r>
            <a:endParaRPr sz="16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176.32.200.140</a:t>
            </a:r>
            <a:r>
              <a:rPr sz="1600" spc="-5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(public)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41191" y="2680741"/>
            <a:ext cx="1624965" cy="234950"/>
            <a:chOff x="3441191" y="2680741"/>
            <a:chExt cx="1624965" cy="23495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41191" y="2680741"/>
              <a:ext cx="1624584" cy="2346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560825" y="2742438"/>
              <a:ext cx="1390015" cy="76200"/>
            </a:xfrm>
            <a:custGeom>
              <a:avLst/>
              <a:gdLst/>
              <a:ahLst/>
              <a:cxnLst/>
              <a:rect l="l" t="t" r="r" b="b"/>
              <a:pathLst>
                <a:path w="139001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1390014" h="76200">
                  <a:moveTo>
                    <a:pt x="1313688" y="0"/>
                  </a:moveTo>
                  <a:lnTo>
                    <a:pt x="1313688" y="76200"/>
                  </a:lnTo>
                  <a:lnTo>
                    <a:pt x="1364488" y="50800"/>
                  </a:lnTo>
                  <a:lnTo>
                    <a:pt x="1326388" y="50800"/>
                  </a:lnTo>
                  <a:lnTo>
                    <a:pt x="1326388" y="25400"/>
                  </a:lnTo>
                  <a:lnTo>
                    <a:pt x="1364488" y="25400"/>
                  </a:lnTo>
                  <a:lnTo>
                    <a:pt x="1313688" y="0"/>
                  </a:lnTo>
                  <a:close/>
                </a:path>
                <a:path w="1390014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1390014" h="76200">
                  <a:moveTo>
                    <a:pt x="1313688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1313688" y="50800"/>
                  </a:lnTo>
                  <a:lnTo>
                    <a:pt x="1313688" y="25400"/>
                  </a:lnTo>
                  <a:close/>
                </a:path>
                <a:path w="1390014" h="76200">
                  <a:moveTo>
                    <a:pt x="1364488" y="25400"/>
                  </a:moveTo>
                  <a:lnTo>
                    <a:pt x="1326388" y="25400"/>
                  </a:lnTo>
                  <a:lnTo>
                    <a:pt x="1326388" y="50800"/>
                  </a:lnTo>
                  <a:lnTo>
                    <a:pt x="1364488" y="50800"/>
                  </a:lnTo>
                  <a:lnTo>
                    <a:pt x="1389888" y="38100"/>
                  </a:lnTo>
                  <a:lnTo>
                    <a:pt x="1364488" y="25400"/>
                  </a:lnTo>
                  <a:close/>
                </a:path>
              </a:pathLst>
            </a:custGeom>
            <a:solidFill>
              <a:srgbClr val="094D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8178" y="3899741"/>
            <a:ext cx="536823" cy="64896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735902" y="2383974"/>
            <a:ext cx="461645" cy="838835"/>
            <a:chOff x="735902" y="2383974"/>
            <a:chExt cx="461645" cy="838835"/>
          </a:xfrm>
        </p:grpSpPr>
        <p:sp>
          <p:nvSpPr>
            <p:cNvPr id="20" name="object 20"/>
            <p:cNvSpPr/>
            <p:nvPr/>
          </p:nvSpPr>
          <p:spPr>
            <a:xfrm>
              <a:off x="740180" y="2388293"/>
              <a:ext cx="452120" cy="829310"/>
            </a:xfrm>
            <a:custGeom>
              <a:avLst/>
              <a:gdLst/>
              <a:ahLst/>
              <a:cxnLst/>
              <a:rect l="l" t="t" r="r" b="b"/>
              <a:pathLst>
                <a:path w="452119" h="829310">
                  <a:moveTo>
                    <a:pt x="433200" y="0"/>
                  </a:moveTo>
                  <a:lnTo>
                    <a:pt x="18834" y="0"/>
                  </a:lnTo>
                  <a:lnTo>
                    <a:pt x="11521" y="1487"/>
                  </a:lnTo>
                  <a:lnTo>
                    <a:pt x="5532" y="5535"/>
                  </a:lnTo>
                  <a:lnTo>
                    <a:pt x="1486" y="11527"/>
                  </a:lnTo>
                  <a:lnTo>
                    <a:pt x="0" y="18845"/>
                  </a:lnTo>
                  <a:lnTo>
                    <a:pt x="0" y="810342"/>
                  </a:lnTo>
                  <a:lnTo>
                    <a:pt x="1486" y="817659"/>
                  </a:lnTo>
                  <a:lnTo>
                    <a:pt x="5532" y="823651"/>
                  </a:lnTo>
                  <a:lnTo>
                    <a:pt x="11521" y="827700"/>
                  </a:lnTo>
                  <a:lnTo>
                    <a:pt x="18834" y="829187"/>
                  </a:lnTo>
                  <a:lnTo>
                    <a:pt x="433200" y="829187"/>
                  </a:lnTo>
                  <a:lnTo>
                    <a:pt x="440513" y="827700"/>
                  </a:lnTo>
                  <a:lnTo>
                    <a:pt x="446502" y="823651"/>
                  </a:lnTo>
                  <a:lnTo>
                    <a:pt x="450549" y="817659"/>
                  </a:lnTo>
                  <a:lnTo>
                    <a:pt x="452035" y="810342"/>
                  </a:lnTo>
                  <a:lnTo>
                    <a:pt x="452035" y="716116"/>
                  </a:lnTo>
                  <a:lnTo>
                    <a:pt x="56504" y="716116"/>
                  </a:lnTo>
                  <a:lnTo>
                    <a:pt x="56504" y="113071"/>
                  </a:lnTo>
                  <a:lnTo>
                    <a:pt x="452035" y="113071"/>
                  </a:lnTo>
                  <a:lnTo>
                    <a:pt x="452035" y="75380"/>
                  </a:lnTo>
                  <a:lnTo>
                    <a:pt x="188348" y="75380"/>
                  </a:lnTo>
                  <a:lnTo>
                    <a:pt x="181034" y="73893"/>
                  </a:lnTo>
                  <a:lnTo>
                    <a:pt x="175046" y="69844"/>
                  </a:lnTo>
                  <a:lnTo>
                    <a:pt x="170999" y="63852"/>
                  </a:lnTo>
                  <a:lnTo>
                    <a:pt x="169513" y="56535"/>
                  </a:lnTo>
                  <a:lnTo>
                    <a:pt x="170999" y="49218"/>
                  </a:lnTo>
                  <a:lnTo>
                    <a:pt x="175046" y="43226"/>
                  </a:lnTo>
                  <a:lnTo>
                    <a:pt x="181034" y="39177"/>
                  </a:lnTo>
                  <a:lnTo>
                    <a:pt x="188348" y="37690"/>
                  </a:lnTo>
                  <a:lnTo>
                    <a:pt x="452035" y="37690"/>
                  </a:lnTo>
                  <a:lnTo>
                    <a:pt x="452035" y="18845"/>
                  </a:lnTo>
                  <a:lnTo>
                    <a:pt x="450549" y="11527"/>
                  </a:lnTo>
                  <a:lnTo>
                    <a:pt x="446502" y="5535"/>
                  </a:lnTo>
                  <a:lnTo>
                    <a:pt x="440513" y="1487"/>
                  </a:lnTo>
                  <a:lnTo>
                    <a:pt x="433200" y="0"/>
                  </a:lnTo>
                  <a:close/>
                </a:path>
                <a:path w="452119" h="829310">
                  <a:moveTo>
                    <a:pt x="452035" y="113071"/>
                  </a:moveTo>
                  <a:lnTo>
                    <a:pt x="395531" y="113071"/>
                  </a:lnTo>
                  <a:lnTo>
                    <a:pt x="395531" y="716116"/>
                  </a:lnTo>
                  <a:lnTo>
                    <a:pt x="452035" y="716116"/>
                  </a:lnTo>
                  <a:lnTo>
                    <a:pt x="452035" y="113071"/>
                  </a:lnTo>
                  <a:close/>
                </a:path>
                <a:path w="452119" h="829310">
                  <a:moveTo>
                    <a:pt x="452035" y="37690"/>
                  </a:moveTo>
                  <a:lnTo>
                    <a:pt x="263687" y="37690"/>
                  </a:lnTo>
                  <a:lnTo>
                    <a:pt x="271000" y="39177"/>
                  </a:lnTo>
                  <a:lnTo>
                    <a:pt x="276989" y="43226"/>
                  </a:lnTo>
                  <a:lnTo>
                    <a:pt x="281035" y="49218"/>
                  </a:lnTo>
                  <a:lnTo>
                    <a:pt x="282522" y="56535"/>
                  </a:lnTo>
                  <a:lnTo>
                    <a:pt x="281035" y="63852"/>
                  </a:lnTo>
                  <a:lnTo>
                    <a:pt x="276989" y="69844"/>
                  </a:lnTo>
                  <a:lnTo>
                    <a:pt x="271000" y="73893"/>
                  </a:lnTo>
                  <a:lnTo>
                    <a:pt x="263687" y="75380"/>
                  </a:lnTo>
                  <a:lnTo>
                    <a:pt x="452035" y="75380"/>
                  </a:lnTo>
                  <a:lnTo>
                    <a:pt x="452035" y="3769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5902" y="2383974"/>
              <a:ext cx="461645" cy="838835"/>
            </a:xfrm>
            <a:custGeom>
              <a:avLst/>
              <a:gdLst/>
              <a:ahLst/>
              <a:cxnLst/>
              <a:rect l="l" t="t" r="r" b="b"/>
              <a:pathLst>
                <a:path w="461644" h="838835">
                  <a:moveTo>
                    <a:pt x="438796" y="0"/>
                  </a:moveTo>
                  <a:lnTo>
                    <a:pt x="22618" y="0"/>
                  </a:lnTo>
                  <a:lnTo>
                    <a:pt x="6333" y="6360"/>
                  </a:lnTo>
                  <a:lnTo>
                    <a:pt x="22" y="22535"/>
                  </a:lnTo>
                  <a:lnTo>
                    <a:pt x="0" y="816061"/>
                  </a:lnTo>
                  <a:lnTo>
                    <a:pt x="6335" y="831555"/>
                  </a:lnTo>
                  <a:lnTo>
                    <a:pt x="22524" y="838597"/>
                  </a:lnTo>
                  <a:lnTo>
                    <a:pt x="438891" y="838597"/>
                  </a:lnTo>
                  <a:lnTo>
                    <a:pt x="454375" y="831554"/>
                  </a:lnTo>
                  <a:lnTo>
                    <a:pt x="455264" y="829597"/>
                  </a:lnTo>
                  <a:lnTo>
                    <a:pt x="435924" y="829597"/>
                  </a:lnTo>
                  <a:lnTo>
                    <a:pt x="25380" y="829566"/>
                  </a:lnTo>
                  <a:lnTo>
                    <a:pt x="23504" y="829175"/>
                  </a:lnTo>
                  <a:lnTo>
                    <a:pt x="24481" y="829175"/>
                  </a:lnTo>
                  <a:lnTo>
                    <a:pt x="17674" y="826213"/>
                  </a:lnTo>
                  <a:lnTo>
                    <a:pt x="14323" y="826213"/>
                  </a:lnTo>
                  <a:lnTo>
                    <a:pt x="11843" y="823676"/>
                  </a:lnTo>
                  <a:lnTo>
                    <a:pt x="13285" y="823676"/>
                  </a:lnTo>
                  <a:lnTo>
                    <a:pt x="9755" y="815041"/>
                  </a:lnTo>
                  <a:lnTo>
                    <a:pt x="9378" y="815041"/>
                  </a:lnTo>
                  <a:lnTo>
                    <a:pt x="9025" y="813257"/>
                  </a:lnTo>
                  <a:lnTo>
                    <a:pt x="9378" y="813257"/>
                  </a:lnTo>
                  <a:lnTo>
                    <a:pt x="9378" y="25283"/>
                  </a:lnTo>
                  <a:lnTo>
                    <a:pt x="9057" y="25283"/>
                  </a:lnTo>
                  <a:lnTo>
                    <a:pt x="9378" y="23556"/>
                  </a:lnTo>
                  <a:lnTo>
                    <a:pt x="9730" y="23556"/>
                  </a:lnTo>
                  <a:lnTo>
                    <a:pt x="13313" y="14369"/>
                  </a:lnTo>
                  <a:lnTo>
                    <a:pt x="11686" y="14369"/>
                  </a:lnTo>
                  <a:lnTo>
                    <a:pt x="14354" y="11699"/>
                  </a:lnTo>
                  <a:lnTo>
                    <a:pt x="18555" y="11699"/>
                  </a:lnTo>
                  <a:lnTo>
                    <a:pt x="24415" y="9422"/>
                  </a:lnTo>
                  <a:lnTo>
                    <a:pt x="23504" y="9422"/>
                  </a:lnTo>
                  <a:lnTo>
                    <a:pt x="25223" y="9108"/>
                  </a:lnTo>
                  <a:lnTo>
                    <a:pt x="436279" y="9108"/>
                  </a:lnTo>
                  <a:lnTo>
                    <a:pt x="436089" y="9029"/>
                  </a:lnTo>
                  <a:lnTo>
                    <a:pt x="455536" y="9029"/>
                  </a:lnTo>
                  <a:lnTo>
                    <a:pt x="454374" y="6360"/>
                  </a:lnTo>
                  <a:lnTo>
                    <a:pt x="438796" y="0"/>
                  </a:lnTo>
                  <a:close/>
                </a:path>
                <a:path w="461644" h="838835">
                  <a:moveTo>
                    <a:pt x="447265" y="824439"/>
                  </a:moveTo>
                  <a:lnTo>
                    <a:pt x="435924" y="829597"/>
                  </a:lnTo>
                  <a:lnTo>
                    <a:pt x="437870" y="829175"/>
                  </a:lnTo>
                  <a:lnTo>
                    <a:pt x="455456" y="829175"/>
                  </a:lnTo>
                  <a:lnTo>
                    <a:pt x="456877" y="826047"/>
                  </a:lnTo>
                  <a:lnTo>
                    <a:pt x="446534" y="826047"/>
                  </a:lnTo>
                  <a:lnTo>
                    <a:pt x="447265" y="824439"/>
                  </a:lnTo>
                  <a:close/>
                </a:path>
                <a:path w="461644" h="838835">
                  <a:moveTo>
                    <a:pt x="455456" y="829175"/>
                  </a:moveTo>
                  <a:lnTo>
                    <a:pt x="437870" y="829175"/>
                  </a:lnTo>
                  <a:lnTo>
                    <a:pt x="435924" y="829597"/>
                  </a:lnTo>
                  <a:lnTo>
                    <a:pt x="455264" y="829597"/>
                  </a:lnTo>
                  <a:lnTo>
                    <a:pt x="455456" y="829175"/>
                  </a:lnTo>
                  <a:close/>
                </a:path>
                <a:path w="461644" h="838835">
                  <a:moveTo>
                    <a:pt x="24481" y="829175"/>
                  </a:moveTo>
                  <a:lnTo>
                    <a:pt x="23504" y="829175"/>
                  </a:lnTo>
                  <a:lnTo>
                    <a:pt x="25380" y="829566"/>
                  </a:lnTo>
                  <a:lnTo>
                    <a:pt x="24481" y="829175"/>
                  </a:lnTo>
                  <a:close/>
                </a:path>
                <a:path w="461644" h="838835">
                  <a:moveTo>
                    <a:pt x="436853" y="829175"/>
                  </a:moveTo>
                  <a:lnTo>
                    <a:pt x="24481" y="829175"/>
                  </a:lnTo>
                  <a:lnTo>
                    <a:pt x="25380" y="829566"/>
                  </a:lnTo>
                  <a:lnTo>
                    <a:pt x="435993" y="829566"/>
                  </a:lnTo>
                  <a:lnTo>
                    <a:pt x="436853" y="829175"/>
                  </a:lnTo>
                  <a:close/>
                </a:path>
                <a:path w="461644" h="838835">
                  <a:moveTo>
                    <a:pt x="11843" y="823676"/>
                  </a:moveTo>
                  <a:lnTo>
                    <a:pt x="14323" y="826213"/>
                  </a:lnTo>
                  <a:lnTo>
                    <a:pt x="13597" y="824439"/>
                  </a:lnTo>
                  <a:lnTo>
                    <a:pt x="11843" y="823676"/>
                  </a:lnTo>
                  <a:close/>
                </a:path>
                <a:path w="461644" h="838835">
                  <a:moveTo>
                    <a:pt x="13597" y="824439"/>
                  </a:moveTo>
                  <a:lnTo>
                    <a:pt x="14323" y="826213"/>
                  </a:lnTo>
                  <a:lnTo>
                    <a:pt x="17674" y="826213"/>
                  </a:lnTo>
                  <a:lnTo>
                    <a:pt x="13597" y="824439"/>
                  </a:lnTo>
                  <a:close/>
                </a:path>
                <a:path w="461644" h="838835">
                  <a:moveTo>
                    <a:pt x="448873" y="823708"/>
                  </a:moveTo>
                  <a:lnTo>
                    <a:pt x="447265" y="824439"/>
                  </a:lnTo>
                  <a:lnTo>
                    <a:pt x="446534" y="826047"/>
                  </a:lnTo>
                  <a:lnTo>
                    <a:pt x="448873" y="823708"/>
                  </a:lnTo>
                  <a:close/>
                </a:path>
                <a:path w="461644" h="838835">
                  <a:moveTo>
                    <a:pt x="457940" y="823708"/>
                  </a:moveTo>
                  <a:lnTo>
                    <a:pt x="448873" y="823708"/>
                  </a:lnTo>
                  <a:lnTo>
                    <a:pt x="446534" y="826047"/>
                  </a:lnTo>
                  <a:lnTo>
                    <a:pt x="456877" y="826047"/>
                  </a:lnTo>
                  <a:lnTo>
                    <a:pt x="457940" y="823708"/>
                  </a:lnTo>
                  <a:close/>
                </a:path>
                <a:path w="461644" h="838835">
                  <a:moveTo>
                    <a:pt x="451996" y="814024"/>
                  </a:moveTo>
                  <a:lnTo>
                    <a:pt x="447265" y="824439"/>
                  </a:lnTo>
                  <a:lnTo>
                    <a:pt x="448873" y="823708"/>
                  </a:lnTo>
                  <a:lnTo>
                    <a:pt x="457940" y="823708"/>
                  </a:lnTo>
                  <a:lnTo>
                    <a:pt x="461414" y="816061"/>
                  </a:lnTo>
                  <a:lnTo>
                    <a:pt x="461414" y="815041"/>
                  </a:lnTo>
                  <a:lnTo>
                    <a:pt x="451996" y="815041"/>
                  </a:lnTo>
                  <a:lnTo>
                    <a:pt x="451996" y="814024"/>
                  </a:lnTo>
                  <a:close/>
                </a:path>
                <a:path w="461644" h="838835">
                  <a:moveTo>
                    <a:pt x="13285" y="823676"/>
                  </a:moveTo>
                  <a:lnTo>
                    <a:pt x="11843" y="823676"/>
                  </a:lnTo>
                  <a:lnTo>
                    <a:pt x="13597" y="824439"/>
                  </a:lnTo>
                  <a:lnTo>
                    <a:pt x="13285" y="823676"/>
                  </a:lnTo>
                  <a:close/>
                </a:path>
                <a:path w="461644" h="838835">
                  <a:moveTo>
                    <a:pt x="9025" y="813257"/>
                  </a:moveTo>
                  <a:lnTo>
                    <a:pt x="9378" y="815041"/>
                  </a:lnTo>
                  <a:lnTo>
                    <a:pt x="9339" y="814024"/>
                  </a:lnTo>
                  <a:lnTo>
                    <a:pt x="9025" y="813257"/>
                  </a:lnTo>
                  <a:close/>
                </a:path>
                <a:path w="461644" h="838835">
                  <a:moveTo>
                    <a:pt x="9378" y="814120"/>
                  </a:moveTo>
                  <a:lnTo>
                    <a:pt x="9378" y="815041"/>
                  </a:lnTo>
                  <a:lnTo>
                    <a:pt x="9755" y="815041"/>
                  </a:lnTo>
                  <a:lnTo>
                    <a:pt x="9378" y="814120"/>
                  </a:lnTo>
                  <a:close/>
                </a:path>
                <a:path w="461644" h="838835">
                  <a:moveTo>
                    <a:pt x="452420" y="813091"/>
                  </a:moveTo>
                  <a:lnTo>
                    <a:pt x="451996" y="814024"/>
                  </a:lnTo>
                  <a:lnTo>
                    <a:pt x="451996" y="815041"/>
                  </a:lnTo>
                  <a:lnTo>
                    <a:pt x="452420" y="813091"/>
                  </a:lnTo>
                  <a:close/>
                </a:path>
                <a:path w="461644" h="838835">
                  <a:moveTo>
                    <a:pt x="461414" y="813091"/>
                  </a:moveTo>
                  <a:lnTo>
                    <a:pt x="452420" y="813091"/>
                  </a:lnTo>
                  <a:lnTo>
                    <a:pt x="451996" y="815041"/>
                  </a:lnTo>
                  <a:lnTo>
                    <a:pt x="461414" y="815041"/>
                  </a:lnTo>
                  <a:lnTo>
                    <a:pt x="461414" y="813091"/>
                  </a:lnTo>
                  <a:close/>
                </a:path>
                <a:path w="461644" h="838835">
                  <a:moveTo>
                    <a:pt x="9378" y="813257"/>
                  </a:moveTo>
                  <a:lnTo>
                    <a:pt x="9025" y="813257"/>
                  </a:lnTo>
                  <a:lnTo>
                    <a:pt x="9378" y="814120"/>
                  </a:lnTo>
                  <a:lnTo>
                    <a:pt x="9378" y="813257"/>
                  </a:lnTo>
                  <a:close/>
                </a:path>
                <a:path w="461644" h="838835">
                  <a:moveTo>
                    <a:pt x="451996" y="24535"/>
                  </a:moveTo>
                  <a:lnTo>
                    <a:pt x="451996" y="814024"/>
                  </a:lnTo>
                  <a:lnTo>
                    <a:pt x="452420" y="813091"/>
                  </a:lnTo>
                  <a:lnTo>
                    <a:pt x="461414" y="813091"/>
                  </a:lnTo>
                  <a:lnTo>
                    <a:pt x="461414" y="25440"/>
                  </a:lnTo>
                  <a:lnTo>
                    <a:pt x="452389" y="25440"/>
                  </a:lnTo>
                  <a:lnTo>
                    <a:pt x="451996" y="24535"/>
                  </a:lnTo>
                  <a:close/>
                </a:path>
                <a:path w="461644" h="838835">
                  <a:moveTo>
                    <a:pt x="404909" y="113055"/>
                  </a:moveTo>
                  <a:lnTo>
                    <a:pt x="56465" y="113055"/>
                  </a:lnTo>
                  <a:lnTo>
                    <a:pt x="56465" y="725523"/>
                  </a:lnTo>
                  <a:lnTo>
                    <a:pt x="404909" y="725523"/>
                  </a:lnTo>
                  <a:lnTo>
                    <a:pt x="404909" y="720812"/>
                  </a:lnTo>
                  <a:lnTo>
                    <a:pt x="65883" y="720812"/>
                  </a:lnTo>
                  <a:lnTo>
                    <a:pt x="61174" y="716100"/>
                  </a:lnTo>
                  <a:lnTo>
                    <a:pt x="65883" y="716100"/>
                  </a:lnTo>
                  <a:lnTo>
                    <a:pt x="65883" y="122477"/>
                  </a:lnTo>
                  <a:lnTo>
                    <a:pt x="61174" y="122477"/>
                  </a:lnTo>
                  <a:lnTo>
                    <a:pt x="65883" y="117766"/>
                  </a:lnTo>
                  <a:lnTo>
                    <a:pt x="404909" y="117766"/>
                  </a:lnTo>
                  <a:lnTo>
                    <a:pt x="404909" y="113055"/>
                  </a:lnTo>
                  <a:close/>
                </a:path>
                <a:path w="461644" h="838835">
                  <a:moveTo>
                    <a:pt x="65883" y="716100"/>
                  </a:moveTo>
                  <a:lnTo>
                    <a:pt x="61174" y="716100"/>
                  </a:lnTo>
                  <a:lnTo>
                    <a:pt x="65883" y="720812"/>
                  </a:lnTo>
                  <a:lnTo>
                    <a:pt x="65883" y="716100"/>
                  </a:lnTo>
                  <a:close/>
                </a:path>
                <a:path w="461644" h="838835">
                  <a:moveTo>
                    <a:pt x="395492" y="716100"/>
                  </a:moveTo>
                  <a:lnTo>
                    <a:pt x="65883" y="716100"/>
                  </a:lnTo>
                  <a:lnTo>
                    <a:pt x="65883" y="720812"/>
                  </a:lnTo>
                  <a:lnTo>
                    <a:pt x="395492" y="720812"/>
                  </a:lnTo>
                  <a:lnTo>
                    <a:pt x="395492" y="716100"/>
                  </a:lnTo>
                  <a:close/>
                </a:path>
                <a:path w="461644" h="838835">
                  <a:moveTo>
                    <a:pt x="395492" y="117766"/>
                  </a:moveTo>
                  <a:lnTo>
                    <a:pt x="395492" y="720812"/>
                  </a:lnTo>
                  <a:lnTo>
                    <a:pt x="400201" y="716100"/>
                  </a:lnTo>
                  <a:lnTo>
                    <a:pt x="404909" y="716100"/>
                  </a:lnTo>
                  <a:lnTo>
                    <a:pt x="404909" y="122477"/>
                  </a:lnTo>
                  <a:lnTo>
                    <a:pt x="400201" y="122477"/>
                  </a:lnTo>
                  <a:lnTo>
                    <a:pt x="395492" y="117766"/>
                  </a:lnTo>
                  <a:close/>
                </a:path>
                <a:path w="461644" h="838835">
                  <a:moveTo>
                    <a:pt x="404909" y="716100"/>
                  </a:moveTo>
                  <a:lnTo>
                    <a:pt x="400201" y="716100"/>
                  </a:lnTo>
                  <a:lnTo>
                    <a:pt x="395492" y="720812"/>
                  </a:lnTo>
                  <a:lnTo>
                    <a:pt x="404909" y="720812"/>
                  </a:lnTo>
                  <a:lnTo>
                    <a:pt x="404909" y="716100"/>
                  </a:lnTo>
                  <a:close/>
                </a:path>
                <a:path w="461644" h="838835">
                  <a:moveTo>
                    <a:pt x="65883" y="117766"/>
                  </a:moveTo>
                  <a:lnTo>
                    <a:pt x="61174" y="122477"/>
                  </a:lnTo>
                  <a:lnTo>
                    <a:pt x="65883" y="122477"/>
                  </a:lnTo>
                  <a:lnTo>
                    <a:pt x="65883" y="117766"/>
                  </a:lnTo>
                  <a:close/>
                </a:path>
                <a:path w="461644" h="838835">
                  <a:moveTo>
                    <a:pt x="395492" y="117766"/>
                  </a:moveTo>
                  <a:lnTo>
                    <a:pt x="65883" y="117766"/>
                  </a:lnTo>
                  <a:lnTo>
                    <a:pt x="65883" y="122477"/>
                  </a:lnTo>
                  <a:lnTo>
                    <a:pt x="395492" y="122477"/>
                  </a:lnTo>
                  <a:lnTo>
                    <a:pt x="395492" y="117766"/>
                  </a:lnTo>
                  <a:close/>
                </a:path>
                <a:path w="461644" h="838835">
                  <a:moveTo>
                    <a:pt x="404909" y="117766"/>
                  </a:moveTo>
                  <a:lnTo>
                    <a:pt x="395492" y="117766"/>
                  </a:lnTo>
                  <a:lnTo>
                    <a:pt x="400201" y="122477"/>
                  </a:lnTo>
                  <a:lnTo>
                    <a:pt x="404909" y="122477"/>
                  </a:lnTo>
                  <a:lnTo>
                    <a:pt x="404909" y="117766"/>
                  </a:lnTo>
                  <a:close/>
                </a:path>
                <a:path w="461644" h="838835">
                  <a:moveTo>
                    <a:pt x="269283" y="37690"/>
                  </a:moveTo>
                  <a:lnTo>
                    <a:pt x="192131" y="37690"/>
                  </a:lnTo>
                  <a:lnTo>
                    <a:pt x="175847" y="44050"/>
                  </a:lnTo>
                  <a:lnTo>
                    <a:pt x="169113" y="61246"/>
                  </a:lnTo>
                  <a:lnTo>
                    <a:pt x="175847" y="77736"/>
                  </a:lnTo>
                  <a:lnTo>
                    <a:pt x="192037" y="84803"/>
                  </a:lnTo>
                  <a:lnTo>
                    <a:pt x="269377" y="84803"/>
                  </a:lnTo>
                  <a:lnTo>
                    <a:pt x="284861" y="77736"/>
                  </a:lnTo>
                  <a:lnTo>
                    <a:pt x="285752" y="75773"/>
                  </a:lnTo>
                  <a:lnTo>
                    <a:pt x="194893" y="75773"/>
                  </a:lnTo>
                  <a:lnTo>
                    <a:pt x="193018" y="75380"/>
                  </a:lnTo>
                  <a:lnTo>
                    <a:pt x="193991" y="75380"/>
                  </a:lnTo>
                  <a:lnTo>
                    <a:pt x="187132" y="72396"/>
                  </a:lnTo>
                  <a:lnTo>
                    <a:pt x="183836" y="72396"/>
                  </a:lnTo>
                  <a:lnTo>
                    <a:pt x="181356" y="69884"/>
                  </a:lnTo>
                  <a:lnTo>
                    <a:pt x="182808" y="69884"/>
                  </a:lnTo>
                  <a:lnTo>
                    <a:pt x="179983" y="62974"/>
                  </a:lnTo>
                  <a:lnTo>
                    <a:pt x="178570" y="62974"/>
                  </a:lnTo>
                  <a:lnTo>
                    <a:pt x="178539" y="59440"/>
                  </a:lnTo>
                  <a:lnTo>
                    <a:pt x="179948" y="59440"/>
                  </a:lnTo>
                  <a:lnTo>
                    <a:pt x="182826" y="52059"/>
                  </a:lnTo>
                  <a:lnTo>
                    <a:pt x="181199" y="52059"/>
                  </a:lnTo>
                  <a:lnTo>
                    <a:pt x="183867" y="49390"/>
                  </a:lnTo>
                  <a:lnTo>
                    <a:pt x="188069" y="49390"/>
                  </a:lnTo>
                  <a:lnTo>
                    <a:pt x="193928" y="47112"/>
                  </a:lnTo>
                  <a:lnTo>
                    <a:pt x="193018" y="47112"/>
                  </a:lnTo>
                  <a:lnTo>
                    <a:pt x="194736" y="46798"/>
                  </a:lnTo>
                  <a:lnTo>
                    <a:pt x="266766" y="46798"/>
                  </a:lnTo>
                  <a:lnTo>
                    <a:pt x="266576" y="46720"/>
                  </a:lnTo>
                  <a:lnTo>
                    <a:pt x="286023" y="46720"/>
                  </a:lnTo>
                  <a:lnTo>
                    <a:pt x="284861" y="44050"/>
                  </a:lnTo>
                  <a:lnTo>
                    <a:pt x="269283" y="37690"/>
                  </a:lnTo>
                  <a:close/>
                </a:path>
                <a:path w="461644" h="838835">
                  <a:moveTo>
                    <a:pt x="193991" y="75380"/>
                  </a:moveTo>
                  <a:lnTo>
                    <a:pt x="193018" y="75380"/>
                  </a:lnTo>
                  <a:lnTo>
                    <a:pt x="194893" y="75773"/>
                  </a:lnTo>
                  <a:lnTo>
                    <a:pt x="193991" y="75380"/>
                  </a:lnTo>
                  <a:close/>
                </a:path>
                <a:path w="461644" h="838835">
                  <a:moveTo>
                    <a:pt x="267274" y="75380"/>
                  </a:moveTo>
                  <a:lnTo>
                    <a:pt x="193991" y="75380"/>
                  </a:lnTo>
                  <a:lnTo>
                    <a:pt x="194893" y="75773"/>
                  </a:lnTo>
                  <a:lnTo>
                    <a:pt x="266411" y="75773"/>
                  </a:lnTo>
                  <a:lnTo>
                    <a:pt x="267274" y="75380"/>
                  </a:lnTo>
                  <a:close/>
                </a:path>
                <a:path w="461644" h="838835">
                  <a:moveTo>
                    <a:pt x="277761" y="70611"/>
                  </a:moveTo>
                  <a:lnTo>
                    <a:pt x="266411" y="75773"/>
                  </a:lnTo>
                  <a:lnTo>
                    <a:pt x="268357" y="75380"/>
                  </a:lnTo>
                  <a:lnTo>
                    <a:pt x="285931" y="75380"/>
                  </a:lnTo>
                  <a:lnTo>
                    <a:pt x="287357" y="72239"/>
                  </a:lnTo>
                  <a:lnTo>
                    <a:pt x="277021" y="72239"/>
                  </a:lnTo>
                  <a:lnTo>
                    <a:pt x="277761" y="70611"/>
                  </a:lnTo>
                  <a:close/>
                </a:path>
                <a:path w="461644" h="838835">
                  <a:moveTo>
                    <a:pt x="285931" y="75380"/>
                  </a:moveTo>
                  <a:lnTo>
                    <a:pt x="268357" y="75380"/>
                  </a:lnTo>
                  <a:lnTo>
                    <a:pt x="266411" y="75773"/>
                  </a:lnTo>
                  <a:lnTo>
                    <a:pt x="285752" y="75773"/>
                  </a:lnTo>
                  <a:lnTo>
                    <a:pt x="285931" y="75380"/>
                  </a:lnTo>
                  <a:close/>
                </a:path>
                <a:path w="461644" h="838835">
                  <a:moveTo>
                    <a:pt x="181356" y="69884"/>
                  </a:moveTo>
                  <a:lnTo>
                    <a:pt x="183836" y="72396"/>
                  </a:lnTo>
                  <a:lnTo>
                    <a:pt x="183123" y="70652"/>
                  </a:lnTo>
                  <a:lnTo>
                    <a:pt x="181356" y="69884"/>
                  </a:lnTo>
                  <a:close/>
                </a:path>
                <a:path w="461644" h="838835">
                  <a:moveTo>
                    <a:pt x="183123" y="70652"/>
                  </a:moveTo>
                  <a:lnTo>
                    <a:pt x="183836" y="72396"/>
                  </a:lnTo>
                  <a:lnTo>
                    <a:pt x="187132" y="72396"/>
                  </a:lnTo>
                  <a:lnTo>
                    <a:pt x="183123" y="70652"/>
                  </a:lnTo>
                  <a:close/>
                </a:path>
                <a:path w="461644" h="838835">
                  <a:moveTo>
                    <a:pt x="279360" y="69884"/>
                  </a:moveTo>
                  <a:lnTo>
                    <a:pt x="277761" y="70611"/>
                  </a:lnTo>
                  <a:lnTo>
                    <a:pt x="277021" y="72239"/>
                  </a:lnTo>
                  <a:lnTo>
                    <a:pt x="279360" y="69884"/>
                  </a:lnTo>
                  <a:close/>
                </a:path>
                <a:path w="461644" h="838835">
                  <a:moveTo>
                    <a:pt x="288426" y="69884"/>
                  </a:moveTo>
                  <a:lnTo>
                    <a:pt x="279360" y="69884"/>
                  </a:lnTo>
                  <a:lnTo>
                    <a:pt x="277021" y="72239"/>
                  </a:lnTo>
                  <a:lnTo>
                    <a:pt x="287357" y="72239"/>
                  </a:lnTo>
                  <a:lnTo>
                    <a:pt x="288426" y="69884"/>
                  </a:lnTo>
                  <a:close/>
                </a:path>
                <a:path w="461644" h="838835">
                  <a:moveTo>
                    <a:pt x="182808" y="69884"/>
                  </a:moveTo>
                  <a:lnTo>
                    <a:pt x="181356" y="69884"/>
                  </a:lnTo>
                  <a:lnTo>
                    <a:pt x="183123" y="70652"/>
                  </a:lnTo>
                  <a:lnTo>
                    <a:pt x="182808" y="69884"/>
                  </a:lnTo>
                  <a:close/>
                </a:path>
                <a:path w="461644" h="838835">
                  <a:moveTo>
                    <a:pt x="282038" y="61197"/>
                  </a:moveTo>
                  <a:lnTo>
                    <a:pt x="277761" y="70611"/>
                  </a:lnTo>
                  <a:lnTo>
                    <a:pt x="279360" y="69884"/>
                  </a:lnTo>
                  <a:lnTo>
                    <a:pt x="288426" y="69884"/>
                  </a:lnTo>
                  <a:lnTo>
                    <a:pt x="291492" y="63131"/>
                  </a:lnTo>
                  <a:lnTo>
                    <a:pt x="282876" y="63131"/>
                  </a:lnTo>
                  <a:lnTo>
                    <a:pt x="282038" y="61197"/>
                  </a:lnTo>
                  <a:close/>
                </a:path>
                <a:path w="461644" h="838835">
                  <a:moveTo>
                    <a:pt x="282907" y="59283"/>
                  </a:moveTo>
                  <a:lnTo>
                    <a:pt x="282038" y="61197"/>
                  </a:lnTo>
                  <a:lnTo>
                    <a:pt x="282876" y="63131"/>
                  </a:lnTo>
                  <a:lnTo>
                    <a:pt x="282907" y="59283"/>
                  </a:lnTo>
                  <a:close/>
                </a:path>
                <a:path w="461644" h="838835">
                  <a:moveTo>
                    <a:pt x="291493" y="59283"/>
                  </a:moveTo>
                  <a:lnTo>
                    <a:pt x="282907" y="59283"/>
                  </a:lnTo>
                  <a:lnTo>
                    <a:pt x="282876" y="63131"/>
                  </a:lnTo>
                  <a:lnTo>
                    <a:pt x="291492" y="63131"/>
                  </a:lnTo>
                  <a:lnTo>
                    <a:pt x="292348" y="61246"/>
                  </a:lnTo>
                  <a:lnTo>
                    <a:pt x="291493" y="59283"/>
                  </a:lnTo>
                  <a:close/>
                </a:path>
                <a:path w="461644" h="838835">
                  <a:moveTo>
                    <a:pt x="178539" y="59440"/>
                  </a:moveTo>
                  <a:lnTo>
                    <a:pt x="178570" y="62974"/>
                  </a:lnTo>
                  <a:lnTo>
                    <a:pt x="179257" y="61197"/>
                  </a:lnTo>
                  <a:lnTo>
                    <a:pt x="178539" y="59440"/>
                  </a:lnTo>
                  <a:close/>
                </a:path>
                <a:path w="461644" h="838835">
                  <a:moveTo>
                    <a:pt x="179260" y="61205"/>
                  </a:moveTo>
                  <a:lnTo>
                    <a:pt x="178570" y="62974"/>
                  </a:lnTo>
                  <a:lnTo>
                    <a:pt x="179983" y="62974"/>
                  </a:lnTo>
                  <a:lnTo>
                    <a:pt x="179260" y="61205"/>
                  </a:lnTo>
                  <a:close/>
                </a:path>
                <a:path w="461644" h="838835">
                  <a:moveTo>
                    <a:pt x="179948" y="59440"/>
                  </a:moveTo>
                  <a:lnTo>
                    <a:pt x="178539" y="59440"/>
                  </a:lnTo>
                  <a:lnTo>
                    <a:pt x="179260" y="61205"/>
                  </a:lnTo>
                  <a:lnTo>
                    <a:pt x="179948" y="59440"/>
                  </a:lnTo>
                  <a:close/>
                </a:path>
                <a:path w="461644" h="838835">
                  <a:moveTo>
                    <a:pt x="277764" y="51333"/>
                  </a:moveTo>
                  <a:lnTo>
                    <a:pt x="282038" y="61197"/>
                  </a:lnTo>
                  <a:lnTo>
                    <a:pt x="282907" y="59283"/>
                  </a:lnTo>
                  <a:lnTo>
                    <a:pt x="291493" y="59283"/>
                  </a:lnTo>
                  <a:lnTo>
                    <a:pt x="288348" y="52059"/>
                  </a:lnTo>
                  <a:lnTo>
                    <a:pt x="279525" y="52059"/>
                  </a:lnTo>
                  <a:lnTo>
                    <a:pt x="277764" y="51333"/>
                  </a:lnTo>
                  <a:close/>
                </a:path>
                <a:path w="461644" h="838835">
                  <a:moveTo>
                    <a:pt x="183867" y="49390"/>
                  </a:moveTo>
                  <a:lnTo>
                    <a:pt x="181199" y="52059"/>
                  </a:lnTo>
                  <a:lnTo>
                    <a:pt x="183117" y="51314"/>
                  </a:lnTo>
                  <a:lnTo>
                    <a:pt x="183867" y="49390"/>
                  </a:lnTo>
                  <a:close/>
                </a:path>
                <a:path w="461644" h="838835">
                  <a:moveTo>
                    <a:pt x="183117" y="51314"/>
                  </a:moveTo>
                  <a:lnTo>
                    <a:pt x="181199" y="52059"/>
                  </a:lnTo>
                  <a:lnTo>
                    <a:pt x="182826" y="52059"/>
                  </a:lnTo>
                  <a:lnTo>
                    <a:pt x="183117" y="51314"/>
                  </a:lnTo>
                  <a:close/>
                </a:path>
                <a:path w="461644" h="838835">
                  <a:moveTo>
                    <a:pt x="276990" y="49547"/>
                  </a:moveTo>
                  <a:lnTo>
                    <a:pt x="277764" y="51333"/>
                  </a:lnTo>
                  <a:lnTo>
                    <a:pt x="279525" y="52059"/>
                  </a:lnTo>
                  <a:lnTo>
                    <a:pt x="276990" y="49547"/>
                  </a:lnTo>
                  <a:close/>
                </a:path>
                <a:path w="461644" h="838835">
                  <a:moveTo>
                    <a:pt x="287254" y="49547"/>
                  </a:moveTo>
                  <a:lnTo>
                    <a:pt x="276990" y="49547"/>
                  </a:lnTo>
                  <a:lnTo>
                    <a:pt x="279525" y="52059"/>
                  </a:lnTo>
                  <a:lnTo>
                    <a:pt x="288348" y="52059"/>
                  </a:lnTo>
                  <a:lnTo>
                    <a:pt x="287254" y="49547"/>
                  </a:lnTo>
                  <a:close/>
                </a:path>
                <a:path w="461644" h="838835">
                  <a:moveTo>
                    <a:pt x="266576" y="46720"/>
                  </a:moveTo>
                  <a:lnTo>
                    <a:pt x="277764" y="51333"/>
                  </a:lnTo>
                  <a:lnTo>
                    <a:pt x="276990" y="49547"/>
                  </a:lnTo>
                  <a:lnTo>
                    <a:pt x="287254" y="49547"/>
                  </a:lnTo>
                  <a:lnTo>
                    <a:pt x="286194" y="47112"/>
                  </a:lnTo>
                  <a:lnTo>
                    <a:pt x="268357" y="47112"/>
                  </a:lnTo>
                  <a:lnTo>
                    <a:pt x="266576" y="46720"/>
                  </a:lnTo>
                  <a:close/>
                </a:path>
                <a:path w="461644" h="838835">
                  <a:moveTo>
                    <a:pt x="188069" y="49390"/>
                  </a:moveTo>
                  <a:lnTo>
                    <a:pt x="183867" y="49390"/>
                  </a:lnTo>
                  <a:lnTo>
                    <a:pt x="183117" y="51314"/>
                  </a:lnTo>
                  <a:lnTo>
                    <a:pt x="188069" y="49390"/>
                  </a:lnTo>
                  <a:close/>
                </a:path>
                <a:path w="461644" h="838835">
                  <a:moveTo>
                    <a:pt x="194736" y="46798"/>
                  </a:moveTo>
                  <a:lnTo>
                    <a:pt x="193018" y="47112"/>
                  </a:lnTo>
                  <a:lnTo>
                    <a:pt x="193928" y="47112"/>
                  </a:lnTo>
                  <a:lnTo>
                    <a:pt x="194736" y="46798"/>
                  </a:lnTo>
                  <a:close/>
                </a:path>
                <a:path w="461644" h="838835">
                  <a:moveTo>
                    <a:pt x="266766" y="46798"/>
                  </a:moveTo>
                  <a:lnTo>
                    <a:pt x="194736" y="46798"/>
                  </a:lnTo>
                  <a:lnTo>
                    <a:pt x="193928" y="47112"/>
                  </a:lnTo>
                  <a:lnTo>
                    <a:pt x="267528" y="47112"/>
                  </a:lnTo>
                  <a:lnTo>
                    <a:pt x="266766" y="46798"/>
                  </a:lnTo>
                  <a:close/>
                </a:path>
                <a:path w="461644" h="838835">
                  <a:moveTo>
                    <a:pt x="286023" y="46720"/>
                  </a:moveTo>
                  <a:lnTo>
                    <a:pt x="266576" y="46720"/>
                  </a:lnTo>
                  <a:lnTo>
                    <a:pt x="268357" y="47112"/>
                  </a:lnTo>
                  <a:lnTo>
                    <a:pt x="286194" y="47112"/>
                  </a:lnTo>
                  <a:lnTo>
                    <a:pt x="286023" y="46720"/>
                  </a:lnTo>
                  <a:close/>
                </a:path>
                <a:path w="461644" h="838835">
                  <a:moveTo>
                    <a:pt x="451996" y="23556"/>
                  </a:moveTo>
                  <a:lnTo>
                    <a:pt x="451996" y="24535"/>
                  </a:lnTo>
                  <a:lnTo>
                    <a:pt x="452389" y="25440"/>
                  </a:lnTo>
                  <a:lnTo>
                    <a:pt x="451996" y="23556"/>
                  </a:lnTo>
                  <a:close/>
                </a:path>
                <a:path w="461644" h="838835">
                  <a:moveTo>
                    <a:pt x="461414" y="23556"/>
                  </a:moveTo>
                  <a:lnTo>
                    <a:pt x="451996" y="23556"/>
                  </a:lnTo>
                  <a:lnTo>
                    <a:pt x="452389" y="25440"/>
                  </a:lnTo>
                  <a:lnTo>
                    <a:pt x="461414" y="25440"/>
                  </a:lnTo>
                  <a:lnTo>
                    <a:pt x="461414" y="23556"/>
                  </a:lnTo>
                  <a:close/>
                </a:path>
                <a:path w="461644" h="838835">
                  <a:moveTo>
                    <a:pt x="9378" y="23556"/>
                  </a:moveTo>
                  <a:lnTo>
                    <a:pt x="9057" y="25283"/>
                  </a:lnTo>
                  <a:lnTo>
                    <a:pt x="9349" y="24535"/>
                  </a:lnTo>
                  <a:lnTo>
                    <a:pt x="9378" y="23556"/>
                  </a:lnTo>
                  <a:close/>
                </a:path>
                <a:path w="461644" h="838835">
                  <a:moveTo>
                    <a:pt x="9378" y="24458"/>
                  </a:moveTo>
                  <a:lnTo>
                    <a:pt x="9057" y="25283"/>
                  </a:lnTo>
                  <a:lnTo>
                    <a:pt x="9378" y="25283"/>
                  </a:lnTo>
                  <a:lnTo>
                    <a:pt x="9378" y="24458"/>
                  </a:lnTo>
                  <a:close/>
                </a:path>
                <a:path w="461644" h="838835">
                  <a:moveTo>
                    <a:pt x="447277" y="13643"/>
                  </a:moveTo>
                  <a:lnTo>
                    <a:pt x="451996" y="24535"/>
                  </a:lnTo>
                  <a:lnTo>
                    <a:pt x="451996" y="23556"/>
                  </a:lnTo>
                  <a:lnTo>
                    <a:pt x="461414" y="23556"/>
                  </a:lnTo>
                  <a:lnTo>
                    <a:pt x="461414" y="22535"/>
                  </a:lnTo>
                  <a:lnTo>
                    <a:pt x="457860" y="14369"/>
                  </a:lnTo>
                  <a:lnTo>
                    <a:pt x="449038" y="14369"/>
                  </a:lnTo>
                  <a:lnTo>
                    <a:pt x="447277" y="13643"/>
                  </a:lnTo>
                  <a:close/>
                </a:path>
                <a:path w="461644" h="838835">
                  <a:moveTo>
                    <a:pt x="9730" y="23556"/>
                  </a:moveTo>
                  <a:lnTo>
                    <a:pt x="9378" y="23556"/>
                  </a:lnTo>
                  <a:lnTo>
                    <a:pt x="9378" y="24458"/>
                  </a:lnTo>
                  <a:lnTo>
                    <a:pt x="9730" y="23556"/>
                  </a:lnTo>
                  <a:close/>
                </a:path>
                <a:path w="461644" h="838835">
                  <a:moveTo>
                    <a:pt x="14354" y="11699"/>
                  </a:moveTo>
                  <a:lnTo>
                    <a:pt x="11686" y="14369"/>
                  </a:lnTo>
                  <a:lnTo>
                    <a:pt x="13603" y="13624"/>
                  </a:lnTo>
                  <a:lnTo>
                    <a:pt x="14354" y="11699"/>
                  </a:lnTo>
                  <a:close/>
                </a:path>
                <a:path w="461644" h="838835">
                  <a:moveTo>
                    <a:pt x="13603" y="13624"/>
                  </a:moveTo>
                  <a:lnTo>
                    <a:pt x="11686" y="14369"/>
                  </a:lnTo>
                  <a:lnTo>
                    <a:pt x="13313" y="14369"/>
                  </a:lnTo>
                  <a:lnTo>
                    <a:pt x="13603" y="13624"/>
                  </a:lnTo>
                  <a:close/>
                </a:path>
                <a:path w="461644" h="838835">
                  <a:moveTo>
                    <a:pt x="446503" y="11856"/>
                  </a:moveTo>
                  <a:lnTo>
                    <a:pt x="447277" y="13643"/>
                  </a:lnTo>
                  <a:lnTo>
                    <a:pt x="449038" y="14369"/>
                  </a:lnTo>
                  <a:lnTo>
                    <a:pt x="446503" y="11856"/>
                  </a:lnTo>
                  <a:close/>
                </a:path>
                <a:path w="461644" h="838835">
                  <a:moveTo>
                    <a:pt x="456766" y="11856"/>
                  </a:moveTo>
                  <a:lnTo>
                    <a:pt x="446503" y="11856"/>
                  </a:lnTo>
                  <a:lnTo>
                    <a:pt x="449038" y="14369"/>
                  </a:lnTo>
                  <a:lnTo>
                    <a:pt x="457860" y="14369"/>
                  </a:lnTo>
                  <a:lnTo>
                    <a:pt x="456766" y="11856"/>
                  </a:lnTo>
                  <a:close/>
                </a:path>
                <a:path w="461644" h="838835">
                  <a:moveTo>
                    <a:pt x="436089" y="9029"/>
                  </a:moveTo>
                  <a:lnTo>
                    <a:pt x="447277" y="13643"/>
                  </a:lnTo>
                  <a:lnTo>
                    <a:pt x="446503" y="11856"/>
                  </a:lnTo>
                  <a:lnTo>
                    <a:pt x="456766" y="11856"/>
                  </a:lnTo>
                  <a:lnTo>
                    <a:pt x="455707" y="9422"/>
                  </a:lnTo>
                  <a:lnTo>
                    <a:pt x="437870" y="9422"/>
                  </a:lnTo>
                  <a:lnTo>
                    <a:pt x="436089" y="9029"/>
                  </a:lnTo>
                  <a:close/>
                </a:path>
                <a:path w="461644" h="838835">
                  <a:moveTo>
                    <a:pt x="18555" y="11699"/>
                  </a:moveTo>
                  <a:lnTo>
                    <a:pt x="14354" y="11699"/>
                  </a:lnTo>
                  <a:lnTo>
                    <a:pt x="13603" y="13624"/>
                  </a:lnTo>
                  <a:lnTo>
                    <a:pt x="18555" y="11699"/>
                  </a:lnTo>
                  <a:close/>
                </a:path>
                <a:path w="461644" h="838835">
                  <a:moveTo>
                    <a:pt x="25223" y="9108"/>
                  </a:moveTo>
                  <a:lnTo>
                    <a:pt x="23504" y="9422"/>
                  </a:lnTo>
                  <a:lnTo>
                    <a:pt x="24415" y="9422"/>
                  </a:lnTo>
                  <a:lnTo>
                    <a:pt x="25223" y="9108"/>
                  </a:lnTo>
                  <a:close/>
                </a:path>
                <a:path w="461644" h="838835">
                  <a:moveTo>
                    <a:pt x="436279" y="9108"/>
                  </a:moveTo>
                  <a:lnTo>
                    <a:pt x="25223" y="9108"/>
                  </a:lnTo>
                  <a:lnTo>
                    <a:pt x="24415" y="9422"/>
                  </a:lnTo>
                  <a:lnTo>
                    <a:pt x="437041" y="9422"/>
                  </a:lnTo>
                  <a:lnTo>
                    <a:pt x="436279" y="9108"/>
                  </a:lnTo>
                  <a:close/>
                </a:path>
                <a:path w="461644" h="838835">
                  <a:moveTo>
                    <a:pt x="455536" y="9029"/>
                  </a:moveTo>
                  <a:lnTo>
                    <a:pt x="436089" y="9029"/>
                  </a:lnTo>
                  <a:lnTo>
                    <a:pt x="437870" y="9422"/>
                  </a:lnTo>
                  <a:lnTo>
                    <a:pt x="455707" y="9422"/>
                  </a:lnTo>
                  <a:lnTo>
                    <a:pt x="455536" y="9029"/>
                  </a:lnTo>
                  <a:close/>
                </a:path>
              </a:pathLst>
            </a:custGeom>
            <a:solidFill>
              <a:srgbClr val="094D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19836" y="3266947"/>
            <a:ext cx="13608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192.168.0.11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9836" y="4581550"/>
            <a:ext cx="13608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192.168.0.20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03019" y="1315211"/>
            <a:ext cx="1458595" cy="3042285"/>
            <a:chOff x="1303019" y="1315211"/>
            <a:chExt cx="1458595" cy="3042285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38071" y="1315211"/>
              <a:ext cx="1423416" cy="16002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457705" y="1415033"/>
              <a:ext cx="1189355" cy="1365885"/>
            </a:xfrm>
            <a:custGeom>
              <a:avLst/>
              <a:gdLst/>
              <a:ahLst/>
              <a:cxnLst/>
              <a:rect l="l" t="t" r="r" b="b"/>
              <a:pathLst>
                <a:path w="1189355" h="1365885">
                  <a:moveTo>
                    <a:pt x="1129694" y="1316795"/>
                  </a:moveTo>
                  <a:lnTo>
                    <a:pt x="1110488" y="1333499"/>
                  </a:lnTo>
                  <a:lnTo>
                    <a:pt x="1189355" y="1365884"/>
                  </a:lnTo>
                  <a:lnTo>
                    <a:pt x="1179130" y="1326388"/>
                  </a:lnTo>
                  <a:lnTo>
                    <a:pt x="1138046" y="1326388"/>
                  </a:lnTo>
                  <a:lnTo>
                    <a:pt x="1129694" y="1316795"/>
                  </a:lnTo>
                  <a:close/>
                </a:path>
                <a:path w="1189355" h="1365885">
                  <a:moveTo>
                    <a:pt x="1148850" y="1300133"/>
                  </a:moveTo>
                  <a:lnTo>
                    <a:pt x="1129694" y="1316795"/>
                  </a:lnTo>
                  <a:lnTo>
                    <a:pt x="1138046" y="1326388"/>
                  </a:lnTo>
                  <a:lnTo>
                    <a:pt x="1157224" y="1309751"/>
                  </a:lnTo>
                  <a:lnTo>
                    <a:pt x="1148850" y="1300133"/>
                  </a:lnTo>
                  <a:close/>
                </a:path>
                <a:path w="1189355" h="1365885">
                  <a:moveTo>
                    <a:pt x="1168019" y="1283461"/>
                  </a:moveTo>
                  <a:lnTo>
                    <a:pt x="1148850" y="1300133"/>
                  </a:lnTo>
                  <a:lnTo>
                    <a:pt x="1157224" y="1309751"/>
                  </a:lnTo>
                  <a:lnTo>
                    <a:pt x="1138046" y="1326388"/>
                  </a:lnTo>
                  <a:lnTo>
                    <a:pt x="1179130" y="1326388"/>
                  </a:lnTo>
                  <a:lnTo>
                    <a:pt x="1168019" y="1283461"/>
                  </a:lnTo>
                  <a:close/>
                </a:path>
                <a:path w="1189355" h="1365885">
                  <a:moveTo>
                    <a:pt x="59686" y="49120"/>
                  </a:moveTo>
                  <a:lnTo>
                    <a:pt x="40486" y="65856"/>
                  </a:lnTo>
                  <a:lnTo>
                    <a:pt x="1129694" y="1316795"/>
                  </a:lnTo>
                  <a:lnTo>
                    <a:pt x="1148850" y="1300133"/>
                  </a:lnTo>
                  <a:lnTo>
                    <a:pt x="59686" y="49120"/>
                  </a:lnTo>
                  <a:close/>
                </a:path>
                <a:path w="1189355" h="1365885">
                  <a:moveTo>
                    <a:pt x="0" y="0"/>
                  </a:moveTo>
                  <a:lnTo>
                    <a:pt x="21335" y="82550"/>
                  </a:lnTo>
                  <a:lnTo>
                    <a:pt x="40486" y="65856"/>
                  </a:lnTo>
                  <a:lnTo>
                    <a:pt x="32131" y="56261"/>
                  </a:lnTo>
                  <a:lnTo>
                    <a:pt x="51307" y="39496"/>
                  </a:lnTo>
                  <a:lnTo>
                    <a:pt x="70726" y="39496"/>
                  </a:lnTo>
                  <a:lnTo>
                    <a:pt x="78740" y="32512"/>
                  </a:lnTo>
                  <a:lnTo>
                    <a:pt x="0" y="0"/>
                  </a:lnTo>
                  <a:close/>
                </a:path>
                <a:path w="1189355" h="1365885">
                  <a:moveTo>
                    <a:pt x="51307" y="39496"/>
                  </a:moveTo>
                  <a:lnTo>
                    <a:pt x="32131" y="56261"/>
                  </a:lnTo>
                  <a:lnTo>
                    <a:pt x="40486" y="65856"/>
                  </a:lnTo>
                  <a:lnTo>
                    <a:pt x="59686" y="49120"/>
                  </a:lnTo>
                  <a:lnTo>
                    <a:pt x="51307" y="39496"/>
                  </a:lnTo>
                  <a:close/>
                </a:path>
                <a:path w="1189355" h="1365885">
                  <a:moveTo>
                    <a:pt x="70726" y="39496"/>
                  </a:moveTo>
                  <a:lnTo>
                    <a:pt x="51307" y="39496"/>
                  </a:lnTo>
                  <a:lnTo>
                    <a:pt x="59686" y="49120"/>
                  </a:lnTo>
                  <a:lnTo>
                    <a:pt x="70726" y="39496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03019" y="2680766"/>
              <a:ext cx="1458468" cy="25445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422653" y="2743708"/>
              <a:ext cx="1224915" cy="94615"/>
            </a:xfrm>
            <a:custGeom>
              <a:avLst/>
              <a:gdLst/>
              <a:ahLst/>
              <a:cxnLst/>
              <a:rect l="l" t="t" r="r" b="b"/>
              <a:pathLst>
                <a:path w="1224914" h="94614">
                  <a:moveTo>
                    <a:pt x="75565" y="17906"/>
                  </a:moveTo>
                  <a:lnTo>
                    <a:pt x="0" y="57277"/>
                  </a:lnTo>
                  <a:lnTo>
                    <a:pt x="76834" y="94106"/>
                  </a:lnTo>
                  <a:lnTo>
                    <a:pt x="76415" y="68961"/>
                  </a:lnTo>
                  <a:lnTo>
                    <a:pt x="63754" y="68961"/>
                  </a:lnTo>
                  <a:lnTo>
                    <a:pt x="63246" y="43561"/>
                  </a:lnTo>
                  <a:lnTo>
                    <a:pt x="75989" y="43347"/>
                  </a:lnTo>
                  <a:lnTo>
                    <a:pt x="75565" y="17906"/>
                  </a:lnTo>
                  <a:close/>
                </a:path>
                <a:path w="1224914" h="94614">
                  <a:moveTo>
                    <a:pt x="1200285" y="25146"/>
                  </a:moveTo>
                  <a:lnTo>
                    <a:pt x="1160907" y="25146"/>
                  </a:lnTo>
                  <a:lnTo>
                    <a:pt x="1161415" y="50546"/>
                  </a:lnTo>
                  <a:lnTo>
                    <a:pt x="1148671" y="50759"/>
                  </a:lnTo>
                  <a:lnTo>
                    <a:pt x="1149096" y="76200"/>
                  </a:lnTo>
                  <a:lnTo>
                    <a:pt x="1224661" y="36830"/>
                  </a:lnTo>
                  <a:lnTo>
                    <a:pt x="1200285" y="25146"/>
                  </a:lnTo>
                  <a:close/>
                </a:path>
                <a:path w="1224914" h="94614">
                  <a:moveTo>
                    <a:pt x="75989" y="43347"/>
                  </a:moveTo>
                  <a:lnTo>
                    <a:pt x="63246" y="43561"/>
                  </a:lnTo>
                  <a:lnTo>
                    <a:pt x="63754" y="68961"/>
                  </a:lnTo>
                  <a:lnTo>
                    <a:pt x="76412" y="68748"/>
                  </a:lnTo>
                  <a:lnTo>
                    <a:pt x="75989" y="43347"/>
                  </a:lnTo>
                  <a:close/>
                </a:path>
                <a:path w="1224914" h="94614">
                  <a:moveTo>
                    <a:pt x="76412" y="68748"/>
                  </a:moveTo>
                  <a:lnTo>
                    <a:pt x="63754" y="68961"/>
                  </a:lnTo>
                  <a:lnTo>
                    <a:pt x="76415" y="68961"/>
                  </a:lnTo>
                  <a:lnTo>
                    <a:pt x="76412" y="68748"/>
                  </a:lnTo>
                  <a:close/>
                </a:path>
                <a:path w="1224914" h="94614">
                  <a:moveTo>
                    <a:pt x="1148248" y="25358"/>
                  </a:moveTo>
                  <a:lnTo>
                    <a:pt x="75989" y="43347"/>
                  </a:lnTo>
                  <a:lnTo>
                    <a:pt x="76412" y="68748"/>
                  </a:lnTo>
                  <a:lnTo>
                    <a:pt x="1148671" y="50759"/>
                  </a:lnTo>
                  <a:lnTo>
                    <a:pt x="1148248" y="25358"/>
                  </a:lnTo>
                  <a:close/>
                </a:path>
                <a:path w="1224914" h="94614">
                  <a:moveTo>
                    <a:pt x="1160907" y="25146"/>
                  </a:moveTo>
                  <a:lnTo>
                    <a:pt x="1148248" y="25358"/>
                  </a:lnTo>
                  <a:lnTo>
                    <a:pt x="1148671" y="50759"/>
                  </a:lnTo>
                  <a:lnTo>
                    <a:pt x="1161415" y="50546"/>
                  </a:lnTo>
                  <a:lnTo>
                    <a:pt x="1160907" y="25146"/>
                  </a:lnTo>
                  <a:close/>
                </a:path>
                <a:path w="1224914" h="94614">
                  <a:moveTo>
                    <a:pt x="1147826" y="0"/>
                  </a:moveTo>
                  <a:lnTo>
                    <a:pt x="1148248" y="25358"/>
                  </a:lnTo>
                  <a:lnTo>
                    <a:pt x="1160907" y="25146"/>
                  </a:lnTo>
                  <a:lnTo>
                    <a:pt x="1200285" y="25146"/>
                  </a:lnTo>
                  <a:lnTo>
                    <a:pt x="1147826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3019" y="2680715"/>
              <a:ext cx="1458468" cy="16764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422653" y="2780537"/>
              <a:ext cx="1224915" cy="1442720"/>
            </a:xfrm>
            <a:custGeom>
              <a:avLst/>
              <a:gdLst/>
              <a:ahLst/>
              <a:cxnLst/>
              <a:rect l="l" t="t" r="r" b="b"/>
              <a:pathLst>
                <a:path w="1224914" h="1442720">
                  <a:moveTo>
                    <a:pt x="20320" y="1359484"/>
                  </a:moveTo>
                  <a:lnTo>
                    <a:pt x="0" y="1442224"/>
                  </a:lnTo>
                  <a:lnTo>
                    <a:pt x="78359" y="1408811"/>
                  </a:lnTo>
                  <a:lnTo>
                    <a:pt x="70394" y="1402041"/>
                  </a:lnTo>
                  <a:lnTo>
                    <a:pt x="50800" y="1402041"/>
                  </a:lnTo>
                  <a:lnTo>
                    <a:pt x="31368" y="1385608"/>
                  </a:lnTo>
                  <a:lnTo>
                    <a:pt x="39622" y="1375888"/>
                  </a:lnTo>
                  <a:lnTo>
                    <a:pt x="20320" y="1359484"/>
                  </a:lnTo>
                  <a:close/>
                </a:path>
                <a:path w="1224914" h="1442720">
                  <a:moveTo>
                    <a:pt x="39622" y="1375888"/>
                  </a:moveTo>
                  <a:lnTo>
                    <a:pt x="31368" y="1385608"/>
                  </a:lnTo>
                  <a:lnTo>
                    <a:pt x="50800" y="1402041"/>
                  </a:lnTo>
                  <a:lnTo>
                    <a:pt x="59013" y="1392369"/>
                  </a:lnTo>
                  <a:lnTo>
                    <a:pt x="39622" y="1375888"/>
                  </a:lnTo>
                  <a:close/>
                </a:path>
                <a:path w="1224914" h="1442720">
                  <a:moveTo>
                    <a:pt x="59013" y="1392369"/>
                  </a:moveTo>
                  <a:lnTo>
                    <a:pt x="50800" y="1402041"/>
                  </a:lnTo>
                  <a:lnTo>
                    <a:pt x="70394" y="1402041"/>
                  </a:lnTo>
                  <a:lnTo>
                    <a:pt x="59013" y="1392369"/>
                  </a:lnTo>
                  <a:close/>
                </a:path>
                <a:path w="1224914" h="1442720">
                  <a:moveTo>
                    <a:pt x="1165616" y="49841"/>
                  </a:moveTo>
                  <a:lnTo>
                    <a:pt x="39622" y="1375888"/>
                  </a:lnTo>
                  <a:lnTo>
                    <a:pt x="59013" y="1392369"/>
                  </a:lnTo>
                  <a:lnTo>
                    <a:pt x="1184959" y="66306"/>
                  </a:lnTo>
                  <a:lnTo>
                    <a:pt x="1165616" y="49841"/>
                  </a:lnTo>
                  <a:close/>
                </a:path>
                <a:path w="1224914" h="1442720">
                  <a:moveTo>
                    <a:pt x="1214812" y="40131"/>
                  </a:moveTo>
                  <a:lnTo>
                    <a:pt x="1173861" y="40131"/>
                  </a:lnTo>
                  <a:lnTo>
                    <a:pt x="1193165" y="56642"/>
                  </a:lnTo>
                  <a:lnTo>
                    <a:pt x="1184959" y="66306"/>
                  </a:lnTo>
                  <a:lnTo>
                    <a:pt x="1204341" y="82804"/>
                  </a:lnTo>
                  <a:lnTo>
                    <a:pt x="1214812" y="40131"/>
                  </a:lnTo>
                  <a:close/>
                </a:path>
                <a:path w="1224914" h="1442720">
                  <a:moveTo>
                    <a:pt x="1173861" y="40131"/>
                  </a:moveTo>
                  <a:lnTo>
                    <a:pt x="1165616" y="49841"/>
                  </a:lnTo>
                  <a:lnTo>
                    <a:pt x="1184959" y="66306"/>
                  </a:lnTo>
                  <a:lnTo>
                    <a:pt x="1193165" y="56642"/>
                  </a:lnTo>
                  <a:lnTo>
                    <a:pt x="1173861" y="40131"/>
                  </a:lnTo>
                  <a:close/>
                </a:path>
                <a:path w="1224914" h="1442720">
                  <a:moveTo>
                    <a:pt x="1224661" y="0"/>
                  </a:moveTo>
                  <a:lnTo>
                    <a:pt x="1146302" y="33400"/>
                  </a:lnTo>
                  <a:lnTo>
                    <a:pt x="1165616" y="49841"/>
                  </a:lnTo>
                  <a:lnTo>
                    <a:pt x="1173861" y="40131"/>
                  </a:lnTo>
                  <a:lnTo>
                    <a:pt x="1214812" y="40131"/>
                  </a:lnTo>
                  <a:lnTo>
                    <a:pt x="1224661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997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75" dirty="0"/>
              <a:t> </a:t>
            </a:r>
            <a:r>
              <a:rPr sz="2800" spc="-5" dirty="0"/>
              <a:t>Router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733298" y="2120138"/>
            <a:ext cx="1750695" cy="908050"/>
            <a:chOff x="733298" y="2120138"/>
            <a:chExt cx="1750695" cy="908050"/>
          </a:xfrm>
        </p:grpSpPr>
        <p:sp>
          <p:nvSpPr>
            <p:cNvPr id="4" name="object 4"/>
            <p:cNvSpPr/>
            <p:nvPr/>
          </p:nvSpPr>
          <p:spPr>
            <a:xfrm>
              <a:off x="745998" y="2132838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83" y="7491"/>
                  </a:lnTo>
                  <a:lnTo>
                    <a:pt x="60213" y="28358"/>
                  </a:lnTo>
                  <a:lnTo>
                    <a:pt x="28376" y="60185"/>
                  </a:lnTo>
                  <a:lnTo>
                    <a:pt x="7498" y="100559"/>
                  </a:lnTo>
                  <a:lnTo>
                    <a:pt x="0" y="147066"/>
                  </a:lnTo>
                  <a:lnTo>
                    <a:pt x="0" y="735330"/>
                  </a:lnTo>
                  <a:lnTo>
                    <a:pt x="7498" y="781836"/>
                  </a:lnTo>
                  <a:lnTo>
                    <a:pt x="28376" y="822210"/>
                  </a:lnTo>
                  <a:lnTo>
                    <a:pt x="60213" y="854037"/>
                  </a:lnTo>
                  <a:lnTo>
                    <a:pt x="100583" y="874904"/>
                  </a:lnTo>
                  <a:lnTo>
                    <a:pt x="147065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8" y="735330"/>
                  </a:lnTo>
                  <a:lnTo>
                    <a:pt x="1725168" y="147066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5998" y="2132838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6"/>
                  </a:moveTo>
                  <a:lnTo>
                    <a:pt x="7498" y="100559"/>
                  </a:lnTo>
                  <a:lnTo>
                    <a:pt x="28376" y="60185"/>
                  </a:lnTo>
                  <a:lnTo>
                    <a:pt x="60213" y="28358"/>
                  </a:lnTo>
                  <a:lnTo>
                    <a:pt x="100583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8" y="147066"/>
                  </a:lnTo>
                  <a:lnTo>
                    <a:pt x="1725168" y="735330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5" y="882395"/>
                  </a:lnTo>
                  <a:lnTo>
                    <a:pt x="100583" y="874904"/>
                  </a:lnTo>
                  <a:lnTo>
                    <a:pt x="60213" y="854037"/>
                  </a:lnTo>
                  <a:lnTo>
                    <a:pt x="28376" y="822210"/>
                  </a:lnTo>
                  <a:lnTo>
                    <a:pt x="7498" y="781836"/>
                  </a:lnTo>
                  <a:lnTo>
                    <a:pt x="0" y="735330"/>
                  </a:lnTo>
                  <a:lnTo>
                    <a:pt x="0" y="14706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6830" y="2329434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80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6830" y="2329434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45565" y="2332990"/>
            <a:ext cx="112395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3298" y="3238754"/>
            <a:ext cx="1750695" cy="1250950"/>
            <a:chOff x="733298" y="3238754"/>
            <a:chExt cx="1750695" cy="1250950"/>
          </a:xfrm>
        </p:grpSpPr>
        <p:sp>
          <p:nvSpPr>
            <p:cNvPr id="10" name="object 10"/>
            <p:cNvSpPr/>
            <p:nvPr/>
          </p:nvSpPr>
          <p:spPr>
            <a:xfrm>
              <a:off x="745998" y="3251454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1520952" y="0"/>
                  </a:moveTo>
                  <a:lnTo>
                    <a:pt x="204215" y="0"/>
                  </a:lnTo>
                  <a:lnTo>
                    <a:pt x="157390" y="5393"/>
                  </a:lnTo>
                  <a:lnTo>
                    <a:pt x="114405" y="20758"/>
                  </a:lnTo>
                  <a:lnTo>
                    <a:pt x="76487" y="44866"/>
                  </a:lnTo>
                  <a:lnTo>
                    <a:pt x="44862" y="76493"/>
                  </a:lnTo>
                  <a:lnTo>
                    <a:pt x="20756" y="114411"/>
                  </a:lnTo>
                  <a:lnTo>
                    <a:pt x="5393" y="157394"/>
                  </a:lnTo>
                  <a:lnTo>
                    <a:pt x="0" y="204216"/>
                  </a:lnTo>
                  <a:lnTo>
                    <a:pt x="0" y="1021080"/>
                  </a:lnTo>
                  <a:lnTo>
                    <a:pt x="5393" y="1067905"/>
                  </a:lnTo>
                  <a:lnTo>
                    <a:pt x="20756" y="1110890"/>
                  </a:lnTo>
                  <a:lnTo>
                    <a:pt x="44862" y="1148808"/>
                  </a:lnTo>
                  <a:lnTo>
                    <a:pt x="76487" y="1180433"/>
                  </a:lnTo>
                  <a:lnTo>
                    <a:pt x="114405" y="1204539"/>
                  </a:lnTo>
                  <a:lnTo>
                    <a:pt x="157390" y="1219902"/>
                  </a:lnTo>
                  <a:lnTo>
                    <a:pt x="204215" y="1225296"/>
                  </a:lnTo>
                  <a:lnTo>
                    <a:pt x="1520952" y="1225296"/>
                  </a:lnTo>
                  <a:lnTo>
                    <a:pt x="1567773" y="1219902"/>
                  </a:lnTo>
                  <a:lnTo>
                    <a:pt x="1610756" y="1204539"/>
                  </a:lnTo>
                  <a:lnTo>
                    <a:pt x="1648674" y="1180433"/>
                  </a:lnTo>
                  <a:lnTo>
                    <a:pt x="1680301" y="1148808"/>
                  </a:lnTo>
                  <a:lnTo>
                    <a:pt x="1704409" y="1110890"/>
                  </a:lnTo>
                  <a:lnTo>
                    <a:pt x="1719774" y="1067905"/>
                  </a:lnTo>
                  <a:lnTo>
                    <a:pt x="1725168" y="1021080"/>
                  </a:lnTo>
                  <a:lnTo>
                    <a:pt x="1725168" y="204216"/>
                  </a:lnTo>
                  <a:lnTo>
                    <a:pt x="1719774" y="157394"/>
                  </a:lnTo>
                  <a:lnTo>
                    <a:pt x="1704409" y="114411"/>
                  </a:lnTo>
                  <a:lnTo>
                    <a:pt x="1680301" y="76493"/>
                  </a:lnTo>
                  <a:lnTo>
                    <a:pt x="1648674" y="44866"/>
                  </a:lnTo>
                  <a:lnTo>
                    <a:pt x="1610756" y="20758"/>
                  </a:lnTo>
                  <a:lnTo>
                    <a:pt x="1567773" y="5393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5998" y="3251454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0" y="204216"/>
                  </a:moveTo>
                  <a:lnTo>
                    <a:pt x="5393" y="157394"/>
                  </a:lnTo>
                  <a:lnTo>
                    <a:pt x="20756" y="114411"/>
                  </a:lnTo>
                  <a:lnTo>
                    <a:pt x="44862" y="76493"/>
                  </a:lnTo>
                  <a:lnTo>
                    <a:pt x="76487" y="44866"/>
                  </a:lnTo>
                  <a:lnTo>
                    <a:pt x="114405" y="20758"/>
                  </a:lnTo>
                  <a:lnTo>
                    <a:pt x="157390" y="5393"/>
                  </a:lnTo>
                  <a:lnTo>
                    <a:pt x="204215" y="0"/>
                  </a:lnTo>
                  <a:lnTo>
                    <a:pt x="1520952" y="0"/>
                  </a:lnTo>
                  <a:lnTo>
                    <a:pt x="1567773" y="5393"/>
                  </a:lnTo>
                  <a:lnTo>
                    <a:pt x="1610756" y="20758"/>
                  </a:lnTo>
                  <a:lnTo>
                    <a:pt x="1648674" y="44866"/>
                  </a:lnTo>
                  <a:lnTo>
                    <a:pt x="1680301" y="76493"/>
                  </a:lnTo>
                  <a:lnTo>
                    <a:pt x="1704409" y="114411"/>
                  </a:lnTo>
                  <a:lnTo>
                    <a:pt x="1719774" y="157394"/>
                  </a:lnTo>
                  <a:lnTo>
                    <a:pt x="1725168" y="204216"/>
                  </a:lnTo>
                  <a:lnTo>
                    <a:pt x="1725168" y="1021080"/>
                  </a:lnTo>
                  <a:lnTo>
                    <a:pt x="1719774" y="1067905"/>
                  </a:lnTo>
                  <a:lnTo>
                    <a:pt x="1704409" y="1110890"/>
                  </a:lnTo>
                  <a:lnTo>
                    <a:pt x="1680301" y="1148808"/>
                  </a:lnTo>
                  <a:lnTo>
                    <a:pt x="1648674" y="1180433"/>
                  </a:lnTo>
                  <a:lnTo>
                    <a:pt x="1610756" y="1204539"/>
                  </a:lnTo>
                  <a:lnTo>
                    <a:pt x="1567773" y="1219902"/>
                  </a:lnTo>
                  <a:lnTo>
                    <a:pt x="1520952" y="1225296"/>
                  </a:lnTo>
                  <a:lnTo>
                    <a:pt x="204215" y="1225296"/>
                  </a:lnTo>
                  <a:lnTo>
                    <a:pt x="157390" y="1219902"/>
                  </a:lnTo>
                  <a:lnTo>
                    <a:pt x="114405" y="1204539"/>
                  </a:lnTo>
                  <a:lnTo>
                    <a:pt x="76487" y="1180433"/>
                  </a:lnTo>
                  <a:lnTo>
                    <a:pt x="44862" y="1148808"/>
                  </a:lnTo>
                  <a:lnTo>
                    <a:pt x="20756" y="1110890"/>
                  </a:lnTo>
                  <a:lnTo>
                    <a:pt x="5393" y="1067905"/>
                  </a:lnTo>
                  <a:lnTo>
                    <a:pt x="0" y="1021080"/>
                  </a:lnTo>
                  <a:lnTo>
                    <a:pt x="0" y="20421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06830" y="348310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6830" y="348310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14450" y="3829050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3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80" y="259080"/>
                  </a:lnTo>
                  <a:lnTo>
                    <a:pt x="545083" y="259080"/>
                  </a:lnTo>
                  <a:lnTo>
                    <a:pt x="561903" y="255687"/>
                  </a:lnTo>
                  <a:lnTo>
                    <a:pt x="575627" y="246433"/>
                  </a:lnTo>
                  <a:lnTo>
                    <a:pt x="584874" y="232708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14450" y="3829050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08"/>
                  </a:lnTo>
                  <a:lnTo>
                    <a:pt x="575627" y="246433"/>
                  </a:lnTo>
                  <a:lnTo>
                    <a:pt x="561903" y="255687"/>
                  </a:lnTo>
                  <a:lnTo>
                    <a:pt x="545083" y="259080"/>
                  </a:lnTo>
                  <a:lnTo>
                    <a:pt x="43180" y="259080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10513" y="3487673"/>
            <a:ext cx="1192530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3298" y="1594358"/>
            <a:ext cx="3619500" cy="327660"/>
            <a:chOff x="733298" y="1594358"/>
            <a:chExt cx="3619500" cy="327660"/>
          </a:xfrm>
        </p:grpSpPr>
        <p:sp>
          <p:nvSpPr>
            <p:cNvPr id="18" name="object 18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3543300" y="0"/>
                  </a:moveTo>
                  <a:lnTo>
                    <a:pt x="50292" y="0"/>
                  </a:lnTo>
                  <a:lnTo>
                    <a:pt x="30716" y="3946"/>
                  </a:lnTo>
                  <a:lnTo>
                    <a:pt x="14730" y="14716"/>
                  </a:lnTo>
                  <a:lnTo>
                    <a:pt x="3952" y="30700"/>
                  </a:lnTo>
                  <a:lnTo>
                    <a:pt x="0" y="50291"/>
                  </a:lnTo>
                  <a:lnTo>
                    <a:pt x="0" y="251459"/>
                  </a:lnTo>
                  <a:lnTo>
                    <a:pt x="3952" y="271051"/>
                  </a:lnTo>
                  <a:lnTo>
                    <a:pt x="14730" y="287035"/>
                  </a:lnTo>
                  <a:lnTo>
                    <a:pt x="30716" y="297805"/>
                  </a:lnTo>
                  <a:lnTo>
                    <a:pt x="50292" y="301751"/>
                  </a:lnTo>
                  <a:lnTo>
                    <a:pt x="3543300" y="301751"/>
                  </a:lnTo>
                  <a:lnTo>
                    <a:pt x="3562891" y="297805"/>
                  </a:lnTo>
                  <a:lnTo>
                    <a:pt x="3578875" y="287035"/>
                  </a:lnTo>
                  <a:lnTo>
                    <a:pt x="3589645" y="271051"/>
                  </a:lnTo>
                  <a:lnTo>
                    <a:pt x="3593591" y="251459"/>
                  </a:lnTo>
                  <a:lnTo>
                    <a:pt x="3593591" y="50291"/>
                  </a:lnTo>
                  <a:lnTo>
                    <a:pt x="3589645" y="30700"/>
                  </a:lnTo>
                  <a:lnTo>
                    <a:pt x="3578875" y="14716"/>
                  </a:lnTo>
                  <a:lnTo>
                    <a:pt x="3562891" y="3946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0" y="50291"/>
                  </a:moveTo>
                  <a:lnTo>
                    <a:pt x="3952" y="30700"/>
                  </a:lnTo>
                  <a:lnTo>
                    <a:pt x="14730" y="14716"/>
                  </a:lnTo>
                  <a:lnTo>
                    <a:pt x="30716" y="3946"/>
                  </a:lnTo>
                  <a:lnTo>
                    <a:pt x="50292" y="0"/>
                  </a:lnTo>
                  <a:lnTo>
                    <a:pt x="3543300" y="0"/>
                  </a:lnTo>
                  <a:lnTo>
                    <a:pt x="3562891" y="3946"/>
                  </a:lnTo>
                  <a:lnTo>
                    <a:pt x="3578875" y="14716"/>
                  </a:lnTo>
                  <a:lnTo>
                    <a:pt x="3589645" y="30700"/>
                  </a:lnTo>
                  <a:lnTo>
                    <a:pt x="3593591" y="50291"/>
                  </a:lnTo>
                  <a:lnTo>
                    <a:pt x="3593591" y="251459"/>
                  </a:lnTo>
                  <a:lnTo>
                    <a:pt x="3589645" y="271051"/>
                  </a:lnTo>
                  <a:lnTo>
                    <a:pt x="3578875" y="287035"/>
                  </a:lnTo>
                  <a:lnTo>
                    <a:pt x="3562891" y="297805"/>
                  </a:lnTo>
                  <a:lnTo>
                    <a:pt x="3543300" y="301751"/>
                  </a:lnTo>
                  <a:lnTo>
                    <a:pt x="50292" y="301751"/>
                  </a:lnTo>
                  <a:lnTo>
                    <a:pt x="30716" y="297805"/>
                  </a:lnTo>
                  <a:lnTo>
                    <a:pt x="14730" y="287035"/>
                  </a:lnTo>
                  <a:lnTo>
                    <a:pt x="3952" y="271051"/>
                  </a:lnTo>
                  <a:lnTo>
                    <a:pt x="0" y="251459"/>
                  </a:lnTo>
                  <a:lnTo>
                    <a:pt x="0" y="5029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87955" y="1601215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ut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805934" y="2762376"/>
          <a:ext cx="2828925" cy="741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4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5224398" y="2395220"/>
            <a:ext cx="1724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01722" y="2114042"/>
            <a:ext cx="1750695" cy="908050"/>
            <a:chOff x="2601722" y="2114042"/>
            <a:chExt cx="1750695" cy="908050"/>
          </a:xfrm>
        </p:grpSpPr>
        <p:sp>
          <p:nvSpPr>
            <p:cNvPr id="24" name="object 24"/>
            <p:cNvSpPr/>
            <p:nvPr/>
          </p:nvSpPr>
          <p:spPr>
            <a:xfrm>
              <a:off x="2614422" y="2126742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30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5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7" y="735330"/>
                  </a:lnTo>
                  <a:lnTo>
                    <a:pt x="1725167" y="147065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14422" y="2126742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7" y="147065"/>
                  </a:lnTo>
                  <a:lnTo>
                    <a:pt x="1725167" y="735330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5" y="882395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30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47822" y="2326386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47822" y="2326386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914904" y="2329383"/>
            <a:ext cx="1123950" cy="59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586482" y="3238754"/>
            <a:ext cx="1758314" cy="1264920"/>
            <a:chOff x="2586482" y="3238754"/>
            <a:chExt cx="1758314" cy="1264920"/>
          </a:xfrm>
        </p:grpSpPr>
        <p:sp>
          <p:nvSpPr>
            <p:cNvPr id="30" name="object 30"/>
            <p:cNvSpPr/>
            <p:nvPr/>
          </p:nvSpPr>
          <p:spPr>
            <a:xfrm>
              <a:off x="2599182" y="3251454"/>
              <a:ext cx="1732914" cy="1239520"/>
            </a:xfrm>
            <a:custGeom>
              <a:avLst/>
              <a:gdLst/>
              <a:ahLst/>
              <a:cxnLst/>
              <a:rect l="l" t="t" r="r" b="b"/>
              <a:pathLst>
                <a:path w="1732914" h="1239520">
                  <a:moveTo>
                    <a:pt x="1526285" y="0"/>
                  </a:moveTo>
                  <a:lnTo>
                    <a:pt x="206501" y="0"/>
                  </a:lnTo>
                  <a:lnTo>
                    <a:pt x="159153" y="5453"/>
                  </a:lnTo>
                  <a:lnTo>
                    <a:pt x="115688" y="20989"/>
                  </a:lnTo>
                  <a:lnTo>
                    <a:pt x="77346" y="45366"/>
                  </a:lnTo>
                  <a:lnTo>
                    <a:pt x="45366" y="77346"/>
                  </a:lnTo>
                  <a:lnTo>
                    <a:pt x="20989" y="115688"/>
                  </a:lnTo>
                  <a:lnTo>
                    <a:pt x="5453" y="159153"/>
                  </a:lnTo>
                  <a:lnTo>
                    <a:pt x="0" y="206502"/>
                  </a:lnTo>
                  <a:lnTo>
                    <a:pt x="0" y="1032510"/>
                  </a:lnTo>
                  <a:lnTo>
                    <a:pt x="5453" y="1079858"/>
                  </a:lnTo>
                  <a:lnTo>
                    <a:pt x="20989" y="1123323"/>
                  </a:lnTo>
                  <a:lnTo>
                    <a:pt x="45366" y="1161665"/>
                  </a:lnTo>
                  <a:lnTo>
                    <a:pt x="77346" y="1193645"/>
                  </a:lnTo>
                  <a:lnTo>
                    <a:pt x="115688" y="1218022"/>
                  </a:lnTo>
                  <a:lnTo>
                    <a:pt x="159153" y="1233558"/>
                  </a:lnTo>
                  <a:lnTo>
                    <a:pt x="206501" y="1239012"/>
                  </a:lnTo>
                  <a:lnTo>
                    <a:pt x="1526285" y="1239012"/>
                  </a:lnTo>
                  <a:lnTo>
                    <a:pt x="1573634" y="1233558"/>
                  </a:lnTo>
                  <a:lnTo>
                    <a:pt x="1617099" y="1218022"/>
                  </a:lnTo>
                  <a:lnTo>
                    <a:pt x="1655441" y="1193645"/>
                  </a:lnTo>
                  <a:lnTo>
                    <a:pt x="1687421" y="1161665"/>
                  </a:lnTo>
                  <a:lnTo>
                    <a:pt x="1711798" y="1123323"/>
                  </a:lnTo>
                  <a:lnTo>
                    <a:pt x="1727334" y="1079858"/>
                  </a:lnTo>
                  <a:lnTo>
                    <a:pt x="1732788" y="1032510"/>
                  </a:lnTo>
                  <a:lnTo>
                    <a:pt x="1732788" y="206502"/>
                  </a:lnTo>
                  <a:lnTo>
                    <a:pt x="1727334" y="159153"/>
                  </a:lnTo>
                  <a:lnTo>
                    <a:pt x="1711798" y="115688"/>
                  </a:lnTo>
                  <a:lnTo>
                    <a:pt x="1687421" y="77346"/>
                  </a:lnTo>
                  <a:lnTo>
                    <a:pt x="1655441" y="45366"/>
                  </a:lnTo>
                  <a:lnTo>
                    <a:pt x="1617099" y="20989"/>
                  </a:lnTo>
                  <a:lnTo>
                    <a:pt x="1573634" y="5453"/>
                  </a:lnTo>
                  <a:lnTo>
                    <a:pt x="15262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99182" y="3251454"/>
              <a:ext cx="1732914" cy="1239520"/>
            </a:xfrm>
            <a:custGeom>
              <a:avLst/>
              <a:gdLst/>
              <a:ahLst/>
              <a:cxnLst/>
              <a:rect l="l" t="t" r="r" b="b"/>
              <a:pathLst>
                <a:path w="1732914" h="1239520">
                  <a:moveTo>
                    <a:pt x="0" y="206502"/>
                  </a:moveTo>
                  <a:lnTo>
                    <a:pt x="5453" y="159153"/>
                  </a:lnTo>
                  <a:lnTo>
                    <a:pt x="20989" y="115688"/>
                  </a:lnTo>
                  <a:lnTo>
                    <a:pt x="45366" y="77346"/>
                  </a:lnTo>
                  <a:lnTo>
                    <a:pt x="77346" y="45366"/>
                  </a:lnTo>
                  <a:lnTo>
                    <a:pt x="115688" y="20989"/>
                  </a:lnTo>
                  <a:lnTo>
                    <a:pt x="159153" y="5453"/>
                  </a:lnTo>
                  <a:lnTo>
                    <a:pt x="206501" y="0"/>
                  </a:lnTo>
                  <a:lnTo>
                    <a:pt x="1526285" y="0"/>
                  </a:lnTo>
                  <a:lnTo>
                    <a:pt x="1573634" y="5453"/>
                  </a:lnTo>
                  <a:lnTo>
                    <a:pt x="1617099" y="20989"/>
                  </a:lnTo>
                  <a:lnTo>
                    <a:pt x="1655441" y="45366"/>
                  </a:lnTo>
                  <a:lnTo>
                    <a:pt x="1687421" y="77346"/>
                  </a:lnTo>
                  <a:lnTo>
                    <a:pt x="1711798" y="115688"/>
                  </a:lnTo>
                  <a:lnTo>
                    <a:pt x="1727334" y="159153"/>
                  </a:lnTo>
                  <a:lnTo>
                    <a:pt x="1732788" y="206502"/>
                  </a:lnTo>
                  <a:lnTo>
                    <a:pt x="1732788" y="1032510"/>
                  </a:lnTo>
                  <a:lnTo>
                    <a:pt x="1727334" y="1079858"/>
                  </a:lnTo>
                  <a:lnTo>
                    <a:pt x="1711798" y="1123323"/>
                  </a:lnTo>
                  <a:lnTo>
                    <a:pt x="1687421" y="1161665"/>
                  </a:lnTo>
                  <a:lnTo>
                    <a:pt x="1655441" y="1193645"/>
                  </a:lnTo>
                  <a:lnTo>
                    <a:pt x="1617099" y="1218022"/>
                  </a:lnTo>
                  <a:lnTo>
                    <a:pt x="1573634" y="1233558"/>
                  </a:lnTo>
                  <a:lnTo>
                    <a:pt x="1526285" y="1239012"/>
                  </a:lnTo>
                  <a:lnTo>
                    <a:pt x="206501" y="1239012"/>
                  </a:lnTo>
                  <a:lnTo>
                    <a:pt x="159153" y="1233558"/>
                  </a:lnTo>
                  <a:lnTo>
                    <a:pt x="115688" y="1218022"/>
                  </a:lnTo>
                  <a:lnTo>
                    <a:pt x="77346" y="1193645"/>
                  </a:lnTo>
                  <a:lnTo>
                    <a:pt x="45366" y="1161665"/>
                  </a:lnTo>
                  <a:lnTo>
                    <a:pt x="20989" y="1123323"/>
                  </a:lnTo>
                  <a:lnTo>
                    <a:pt x="5453" y="1079858"/>
                  </a:lnTo>
                  <a:lnTo>
                    <a:pt x="0" y="1032510"/>
                  </a:lnTo>
                  <a:lnTo>
                    <a:pt x="0" y="20650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44774" y="3458718"/>
              <a:ext cx="593090" cy="259079"/>
            </a:xfrm>
            <a:custGeom>
              <a:avLst/>
              <a:gdLst/>
              <a:ahLst/>
              <a:cxnLst/>
              <a:rect l="l" t="t" r="r" b="b"/>
              <a:pathLst>
                <a:path w="593089" h="259079">
                  <a:moveTo>
                    <a:pt x="549655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9655" y="259079"/>
                  </a:lnTo>
                  <a:lnTo>
                    <a:pt x="566475" y="255690"/>
                  </a:lnTo>
                  <a:lnTo>
                    <a:pt x="580199" y="246443"/>
                  </a:lnTo>
                  <a:lnTo>
                    <a:pt x="589446" y="232719"/>
                  </a:lnTo>
                  <a:lnTo>
                    <a:pt x="592836" y="215899"/>
                  </a:lnTo>
                  <a:lnTo>
                    <a:pt x="592836" y="43179"/>
                  </a:lnTo>
                  <a:lnTo>
                    <a:pt x="589446" y="26360"/>
                  </a:lnTo>
                  <a:lnTo>
                    <a:pt x="580199" y="12636"/>
                  </a:lnTo>
                  <a:lnTo>
                    <a:pt x="566475" y="3389"/>
                  </a:lnTo>
                  <a:lnTo>
                    <a:pt x="549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44774" y="3458718"/>
              <a:ext cx="593090" cy="259079"/>
            </a:xfrm>
            <a:custGeom>
              <a:avLst/>
              <a:gdLst/>
              <a:ahLst/>
              <a:cxnLst/>
              <a:rect l="l" t="t" r="r" b="b"/>
              <a:pathLst>
                <a:path w="593089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9655" y="0"/>
                  </a:lnTo>
                  <a:lnTo>
                    <a:pt x="566475" y="3389"/>
                  </a:lnTo>
                  <a:lnTo>
                    <a:pt x="580199" y="12636"/>
                  </a:lnTo>
                  <a:lnTo>
                    <a:pt x="589446" y="26360"/>
                  </a:lnTo>
                  <a:lnTo>
                    <a:pt x="592836" y="43179"/>
                  </a:lnTo>
                  <a:lnTo>
                    <a:pt x="592836" y="215899"/>
                  </a:lnTo>
                  <a:lnTo>
                    <a:pt x="589446" y="232719"/>
                  </a:lnTo>
                  <a:lnTo>
                    <a:pt x="580199" y="246443"/>
                  </a:lnTo>
                  <a:lnTo>
                    <a:pt x="566475" y="255690"/>
                  </a:lnTo>
                  <a:lnTo>
                    <a:pt x="549655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44774" y="3813810"/>
              <a:ext cx="593090" cy="259079"/>
            </a:xfrm>
            <a:custGeom>
              <a:avLst/>
              <a:gdLst/>
              <a:ahLst/>
              <a:cxnLst/>
              <a:rect l="l" t="t" r="r" b="b"/>
              <a:pathLst>
                <a:path w="593089" h="259079">
                  <a:moveTo>
                    <a:pt x="549655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80" y="259079"/>
                  </a:lnTo>
                  <a:lnTo>
                    <a:pt x="549655" y="259079"/>
                  </a:lnTo>
                  <a:lnTo>
                    <a:pt x="566475" y="255687"/>
                  </a:lnTo>
                  <a:lnTo>
                    <a:pt x="580199" y="246433"/>
                  </a:lnTo>
                  <a:lnTo>
                    <a:pt x="589446" y="232708"/>
                  </a:lnTo>
                  <a:lnTo>
                    <a:pt x="592836" y="215899"/>
                  </a:lnTo>
                  <a:lnTo>
                    <a:pt x="592836" y="43179"/>
                  </a:lnTo>
                  <a:lnTo>
                    <a:pt x="589446" y="26360"/>
                  </a:lnTo>
                  <a:lnTo>
                    <a:pt x="580199" y="12636"/>
                  </a:lnTo>
                  <a:lnTo>
                    <a:pt x="566475" y="3389"/>
                  </a:lnTo>
                  <a:lnTo>
                    <a:pt x="549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44774" y="3813810"/>
              <a:ext cx="593090" cy="259079"/>
            </a:xfrm>
            <a:custGeom>
              <a:avLst/>
              <a:gdLst/>
              <a:ahLst/>
              <a:cxnLst/>
              <a:rect l="l" t="t" r="r" b="b"/>
              <a:pathLst>
                <a:path w="593089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9655" y="0"/>
                  </a:lnTo>
                  <a:lnTo>
                    <a:pt x="566475" y="3389"/>
                  </a:lnTo>
                  <a:lnTo>
                    <a:pt x="580199" y="12636"/>
                  </a:lnTo>
                  <a:lnTo>
                    <a:pt x="589446" y="26360"/>
                  </a:lnTo>
                  <a:lnTo>
                    <a:pt x="592836" y="43179"/>
                  </a:lnTo>
                  <a:lnTo>
                    <a:pt x="592836" y="215899"/>
                  </a:lnTo>
                  <a:lnTo>
                    <a:pt x="589446" y="232708"/>
                  </a:lnTo>
                  <a:lnTo>
                    <a:pt x="580199" y="246433"/>
                  </a:lnTo>
                  <a:lnTo>
                    <a:pt x="566475" y="255687"/>
                  </a:lnTo>
                  <a:lnTo>
                    <a:pt x="549655" y="259079"/>
                  </a:lnTo>
                  <a:lnTo>
                    <a:pt x="43180" y="259079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869183" y="3462909"/>
            <a:ext cx="1192530" cy="92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R="42545" algn="ctr">
              <a:lnSpc>
                <a:spcPct val="100000"/>
              </a:lnSpc>
              <a:spcBef>
                <a:spcPts val="112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325874" y="2563875"/>
            <a:ext cx="486409" cy="1309370"/>
          </a:xfrm>
          <a:custGeom>
            <a:avLst/>
            <a:gdLst/>
            <a:ahLst/>
            <a:cxnLst/>
            <a:rect l="l" t="t" r="r" b="b"/>
            <a:pathLst>
              <a:path w="486410" h="1309370">
                <a:moveTo>
                  <a:pt x="486029" y="576326"/>
                </a:moveTo>
                <a:lnTo>
                  <a:pt x="485876" y="575716"/>
                </a:lnTo>
                <a:lnTo>
                  <a:pt x="485902" y="575564"/>
                </a:lnTo>
                <a:lnTo>
                  <a:pt x="475640" y="531368"/>
                </a:lnTo>
                <a:lnTo>
                  <a:pt x="466852" y="493268"/>
                </a:lnTo>
                <a:lnTo>
                  <a:pt x="442341" y="513549"/>
                </a:lnTo>
                <a:lnTo>
                  <a:pt x="17907" y="0"/>
                </a:lnTo>
                <a:lnTo>
                  <a:pt x="8001" y="8128"/>
                </a:lnTo>
                <a:lnTo>
                  <a:pt x="432600" y="521601"/>
                </a:lnTo>
                <a:lnTo>
                  <a:pt x="408051" y="541909"/>
                </a:lnTo>
                <a:lnTo>
                  <a:pt x="485203" y="575970"/>
                </a:lnTo>
                <a:lnTo>
                  <a:pt x="412242" y="618236"/>
                </a:lnTo>
                <a:lnTo>
                  <a:pt x="438772" y="635723"/>
                </a:lnTo>
                <a:lnTo>
                  <a:pt x="0" y="1302131"/>
                </a:lnTo>
                <a:lnTo>
                  <a:pt x="10668" y="1309116"/>
                </a:lnTo>
                <a:lnTo>
                  <a:pt x="449338" y="642683"/>
                </a:lnTo>
                <a:lnTo>
                  <a:pt x="475869" y="660146"/>
                </a:lnTo>
                <a:lnTo>
                  <a:pt x="480021" y="625094"/>
                </a:lnTo>
                <a:lnTo>
                  <a:pt x="485813" y="576237"/>
                </a:lnTo>
                <a:lnTo>
                  <a:pt x="486029" y="576326"/>
                </a:lnTo>
                <a:close/>
              </a:path>
            </a:pathLst>
          </a:custGeom>
          <a:solidFill>
            <a:srgbClr val="94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49081" y="4653916"/>
            <a:ext cx="4553585" cy="489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5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5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 dirty="0">
              <a:latin typeface="Consolas"/>
              <a:cs typeface="Consolas"/>
            </a:endParaRPr>
          </a:p>
          <a:p>
            <a:pPr marL="1669414">
              <a:lnSpc>
                <a:spcPct val="100000"/>
              </a:lnSpc>
              <a:spcBef>
                <a:spcPts val="985"/>
              </a:spcBef>
            </a:pP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189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75" dirty="0"/>
              <a:t> </a:t>
            </a:r>
            <a:r>
              <a:rPr sz="2800" spc="-5" dirty="0"/>
              <a:t>IP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733298" y="2063750"/>
            <a:ext cx="3498850" cy="1023619"/>
            <a:chOff x="733298" y="2063750"/>
            <a:chExt cx="3498850" cy="1023619"/>
          </a:xfrm>
        </p:grpSpPr>
        <p:sp>
          <p:nvSpPr>
            <p:cNvPr id="4" name="object 4"/>
            <p:cNvSpPr/>
            <p:nvPr/>
          </p:nvSpPr>
          <p:spPr>
            <a:xfrm>
              <a:off x="745998" y="2076450"/>
              <a:ext cx="3473450" cy="998219"/>
            </a:xfrm>
            <a:custGeom>
              <a:avLst/>
              <a:gdLst/>
              <a:ahLst/>
              <a:cxnLst/>
              <a:rect l="l" t="t" r="r" b="b"/>
              <a:pathLst>
                <a:path w="3473450" h="998219">
                  <a:moveTo>
                    <a:pt x="3306826" y="0"/>
                  </a:moveTo>
                  <a:lnTo>
                    <a:pt x="166370" y="0"/>
                  </a:lnTo>
                  <a:lnTo>
                    <a:pt x="122141" y="5947"/>
                  </a:lnTo>
                  <a:lnTo>
                    <a:pt x="82399" y="22728"/>
                  </a:lnTo>
                  <a:lnTo>
                    <a:pt x="48728" y="48752"/>
                  </a:lnTo>
                  <a:lnTo>
                    <a:pt x="22714" y="82427"/>
                  </a:lnTo>
                  <a:lnTo>
                    <a:pt x="5942" y="122164"/>
                  </a:lnTo>
                  <a:lnTo>
                    <a:pt x="0" y="166369"/>
                  </a:lnTo>
                  <a:lnTo>
                    <a:pt x="0" y="831850"/>
                  </a:lnTo>
                  <a:lnTo>
                    <a:pt x="5942" y="876055"/>
                  </a:lnTo>
                  <a:lnTo>
                    <a:pt x="22714" y="915792"/>
                  </a:lnTo>
                  <a:lnTo>
                    <a:pt x="48728" y="949467"/>
                  </a:lnTo>
                  <a:lnTo>
                    <a:pt x="82399" y="975491"/>
                  </a:lnTo>
                  <a:lnTo>
                    <a:pt x="122141" y="992272"/>
                  </a:lnTo>
                  <a:lnTo>
                    <a:pt x="166370" y="998219"/>
                  </a:lnTo>
                  <a:lnTo>
                    <a:pt x="3306826" y="998219"/>
                  </a:lnTo>
                  <a:lnTo>
                    <a:pt x="3351031" y="992272"/>
                  </a:lnTo>
                  <a:lnTo>
                    <a:pt x="3390768" y="975491"/>
                  </a:lnTo>
                  <a:lnTo>
                    <a:pt x="3424443" y="949467"/>
                  </a:lnTo>
                  <a:lnTo>
                    <a:pt x="3450467" y="915792"/>
                  </a:lnTo>
                  <a:lnTo>
                    <a:pt x="3467248" y="876055"/>
                  </a:lnTo>
                  <a:lnTo>
                    <a:pt x="3473196" y="831850"/>
                  </a:lnTo>
                  <a:lnTo>
                    <a:pt x="3473196" y="166369"/>
                  </a:lnTo>
                  <a:lnTo>
                    <a:pt x="3467248" y="122164"/>
                  </a:lnTo>
                  <a:lnTo>
                    <a:pt x="3450467" y="82427"/>
                  </a:lnTo>
                  <a:lnTo>
                    <a:pt x="3424443" y="48752"/>
                  </a:lnTo>
                  <a:lnTo>
                    <a:pt x="3390768" y="22728"/>
                  </a:lnTo>
                  <a:lnTo>
                    <a:pt x="3351031" y="5947"/>
                  </a:lnTo>
                  <a:lnTo>
                    <a:pt x="33068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5998" y="2076450"/>
              <a:ext cx="3473450" cy="998219"/>
            </a:xfrm>
            <a:custGeom>
              <a:avLst/>
              <a:gdLst/>
              <a:ahLst/>
              <a:cxnLst/>
              <a:rect l="l" t="t" r="r" b="b"/>
              <a:pathLst>
                <a:path w="3473450" h="998219">
                  <a:moveTo>
                    <a:pt x="0" y="166369"/>
                  </a:moveTo>
                  <a:lnTo>
                    <a:pt x="5942" y="122164"/>
                  </a:lnTo>
                  <a:lnTo>
                    <a:pt x="22714" y="82427"/>
                  </a:lnTo>
                  <a:lnTo>
                    <a:pt x="48728" y="48752"/>
                  </a:lnTo>
                  <a:lnTo>
                    <a:pt x="82399" y="22728"/>
                  </a:lnTo>
                  <a:lnTo>
                    <a:pt x="122141" y="5947"/>
                  </a:lnTo>
                  <a:lnTo>
                    <a:pt x="166370" y="0"/>
                  </a:lnTo>
                  <a:lnTo>
                    <a:pt x="3306826" y="0"/>
                  </a:lnTo>
                  <a:lnTo>
                    <a:pt x="3351031" y="5947"/>
                  </a:lnTo>
                  <a:lnTo>
                    <a:pt x="3390768" y="22728"/>
                  </a:lnTo>
                  <a:lnTo>
                    <a:pt x="3424443" y="48752"/>
                  </a:lnTo>
                  <a:lnTo>
                    <a:pt x="3450467" y="82427"/>
                  </a:lnTo>
                  <a:lnTo>
                    <a:pt x="3467248" y="122164"/>
                  </a:lnTo>
                  <a:lnTo>
                    <a:pt x="3473196" y="166369"/>
                  </a:lnTo>
                  <a:lnTo>
                    <a:pt x="3473196" y="831850"/>
                  </a:lnTo>
                  <a:lnTo>
                    <a:pt x="3467248" y="876055"/>
                  </a:lnTo>
                  <a:lnTo>
                    <a:pt x="3450467" y="915792"/>
                  </a:lnTo>
                  <a:lnTo>
                    <a:pt x="3424443" y="949467"/>
                  </a:lnTo>
                  <a:lnTo>
                    <a:pt x="3390768" y="975491"/>
                  </a:lnTo>
                  <a:lnTo>
                    <a:pt x="3351031" y="992272"/>
                  </a:lnTo>
                  <a:lnTo>
                    <a:pt x="3306826" y="998219"/>
                  </a:lnTo>
                  <a:lnTo>
                    <a:pt x="166370" y="998219"/>
                  </a:lnTo>
                  <a:lnTo>
                    <a:pt x="122141" y="992272"/>
                  </a:lnTo>
                  <a:lnTo>
                    <a:pt x="82399" y="975491"/>
                  </a:lnTo>
                  <a:lnTo>
                    <a:pt x="48728" y="949467"/>
                  </a:lnTo>
                  <a:lnTo>
                    <a:pt x="22714" y="915792"/>
                  </a:lnTo>
                  <a:lnTo>
                    <a:pt x="5942" y="876055"/>
                  </a:lnTo>
                  <a:lnTo>
                    <a:pt x="0" y="831850"/>
                  </a:lnTo>
                  <a:lnTo>
                    <a:pt x="0" y="16636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19985" y="2748152"/>
            <a:ext cx="11239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41958" y="2144522"/>
            <a:ext cx="676275" cy="619760"/>
            <a:chOff x="1441958" y="2144522"/>
            <a:chExt cx="676275" cy="619760"/>
          </a:xfrm>
        </p:grpSpPr>
        <p:sp>
          <p:nvSpPr>
            <p:cNvPr id="8" name="object 8"/>
            <p:cNvSpPr/>
            <p:nvPr/>
          </p:nvSpPr>
          <p:spPr>
            <a:xfrm>
              <a:off x="1454658" y="2157222"/>
              <a:ext cx="650875" cy="594360"/>
            </a:xfrm>
            <a:custGeom>
              <a:avLst/>
              <a:gdLst/>
              <a:ahLst/>
              <a:cxnLst/>
              <a:rect l="l" t="t" r="r" b="b"/>
              <a:pathLst>
                <a:path w="650875" h="594360">
                  <a:moveTo>
                    <a:pt x="551687" y="0"/>
                  </a:moveTo>
                  <a:lnTo>
                    <a:pt x="99059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59"/>
                  </a:lnTo>
                  <a:lnTo>
                    <a:pt x="0" y="495300"/>
                  </a:lnTo>
                  <a:lnTo>
                    <a:pt x="7780" y="533870"/>
                  </a:lnTo>
                  <a:lnTo>
                    <a:pt x="29003" y="565356"/>
                  </a:lnTo>
                  <a:lnTo>
                    <a:pt x="60489" y="586579"/>
                  </a:lnTo>
                  <a:lnTo>
                    <a:pt x="99059" y="594359"/>
                  </a:lnTo>
                  <a:lnTo>
                    <a:pt x="551687" y="594359"/>
                  </a:lnTo>
                  <a:lnTo>
                    <a:pt x="590258" y="586579"/>
                  </a:lnTo>
                  <a:lnTo>
                    <a:pt x="621744" y="565356"/>
                  </a:lnTo>
                  <a:lnTo>
                    <a:pt x="642967" y="533870"/>
                  </a:lnTo>
                  <a:lnTo>
                    <a:pt x="650747" y="495300"/>
                  </a:lnTo>
                  <a:lnTo>
                    <a:pt x="650747" y="99059"/>
                  </a:lnTo>
                  <a:lnTo>
                    <a:pt x="642967" y="60489"/>
                  </a:lnTo>
                  <a:lnTo>
                    <a:pt x="621744" y="29003"/>
                  </a:lnTo>
                  <a:lnTo>
                    <a:pt x="590258" y="7780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4658" y="2157222"/>
              <a:ext cx="650875" cy="594360"/>
            </a:xfrm>
            <a:custGeom>
              <a:avLst/>
              <a:gdLst/>
              <a:ahLst/>
              <a:cxnLst/>
              <a:rect l="l" t="t" r="r" b="b"/>
              <a:pathLst>
                <a:path w="650875" h="594360">
                  <a:moveTo>
                    <a:pt x="0" y="99059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59" y="0"/>
                  </a:lnTo>
                  <a:lnTo>
                    <a:pt x="551687" y="0"/>
                  </a:lnTo>
                  <a:lnTo>
                    <a:pt x="590258" y="7780"/>
                  </a:lnTo>
                  <a:lnTo>
                    <a:pt x="621744" y="29003"/>
                  </a:lnTo>
                  <a:lnTo>
                    <a:pt x="642967" y="60489"/>
                  </a:lnTo>
                  <a:lnTo>
                    <a:pt x="650747" y="99059"/>
                  </a:lnTo>
                  <a:lnTo>
                    <a:pt x="650747" y="495300"/>
                  </a:lnTo>
                  <a:lnTo>
                    <a:pt x="642967" y="533870"/>
                  </a:lnTo>
                  <a:lnTo>
                    <a:pt x="621744" y="565356"/>
                  </a:lnTo>
                  <a:lnTo>
                    <a:pt x="590258" y="586579"/>
                  </a:lnTo>
                  <a:lnTo>
                    <a:pt x="551687" y="594359"/>
                  </a:lnTo>
                  <a:lnTo>
                    <a:pt x="99059" y="594359"/>
                  </a:lnTo>
                  <a:lnTo>
                    <a:pt x="60489" y="586579"/>
                  </a:lnTo>
                  <a:lnTo>
                    <a:pt x="29003" y="565356"/>
                  </a:lnTo>
                  <a:lnTo>
                    <a:pt x="7780" y="533870"/>
                  </a:lnTo>
                  <a:lnTo>
                    <a:pt x="0" y="495300"/>
                  </a:lnTo>
                  <a:lnTo>
                    <a:pt x="0" y="9905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83816" y="2329052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3298" y="3159505"/>
            <a:ext cx="3498850" cy="1518920"/>
            <a:chOff x="733298" y="3159505"/>
            <a:chExt cx="3498850" cy="1518920"/>
          </a:xfrm>
        </p:grpSpPr>
        <p:sp>
          <p:nvSpPr>
            <p:cNvPr id="12" name="object 12"/>
            <p:cNvSpPr/>
            <p:nvPr/>
          </p:nvSpPr>
          <p:spPr>
            <a:xfrm>
              <a:off x="745998" y="3172205"/>
              <a:ext cx="3473450" cy="1493520"/>
            </a:xfrm>
            <a:custGeom>
              <a:avLst/>
              <a:gdLst/>
              <a:ahLst/>
              <a:cxnLst/>
              <a:rect l="l" t="t" r="r" b="b"/>
              <a:pathLst>
                <a:path w="3473450" h="1493520">
                  <a:moveTo>
                    <a:pt x="3224276" y="0"/>
                  </a:moveTo>
                  <a:lnTo>
                    <a:pt x="248920" y="0"/>
                  </a:lnTo>
                  <a:lnTo>
                    <a:pt x="204175" y="4012"/>
                  </a:lnTo>
                  <a:lnTo>
                    <a:pt x="162062" y="15580"/>
                  </a:lnTo>
                  <a:lnTo>
                    <a:pt x="123284" y="33998"/>
                  </a:lnTo>
                  <a:lnTo>
                    <a:pt x="88542" y="58562"/>
                  </a:lnTo>
                  <a:lnTo>
                    <a:pt x="58541" y="88568"/>
                  </a:lnTo>
                  <a:lnTo>
                    <a:pt x="33984" y="123312"/>
                  </a:lnTo>
                  <a:lnTo>
                    <a:pt x="15572" y="162088"/>
                  </a:lnTo>
                  <a:lnTo>
                    <a:pt x="4010" y="204192"/>
                  </a:lnTo>
                  <a:lnTo>
                    <a:pt x="0" y="248919"/>
                  </a:lnTo>
                  <a:lnTo>
                    <a:pt x="0" y="1244600"/>
                  </a:lnTo>
                  <a:lnTo>
                    <a:pt x="4010" y="1289344"/>
                  </a:lnTo>
                  <a:lnTo>
                    <a:pt x="15572" y="1331457"/>
                  </a:lnTo>
                  <a:lnTo>
                    <a:pt x="33984" y="1370235"/>
                  </a:lnTo>
                  <a:lnTo>
                    <a:pt x="58541" y="1404977"/>
                  </a:lnTo>
                  <a:lnTo>
                    <a:pt x="88542" y="1434978"/>
                  </a:lnTo>
                  <a:lnTo>
                    <a:pt x="123284" y="1459535"/>
                  </a:lnTo>
                  <a:lnTo>
                    <a:pt x="162062" y="1477947"/>
                  </a:lnTo>
                  <a:lnTo>
                    <a:pt x="204175" y="1489509"/>
                  </a:lnTo>
                  <a:lnTo>
                    <a:pt x="248920" y="1493520"/>
                  </a:lnTo>
                  <a:lnTo>
                    <a:pt x="3224276" y="1493520"/>
                  </a:lnTo>
                  <a:lnTo>
                    <a:pt x="3269003" y="1489509"/>
                  </a:lnTo>
                  <a:lnTo>
                    <a:pt x="3311107" y="1477947"/>
                  </a:lnTo>
                  <a:lnTo>
                    <a:pt x="3349883" y="1459535"/>
                  </a:lnTo>
                  <a:lnTo>
                    <a:pt x="3384627" y="1434978"/>
                  </a:lnTo>
                  <a:lnTo>
                    <a:pt x="3414633" y="1404977"/>
                  </a:lnTo>
                  <a:lnTo>
                    <a:pt x="3439197" y="1370235"/>
                  </a:lnTo>
                  <a:lnTo>
                    <a:pt x="3457615" y="1331457"/>
                  </a:lnTo>
                  <a:lnTo>
                    <a:pt x="3469183" y="1289344"/>
                  </a:lnTo>
                  <a:lnTo>
                    <a:pt x="3473196" y="1244600"/>
                  </a:lnTo>
                  <a:lnTo>
                    <a:pt x="3473196" y="248919"/>
                  </a:lnTo>
                  <a:lnTo>
                    <a:pt x="3469183" y="204192"/>
                  </a:lnTo>
                  <a:lnTo>
                    <a:pt x="3457615" y="162088"/>
                  </a:lnTo>
                  <a:lnTo>
                    <a:pt x="3439197" y="123312"/>
                  </a:lnTo>
                  <a:lnTo>
                    <a:pt x="3414633" y="88568"/>
                  </a:lnTo>
                  <a:lnTo>
                    <a:pt x="3384627" y="58562"/>
                  </a:lnTo>
                  <a:lnTo>
                    <a:pt x="3349883" y="33998"/>
                  </a:lnTo>
                  <a:lnTo>
                    <a:pt x="3311107" y="15580"/>
                  </a:lnTo>
                  <a:lnTo>
                    <a:pt x="3269003" y="4012"/>
                  </a:lnTo>
                  <a:lnTo>
                    <a:pt x="32242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5998" y="3172205"/>
              <a:ext cx="3473450" cy="1493520"/>
            </a:xfrm>
            <a:custGeom>
              <a:avLst/>
              <a:gdLst/>
              <a:ahLst/>
              <a:cxnLst/>
              <a:rect l="l" t="t" r="r" b="b"/>
              <a:pathLst>
                <a:path w="3473450" h="1493520">
                  <a:moveTo>
                    <a:pt x="0" y="248919"/>
                  </a:moveTo>
                  <a:lnTo>
                    <a:pt x="4010" y="204192"/>
                  </a:lnTo>
                  <a:lnTo>
                    <a:pt x="15572" y="162088"/>
                  </a:lnTo>
                  <a:lnTo>
                    <a:pt x="33984" y="123312"/>
                  </a:lnTo>
                  <a:lnTo>
                    <a:pt x="58541" y="88568"/>
                  </a:lnTo>
                  <a:lnTo>
                    <a:pt x="88542" y="58562"/>
                  </a:lnTo>
                  <a:lnTo>
                    <a:pt x="123284" y="33998"/>
                  </a:lnTo>
                  <a:lnTo>
                    <a:pt x="162062" y="15580"/>
                  </a:lnTo>
                  <a:lnTo>
                    <a:pt x="204175" y="4012"/>
                  </a:lnTo>
                  <a:lnTo>
                    <a:pt x="248920" y="0"/>
                  </a:lnTo>
                  <a:lnTo>
                    <a:pt x="3224276" y="0"/>
                  </a:lnTo>
                  <a:lnTo>
                    <a:pt x="3269003" y="4012"/>
                  </a:lnTo>
                  <a:lnTo>
                    <a:pt x="3311107" y="15580"/>
                  </a:lnTo>
                  <a:lnTo>
                    <a:pt x="3349883" y="33998"/>
                  </a:lnTo>
                  <a:lnTo>
                    <a:pt x="3384627" y="58562"/>
                  </a:lnTo>
                  <a:lnTo>
                    <a:pt x="3414633" y="88568"/>
                  </a:lnTo>
                  <a:lnTo>
                    <a:pt x="3439197" y="123312"/>
                  </a:lnTo>
                  <a:lnTo>
                    <a:pt x="3457615" y="162088"/>
                  </a:lnTo>
                  <a:lnTo>
                    <a:pt x="3469183" y="204192"/>
                  </a:lnTo>
                  <a:lnTo>
                    <a:pt x="3473196" y="248919"/>
                  </a:lnTo>
                  <a:lnTo>
                    <a:pt x="3473196" y="1244600"/>
                  </a:lnTo>
                  <a:lnTo>
                    <a:pt x="3469183" y="1289344"/>
                  </a:lnTo>
                  <a:lnTo>
                    <a:pt x="3457615" y="1331457"/>
                  </a:lnTo>
                  <a:lnTo>
                    <a:pt x="3439197" y="1370235"/>
                  </a:lnTo>
                  <a:lnTo>
                    <a:pt x="3414633" y="1404977"/>
                  </a:lnTo>
                  <a:lnTo>
                    <a:pt x="3384627" y="1434978"/>
                  </a:lnTo>
                  <a:lnTo>
                    <a:pt x="3349883" y="1459535"/>
                  </a:lnTo>
                  <a:lnTo>
                    <a:pt x="3311107" y="1477947"/>
                  </a:lnTo>
                  <a:lnTo>
                    <a:pt x="3269003" y="1489509"/>
                  </a:lnTo>
                  <a:lnTo>
                    <a:pt x="3224276" y="1493520"/>
                  </a:lnTo>
                  <a:lnTo>
                    <a:pt x="248920" y="1493520"/>
                  </a:lnTo>
                  <a:lnTo>
                    <a:pt x="204175" y="1489509"/>
                  </a:lnTo>
                  <a:lnTo>
                    <a:pt x="162062" y="1477947"/>
                  </a:lnTo>
                  <a:lnTo>
                    <a:pt x="123284" y="1459535"/>
                  </a:lnTo>
                  <a:lnTo>
                    <a:pt x="88542" y="1434978"/>
                  </a:lnTo>
                  <a:lnTo>
                    <a:pt x="58541" y="1404977"/>
                  </a:lnTo>
                  <a:lnTo>
                    <a:pt x="33984" y="1370235"/>
                  </a:lnTo>
                  <a:lnTo>
                    <a:pt x="15572" y="1331457"/>
                  </a:lnTo>
                  <a:lnTo>
                    <a:pt x="4010" y="1289344"/>
                  </a:lnTo>
                  <a:lnTo>
                    <a:pt x="0" y="1244600"/>
                  </a:lnTo>
                  <a:lnTo>
                    <a:pt x="0" y="24891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3298" y="1594358"/>
            <a:ext cx="3498850" cy="335280"/>
            <a:chOff x="733298" y="1594358"/>
            <a:chExt cx="3498850" cy="335280"/>
          </a:xfrm>
        </p:grpSpPr>
        <p:sp>
          <p:nvSpPr>
            <p:cNvPr id="15" name="object 15"/>
            <p:cNvSpPr/>
            <p:nvPr/>
          </p:nvSpPr>
          <p:spPr>
            <a:xfrm>
              <a:off x="745998" y="1607058"/>
              <a:ext cx="3473450" cy="309880"/>
            </a:xfrm>
            <a:custGeom>
              <a:avLst/>
              <a:gdLst/>
              <a:ahLst/>
              <a:cxnLst/>
              <a:rect l="l" t="t" r="r" b="b"/>
              <a:pathLst>
                <a:path w="3473450" h="309880">
                  <a:moveTo>
                    <a:pt x="3421634" y="0"/>
                  </a:moveTo>
                  <a:lnTo>
                    <a:pt x="51561" y="0"/>
                  </a:lnTo>
                  <a:lnTo>
                    <a:pt x="31493" y="4056"/>
                  </a:lnTo>
                  <a:lnTo>
                    <a:pt x="15103" y="15112"/>
                  </a:lnTo>
                  <a:lnTo>
                    <a:pt x="4052" y="31503"/>
                  </a:lnTo>
                  <a:lnTo>
                    <a:pt x="0" y="51562"/>
                  </a:lnTo>
                  <a:lnTo>
                    <a:pt x="0" y="257809"/>
                  </a:lnTo>
                  <a:lnTo>
                    <a:pt x="4052" y="277868"/>
                  </a:lnTo>
                  <a:lnTo>
                    <a:pt x="15103" y="294258"/>
                  </a:lnTo>
                  <a:lnTo>
                    <a:pt x="31493" y="305315"/>
                  </a:lnTo>
                  <a:lnTo>
                    <a:pt x="51561" y="309371"/>
                  </a:lnTo>
                  <a:lnTo>
                    <a:pt x="3421634" y="309371"/>
                  </a:lnTo>
                  <a:lnTo>
                    <a:pt x="3441692" y="305315"/>
                  </a:lnTo>
                  <a:lnTo>
                    <a:pt x="3458083" y="294258"/>
                  </a:lnTo>
                  <a:lnTo>
                    <a:pt x="3469139" y="277868"/>
                  </a:lnTo>
                  <a:lnTo>
                    <a:pt x="3473196" y="257809"/>
                  </a:lnTo>
                  <a:lnTo>
                    <a:pt x="3473196" y="51562"/>
                  </a:lnTo>
                  <a:lnTo>
                    <a:pt x="3469139" y="31503"/>
                  </a:lnTo>
                  <a:lnTo>
                    <a:pt x="3458082" y="15112"/>
                  </a:lnTo>
                  <a:lnTo>
                    <a:pt x="3441692" y="4056"/>
                  </a:lnTo>
                  <a:lnTo>
                    <a:pt x="3421634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5998" y="1607058"/>
              <a:ext cx="3473450" cy="309880"/>
            </a:xfrm>
            <a:custGeom>
              <a:avLst/>
              <a:gdLst/>
              <a:ahLst/>
              <a:cxnLst/>
              <a:rect l="l" t="t" r="r" b="b"/>
              <a:pathLst>
                <a:path w="3473450" h="309880">
                  <a:moveTo>
                    <a:pt x="0" y="51562"/>
                  </a:moveTo>
                  <a:lnTo>
                    <a:pt x="4052" y="31503"/>
                  </a:lnTo>
                  <a:lnTo>
                    <a:pt x="15103" y="15112"/>
                  </a:lnTo>
                  <a:lnTo>
                    <a:pt x="31493" y="4056"/>
                  </a:lnTo>
                  <a:lnTo>
                    <a:pt x="51561" y="0"/>
                  </a:lnTo>
                  <a:lnTo>
                    <a:pt x="3421634" y="0"/>
                  </a:lnTo>
                  <a:lnTo>
                    <a:pt x="3441692" y="4056"/>
                  </a:lnTo>
                  <a:lnTo>
                    <a:pt x="3458082" y="15112"/>
                  </a:lnTo>
                  <a:lnTo>
                    <a:pt x="3469139" y="31503"/>
                  </a:lnTo>
                  <a:lnTo>
                    <a:pt x="3473196" y="51562"/>
                  </a:lnTo>
                  <a:lnTo>
                    <a:pt x="3473196" y="257809"/>
                  </a:lnTo>
                  <a:lnTo>
                    <a:pt x="3469139" y="277868"/>
                  </a:lnTo>
                  <a:lnTo>
                    <a:pt x="3458083" y="294258"/>
                  </a:lnTo>
                  <a:lnTo>
                    <a:pt x="3441692" y="305315"/>
                  </a:lnTo>
                  <a:lnTo>
                    <a:pt x="3421634" y="309371"/>
                  </a:lnTo>
                  <a:lnTo>
                    <a:pt x="51561" y="309371"/>
                  </a:lnTo>
                  <a:lnTo>
                    <a:pt x="31493" y="305315"/>
                  </a:lnTo>
                  <a:lnTo>
                    <a:pt x="15103" y="294258"/>
                  </a:lnTo>
                  <a:lnTo>
                    <a:pt x="4052" y="277868"/>
                  </a:lnTo>
                  <a:lnTo>
                    <a:pt x="0" y="257809"/>
                  </a:lnTo>
                  <a:lnTo>
                    <a:pt x="0" y="51562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27630" y="1605534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ut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927472" y="2856992"/>
          <a:ext cx="2749550" cy="741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1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5345938" y="2489961"/>
            <a:ext cx="1724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49577" y="3233927"/>
            <a:ext cx="3484879" cy="688975"/>
            <a:chOff x="1449577" y="3233927"/>
            <a:chExt cx="3484879" cy="688975"/>
          </a:xfrm>
        </p:grpSpPr>
        <p:sp>
          <p:nvSpPr>
            <p:cNvPr id="21" name="object 21"/>
            <p:cNvSpPr/>
            <p:nvPr/>
          </p:nvSpPr>
          <p:spPr>
            <a:xfrm>
              <a:off x="4213986" y="3233927"/>
              <a:ext cx="720090" cy="688975"/>
            </a:xfrm>
            <a:custGeom>
              <a:avLst/>
              <a:gdLst/>
              <a:ahLst/>
              <a:cxnLst/>
              <a:rect l="l" t="t" r="r" b="b"/>
              <a:pathLst>
                <a:path w="720089" h="688975">
                  <a:moveTo>
                    <a:pt x="660483" y="48024"/>
                  </a:moveTo>
                  <a:lnTo>
                    <a:pt x="0" y="679323"/>
                  </a:lnTo>
                  <a:lnTo>
                    <a:pt x="8889" y="688505"/>
                  </a:lnTo>
                  <a:lnTo>
                    <a:pt x="669310" y="57234"/>
                  </a:lnTo>
                  <a:lnTo>
                    <a:pt x="660483" y="48024"/>
                  </a:lnTo>
                  <a:close/>
                </a:path>
                <a:path w="720089" h="688975">
                  <a:moveTo>
                    <a:pt x="705907" y="39243"/>
                  </a:moveTo>
                  <a:lnTo>
                    <a:pt x="669671" y="39243"/>
                  </a:lnTo>
                  <a:lnTo>
                    <a:pt x="678434" y="48514"/>
                  </a:lnTo>
                  <a:lnTo>
                    <a:pt x="669310" y="57234"/>
                  </a:lnTo>
                  <a:lnTo>
                    <a:pt x="691261" y="80137"/>
                  </a:lnTo>
                  <a:lnTo>
                    <a:pt x="705907" y="39243"/>
                  </a:lnTo>
                  <a:close/>
                </a:path>
                <a:path w="720089" h="688975">
                  <a:moveTo>
                    <a:pt x="669671" y="39243"/>
                  </a:moveTo>
                  <a:lnTo>
                    <a:pt x="660483" y="48024"/>
                  </a:lnTo>
                  <a:lnTo>
                    <a:pt x="669310" y="57234"/>
                  </a:lnTo>
                  <a:lnTo>
                    <a:pt x="678434" y="48514"/>
                  </a:lnTo>
                  <a:lnTo>
                    <a:pt x="669671" y="39243"/>
                  </a:lnTo>
                  <a:close/>
                </a:path>
                <a:path w="720089" h="688975">
                  <a:moveTo>
                    <a:pt x="719963" y="0"/>
                  </a:moveTo>
                  <a:lnTo>
                    <a:pt x="638555" y="25146"/>
                  </a:lnTo>
                  <a:lnTo>
                    <a:pt x="660483" y="48024"/>
                  </a:lnTo>
                  <a:lnTo>
                    <a:pt x="669671" y="39243"/>
                  </a:lnTo>
                  <a:lnTo>
                    <a:pt x="705907" y="39243"/>
                  </a:lnTo>
                  <a:lnTo>
                    <a:pt x="719963" y="0"/>
                  </a:lnTo>
                  <a:close/>
                </a:path>
              </a:pathLst>
            </a:custGeom>
            <a:solidFill>
              <a:srgbClr val="94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62277" y="3321557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574547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574547" y="457200"/>
                  </a:lnTo>
                  <a:lnTo>
                    <a:pt x="604188" y="451205"/>
                  </a:lnTo>
                  <a:lnTo>
                    <a:pt x="628411" y="434863"/>
                  </a:lnTo>
                  <a:lnTo>
                    <a:pt x="644753" y="410640"/>
                  </a:lnTo>
                  <a:lnTo>
                    <a:pt x="650747" y="381000"/>
                  </a:lnTo>
                  <a:lnTo>
                    <a:pt x="650747" y="76200"/>
                  </a:lnTo>
                  <a:lnTo>
                    <a:pt x="644753" y="46559"/>
                  </a:lnTo>
                  <a:lnTo>
                    <a:pt x="628411" y="22336"/>
                  </a:lnTo>
                  <a:lnTo>
                    <a:pt x="604188" y="5994"/>
                  </a:lnTo>
                  <a:lnTo>
                    <a:pt x="574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2277" y="3321557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574547" y="0"/>
                  </a:lnTo>
                  <a:lnTo>
                    <a:pt x="604188" y="5994"/>
                  </a:lnTo>
                  <a:lnTo>
                    <a:pt x="628411" y="22336"/>
                  </a:lnTo>
                  <a:lnTo>
                    <a:pt x="644753" y="46559"/>
                  </a:lnTo>
                  <a:lnTo>
                    <a:pt x="650747" y="76200"/>
                  </a:lnTo>
                  <a:lnTo>
                    <a:pt x="650747" y="381000"/>
                  </a:lnTo>
                  <a:lnTo>
                    <a:pt x="644753" y="410640"/>
                  </a:lnTo>
                  <a:lnTo>
                    <a:pt x="628411" y="434863"/>
                  </a:lnTo>
                  <a:lnTo>
                    <a:pt x="604188" y="451205"/>
                  </a:lnTo>
                  <a:lnTo>
                    <a:pt x="574547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14677" y="3424554"/>
            <a:ext cx="342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49577" y="2374430"/>
            <a:ext cx="1840864" cy="1964689"/>
            <a:chOff x="1449577" y="2374430"/>
            <a:chExt cx="1840864" cy="1964689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5019" y="2386558"/>
              <a:ext cx="1178039" cy="33225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1595" y="2374430"/>
              <a:ext cx="1188732" cy="40077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12263" y="2414015"/>
              <a:ext cx="1088136" cy="24231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112263" y="2414015"/>
              <a:ext cx="1088390" cy="242570"/>
            </a:xfrm>
            <a:custGeom>
              <a:avLst/>
              <a:gdLst/>
              <a:ahLst/>
              <a:cxnLst/>
              <a:rect l="l" t="t" r="r" b="b"/>
              <a:pathLst>
                <a:path w="1088389" h="242569">
                  <a:moveTo>
                    <a:pt x="0" y="40385"/>
                  </a:moveTo>
                  <a:lnTo>
                    <a:pt x="3167" y="24645"/>
                  </a:lnTo>
                  <a:lnTo>
                    <a:pt x="11811" y="11810"/>
                  </a:lnTo>
                  <a:lnTo>
                    <a:pt x="24645" y="3167"/>
                  </a:lnTo>
                  <a:lnTo>
                    <a:pt x="40386" y="0"/>
                  </a:lnTo>
                  <a:lnTo>
                    <a:pt x="1047750" y="0"/>
                  </a:lnTo>
                  <a:lnTo>
                    <a:pt x="1063490" y="3167"/>
                  </a:lnTo>
                  <a:lnTo>
                    <a:pt x="1076325" y="11810"/>
                  </a:lnTo>
                  <a:lnTo>
                    <a:pt x="1084968" y="24645"/>
                  </a:lnTo>
                  <a:lnTo>
                    <a:pt x="1088136" y="40385"/>
                  </a:lnTo>
                  <a:lnTo>
                    <a:pt x="1088136" y="201929"/>
                  </a:lnTo>
                  <a:lnTo>
                    <a:pt x="1084968" y="217670"/>
                  </a:lnTo>
                  <a:lnTo>
                    <a:pt x="1076325" y="230504"/>
                  </a:lnTo>
                  <a:lnTo>
                    <a:pt x="1063490" y="239148"/>
                  </a:lnTo>
                  <a:lnTo>
                    <a:pt x="1047750" y="242315"/>
                  </a:lnTo>
                  <a:lnTo>
                    <a:pt x="40386" y="242315"/>
                  </a:lnTo>
                  <a:lnTo>
                    <a:pt x="24645" y="239148"/>
                  </a:lnTo>
                  <a:lnTo>
                    <a:pt x="11811" y="230505"/>
                  </a:lnTo>
                  <a:lnTo>
                    <a:pt x="3167" y="217670"/>
                  </a:lnTo>
                  <a:lnTo>
                    <a:pt x="0" y="201929"/>
                  </a:lnTo>
                  <a:lnTo>
                    <a:pt x="0" y="40385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62277" y="3868673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574547" y="0"/>
                  </a:moveTo>
                  <a:lnTo>
                    <a:pt x="76200" y="0"/>
                  </a:lnTo>
                  <a:lnTo>
                    <a:pt x="46559" y="5987"/>
                  </a:lnTo>
                  <a:lnTo>
                    <a:pt x="22336" y="22317"/>
                  </a:lnTo>
                  <a:lnTo>
                    <a:pt x="5994" y="46537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62"/>
                  </a:lnTo>
                  <a:lnTo>
                    <a:pt x="22336" y="434882"/>
                  </a:lnTo>
                  <a:lnTo>
                    <a:pt x="46559" y="451212"/>
                  </a:lnTo>
                  <a:lnTo>
                    <a:pt x="76200" y="457200"/>
                  </a:lnTo>
                  <a:lnTo>
                    <a:pt x="574547" y="457200"/>
                  </a:lnTo>
                  <a:lnTo>
                    <a:pt x="604188" y="451212"/>
                  </a:lnTo>
                  <a:lnTo>
                    <a:pt x="628411" y="434882"/>
                  </a:lnTo>
                  <a:lnTo>
                    <a:pt x="644753" y="410662"/>
                  </a:lnTo>
                  <a:lnTo>
                    <a:pt x="650747" y="381000"/>
                  </a:lnTo>
                  <a:lnTo>
                    <a:pt x="650747" y="76200"/>
                  </a:lnTo>
                  <a:lnTo>
                    <a:pt x="644753" y="46537"/>
                  </a:lnTo>
                  <a:lnTo>
                    <a:pt x="628411" y="22317"/>
                  </a:lnTo>
                  <a:lnTo>
                    <a:pt x="604188" y="5987"/>
                  </a:lnTo>
                  <a:lnTo>
                    <a:pt x="574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62277" y="3868673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0" y="76200"/>
                  </a:moveTo>
                  <a:lnTo>
                    <a:pt x="5994" y="46537"/>
                  </a:lnTo>
                  <a:lnTo>
                    <a:pt x="22336" y="22317"/>
                  </a:lnTo>
                  <a:lnTo>
                    <a:pt x="46559" y="5987"/>
                  </a:lnTo>
                  <a:lnTo>
                    <a:pt x="76200" y="0"/>
                  </a:lnTo>
                  <a:lnTo>
                    <a:pt x="574547" y="0"/>
                  </a:lnTo>
                  <a:lnTo>
                    <a:pt x="604188" y="5987"/>
                  </a:lnTo>
                  <a:lnTo>
                    <a:pt x="628411" y="22317"/>
                  </a:lnTo>
                  <a:lnTo>
                    <a:pt x="644753" y="46537"/>
                  </a:lnTo>
                  <a:lnTo>
                    <a:pt x="650747" y="76200"/>
                  </a:lnTo>
                  <a:lnTo>
                    <a:pt x="650747" y="381000"/>
                  </a:lnTo>
                  <a:lnTo>
                    <a:pt x="644753" y="410662"/>
                  </a:lnTo>
                  <a:lnTo>
                    <a:pt x="628411" y="434882"/>
                  </a:lnTo>
                  <a:lnTo>
                    <a:pt x="604188" y="451212"/>
                  </a:lnTo>
                  <a:lnTo>
                    <a:pt x="574547" y="457200"/>
                  </a:lnTo>
                  <a:lnTo>
                    <a:pt x="76200" y="457200"/>
                  </a:lnTo>
                  <a:lnTo>
                    <a:pt x="46559" y="451212"/>
                  </a:lnTo>
                  <a:lnTo>
                    <a:pt x="22336" y="434882"/>
                  </a:lnTo>
                  <a:lnTo>
                    <a:pt x="5994" y="410662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122932" y="2422398"/>
            <a:ext cx="1066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5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74164" y="3441230"/>
            <a:ext cx="1169035" cy="401320"/>
            <a:chOff x="2074164" y="3441230"/>
            <a:chExt cx="1169035" cy="40132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4164" y="3459518"/>
              <a:ext cx="1168895" cy="31847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04644" y="3441230"/>
              <a:ext cx="1104887" cy="40077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1408" y="3486912"/>
              <a:ext cx="1078992" cy="2286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121408" y="3486912"/>
              <a:ext cx="1079500" cy="228600"/>
            </a:xfrm>
            <a:custGeom>
              <a:avLst/>
              <a:gdLst/>
              <a:ahLst/>
              <a:cxnLst/>
              <a:rect l="l" t="t" r="r" b="b"/>
              <a:pathLst>
                <a:path w="1079500" h="2286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1040892" y="0"/>
                  </a:lnTo>
                  <a:lnTo>
                    <a:pt x="1055739" y="2988"/>
                  </a:lnTo>
                  <a:lnTo>
                    <a:pt x="1067847" y="11144"/>
                  </a:lnTo>
                  <a:lnTo>
                    <a:pt x="1076003" y="23252"/>
                  </a:lnTo>
                  <a:lnTo>
                    <a:pt x="1078992" y="38100"/>
                  </a:lnTo>
                  <a:lnTo>
                    <a:pt x="1078992" y="190500"/>
                  </a:lnTo>
                  <a:lnTo>
                    <a:pt x="1076003" y="205347"/>
                  </a:lnTo>
                  <a:lnTo>
                    <a:pt x="1067847" y="217455"/>
                  </a:lnTo>
                  <a:lnTo>
                    <a:pt x="1055739" y="225611"/>
                  </a:lnTo>
                  <a:lnTo>
                    <a:pt x="1040892" y="228600"/>
                  </a:lnTo>
                  <a:lnTo>
                    <a:pt x="38100" y="228600"/>
                  </a:lnTo>
                  <a:lnTo>
                    <a:pt x="23252" y="225611"/>
                  </a:lnTo>
                  <a:lnTo>
                    <a:pt x="11144" y="217455"/>
                  </a:lnTo>
                  <a:lnTo>
                    <a:pt x="2988" y="205347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226945" y="3488816"/>
            <a:ext cx="865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074164" y="2570860"/>
            <a:ext cx="2860040" cy="1844675"/>
            <a:chOff x="2074164" y="2570860"/>
            <a:chExt cx="2860040" cy="1844675"/>
          </a:xfrm>
        </p:grpSpPr>
        <p:sp>
          <p:nvSpPr>
            <p:cNvPr id="40" name="object 40"/>
            <p:cNvSpPr/>
            <p:nvPr/>
          </p:nvSpPr>
          <p:spPr>
            <a:xfrm>
              <a:off x="4214114" y="2570860"/>
              <a:ext cx="720090" cy="664210"/>
            </a:xfrm>
            <a:custGeom>
              <a:avLst/>
              <a:gdLst/>
              <a:ahLst/>
              <a:cxnLst/>
              <a:rect l="l" t="t" r="r" b="b"/>
              <a:pathLst>
                <a:path w="720089" h="664210">
                  <a:moveTo>
                    <a:pt x="659548" y="616853"/>
                  </a:moveTo>
                  <a:lnTo>
                    <a:pt x="638048" y="640207"/>
                  </a:lnTo>
                  <a:lnTo>
                    <a:pt x="719836" y="663828"/>
                  </a:lnTo>
                  <a:lnTo>
                    <a:pt x="705277" y="625475"/>
                  </a:lnTo>
                  <a:lnTo>
                    <a:pt x="668909" y="625475"/>
                  </a:lnTo>
                  <a:lnTo>
                    <a:pt x="659548" y="616853"/>
                  </a:lnTo>
                  <a:close/>
                </a:path>
                <a:path w="720089" h="664210">
                  <a:moveTo>
                    <a:pt x="668135" y="607525"/>
                  </a:moveTo>
                  <a:lnTo>
                    <a:pt x="659548" y="616853"/>
                  </a:lnTo>
                  <a:lnTo>
                    <a:pt x="668909" y="625475"/>
                  </a:lnTo>
                  <a:lnTo>
                    <a:pt x="677418" y="616076"/>
                  </a:lnTo>
                  <a:lnTo>
                    <a:pt x="668135" y="607525"/>
                  </a:lnTo>
                  <a:close/>
                </a:path>
                <a:path w="720089" h="664210">
                  <a:moveTo>
                    <a:pt x="689610" y="584200"/>
                  </a:moveTo>
                  <a:lnTo>
                    <a:pt x="668135" y="607525"/>
                  </a:lnTo>
                  <a:lnTo>
                    <a:pt x="677418" y="616076"/>
                  </a:lnTo>
                  <a:lnTo>
                    <a:pt x="668909" y="625475"/>
                  </a:lnTo>
                  <a:lnTo>
                    <a:pt x="705277" y="625475"/>
                  </a:lnTo>
                  <a:lnTo>
                    <a:pt x="689610" y="584200"/>
                  </a:lnTo>
                  <a:close/>
                </a:path>
                <a:path w="720089" h="664210">
                  <a:moveTo>
                    <a:pt x="8636" y="0"/>
                  </a:moveTo>
                  <a:lnTo>
                    <a:pt x="0" y="9397"/>
                  </a:lnTo>
                  <a:lnTo>
                    <a:pt x="659548" y="616853"/>
                  </a:lnTo>
                  <a:lnTo>
                    <a:pt x="668135" y="607525"/>
                  </a:lnTo>
                  <a:lnTo>
                    <a:pt x="8636" y="0"/>
                  </a:lnTo>
                  <a:close/>
                </a:path>
              </a:pathLst>
            </a:custGeom>
            <a:solidFill>
              <a:srgbClr val="94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4164" y="4032503"/>
              <a:ext cx="1168895" cy="31847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4644" y="4014215"/>
              <a:ext cx="1104887" cy="40077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1408" y="4059935"/>
              <a:ext cx="1078992" cy="228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121408" y="4059935"/>
              <a:ext cx="1079500" cy="228600"/>
            </a:xfrm>
            <a:custGeom>
              <a:avLst/>
              <a:gdLst/>
              <a:ahLst/>
              <a:cxnLst/>
              <a:rect l="l" t="t" r="r" b="b"/>
              <a:pathLst>
                <a:path w="1079500" h="228600">
                  <a:moveTo>
                    <a:pt x="0" y="38100"/>
                  </a:moveTo>
                  <a:lnTo>
                    <a:pt x="2988" y="23268"/>
                  </a:lnTo>
                  <a:lnTo>
                    <a:pt x="11144" y="11158"/>
                  </a:lnTo>
                  <a:lnTo>
                    <a:pt x="23252" y="2993"/>
                  </a:lnTo>
                  <a:lnTo>
                    <a:pt x="38100" y="0"/>
                  </a:lnTo>
                  <a:lnTo>
                    <a:pt x="1040892" y="0"/>
                  </a:lnTo>
                  <a:lnTo>
                    <a:pt x="1055739" y="2993"/>
                  </a:lnTo>
                  <a:lnTo>
                    <a:pt x="1067847" y="11158"/>
                  </a:lnTo>
                  <a:lnTo>
                    <a:pt x="1076003" y="23268"/>
                  </a:lnTo>
                  <a:lnTo>
                    <a:pt x="1078992" y="38100"/>
                  </a:lnTo>
                  <a:lnTo>
                    <a:pt x="1078992" y="190500"/>
                  </a:lnTo>
                  <a:lnTo>
                    <a:pt x="1076003" y="205331"/>
                  </a:lnTo>
                  <a:lnTo>
                    <a:pt x="1067847" y="217441"/>
                  </a:lnTo>
                  <a:lnTo>
                    <a:pt x="1055739" y="225606"/>
                  </a:lnTo>
                  <a:lnTo>
                    <a:pt x="1040892" y="228600"/>
                  </a:lnTo>
                  <a:lnTo>
                    <a:pt x="38100" y="228600"/>
                  </a:lnTo>
                  <a:lnTo>
                    <a:pt x="23252" y="225606"/>
                  </a:lnTo>
                  <a:lnTo>
                    <a:pt x="11144" y="217441"/>
                  </a:lnTo>
                  <a:lnTo>
                    <a:pt x="2988" y="205331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649729" y="3989450"/>
            <a:ext cx="27178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231263" y="4069993"/>
            <a:ext cx="8655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0"/>
              </a:lnSpc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885314" y="4332045"/>
            <a:ext cx="119253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66214" y="4712002"/>
            <a:ext cx="4553585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5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5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 dirty="0">
              <a:latin typeface="Consolas"/>
              <a:cs typeface="Consolas"/>
            </a:endParaRPr>
          </a:p>
          <a:p>
            <a:pPr marL="1669414">
              <a:lnSpc>
                <a:spcPct val="100000"/>
              </a:lnSpc>
              <a:spcBef>
                <a:spcPts val="195"/>
              </a:spcBef>
            </a:pP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7198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15" dirty="0"/>
              <a:t> </a:t>
            </a:r>
            <a:r>
              <a:rPr sz="2800" spc="-5" dirty="0"/>
              <a:t>Internet Gateway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733298" y="2063750"/>
            <a:ext cx="3498850" cy="1023619"/>
            <a:chOff x="733298" y="2063750"/>
            <a:chExt cx="3498850" cy="1023619"/>
          </a:xfrm>
        </p:grpSpPr>
        <p:sp>
          <p:nvSpPr>
            <p:cNvPr id="4" name="object 4"/>
            <p:cNvSpPr/>
            <p:nvPr/>
          </p:nvSpPr>
          <p:spPr>
            <a:xfrm>
              <a:off x="745998" y="2076450"/>
              <a:ext cx="3473450" cy="998219"/>
            </a:xfrm>
            <a:custGeom>
              <a:avLst/>
              <a:gdLst/>
              <a:ahLst/>
              <a:cxnLst/>
              <a:rect l="l" t="t" r="r" b="b"/>
              <a:pathLst>
                <a:path w="3473450" h="998219">
                  <a:moveTo>
                    <a:pt x="3306826" y="0"/>
                  </a:moveTo>
                  <a:lnTo>
                    <a:pt x="166370" y="0"/>
                  </a:lnTo>
                  <a:lnTo>
                    <a:pt x="122141" y="5947"/>
                  </a:lnTo>
                  <a:lnTo>
                    <a:pt x="82399" y="22728"/>
                  </a:lnTo>
                  <a:lnTo>
                    <a:pt x="48728" y="48752"/>
                  </a:lnTo>
                  <a:lnTo>
                    <a:pt x="22714" y="82427"/>
                  </a:lnTo>
                  <a:lnTo>
                    <a:pt x="5942" y="122164"/>
                  </a:lnTo>
                  <a:lnTo>
                    <a:pt x="0" y="166369"/>
                  </a:lnTo>
                  <a:lnTo>
                    <a:pt x="0" y="831850"/>
                  </a:lnTo>
                  <a:lnTo>
                    <a:pt x="5942" y="876055"/>
                  </a:lnTo>
                  <a:lnTo>
                    <a:pt x="22714" y="915792"/>
                  </a:lnTo>
                  <a:lnTo>
                    <a:pt x="48728" y="949467"/>
                  </a:lnTo>
                  <a:lnTo>
                    <a:pt x="82399" y="975491"/>
                  </a:lnTo>
                  <a:lnTo>
                    <a:pt x="122141" y="992272"/>
                  </a:lnTo>
                  <a:lnTo>
                    <a:pt x="166370" y="998219"/>
                  </a:lnTo>
                  <a:lnTo>
                    <a:pt x="3306826" y="998219"/>
                  </a:lnTo>
                  <a:lnTo>
                    <a:pt x="3351031" y="992272"/>
                  </a:lnTo>
                  <a:lnTo>
                    <a:pt x="3390768" y="975491"/>
                  </a:lnTo>
                  <a:lnTo>
                    <a:pt x="3424443" y="949467"/>
                  </a:lnTo>
                  <a:lnTo>
                    <a:pt x="3450467" y="915792"/>
                  </a:lnTo>
                  <a:lnTo>
                    <a:pt x="3467248" y="876055"/>
                  </a:lnTo>
                  <a:lnTo>
                    <a:pt x="3473196" y="831850"/>
                  </a:lnTo>
                  <a:lnTo>
                    <a:pt x="3473196" y="166369"/>
                  </a:lnTo>
                  <a:lnTo>
                    <a:pt x="3467248" y="122164"/>
                  </a:lnTo>
                  <a:lnTo>
                    <a:pt x="3450467" y="82427"/>
                  </a:lnTo>
                  <a:lnTo>
                    <a:pt x="3424443" y="48752"/>
                  </a:lnTo>
                  <a:lnTo>
                    <a:pt x="3390768" y="22728"/>
                  </a:lnTo>
                  <a:lnTo>
                    <a:pt x="3351031" y="5947"/>
                  </a:lnTo>
                  <a:lnTo>
                    <a:pt x="33068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5998" y="2076450"/>
              <a:ext cx="3473450" cy="998219"/>
            </a:xfrm>
            <a:custGeom>
              <a:avLst/>
              <a:gdLst/>
              <a:ahLst/>
              <a:cxnLst/>
              <a:rect l="l" t="t" r="r" b="b"/>
              <a:pathLst>
                <a:path w="3473450" h="998219">
                  <a:moveTo>
                    <a:pt x="0" y="166369"/>
                  </a:moveTo>
                  <a:lnTo>
                    <a:pt x="5942" y="122164"/>
                  </a:lnTo>
                  <a:lnTo>
                    <a:pt x="22714" y="82427"/>
                  </a:lnTo>
                  <a:lnTo>
                    <a:pt x="48728" y="48752"/>
                  </a:lnTo>
                  <a:lnTo>
                    <a:pt x="82399" y="22728"/>
                  </a:lnTo>
                  <a:lnTo>
                    <a:pt x="122141" y="5947"/>
                  </a:lnTo>
                  <a:lnTo>
                    <a:pt x="166370" y="0"/>
                  </a:lnTo>
                  <a:lnTo>
                    <a:pt x="3306826" y="0"/>
                  </a:lnTo>
                  <a:lnTo>
                    <a:pt x="3351031" y="5947"/>
                  </a:lnTo>
                  <a:lnTo>
                    <a:pt x="3390768" y="22728"/>
                  </a:lnTo>
                  <a:lnTo>
                    <a:pt x="3424443" y="48752"/>
                  </a:lnTo>
                  <a:lnTo>
                    <a:pt x="3450467" y="82427"/>
                  </a:lnTo>
                  <a:lnTo>
                    <a:pt x="3467248" y="122164"/>
                  </a:lnTo>
                  <a:lnTo>
                    <a:pt x="3473196" y="166369"/>
                  </a:lnTo>
                  <a:lnTo>
                    <a:pt x="3473196" y="831850"/>
                  </a:lnTo>
                  <a:lnTo>
                    <a:pt x="3467248" y="876055"/>
                  </a:lnTo>
                  <a:lnTo>
                    <a:pt x="3450467" y="915792"/>
                  </a:lnTo>
                  <a:lnTo>
                    <a:pt x="3424443" y="949467"/>
                  </a:lnTo>
                  <a:lnTo>
                    <a:pt x="3390768" y="975491"/>
                  </a:lnTo>
                  <a:lnTo>
                    <a:pt x="3351031" y="992272"/>
                  </a:lnTo>
                  <a:lnTo>
                    <a:pt x="3306826" y="998219"/>
                  </a:lnTo>
                  <a:lnTo>
                    <a:pt x="166370" y="998219"/>
                  </a:lnTo>
                  <a:lnTo>
                    <a:pt x="122141" y="992272"/>
                  </a:lnTo>
                  <a:lnTo>
                    <a:pt x="82399" y="975491"/>
                  </a:lnTo>
                  <a:lnTo>
                    <a:pt x="48728" y="949467"/>
                  </a:lnTo>
                  <a:lnTo>
                    <a:pt x="22714" y="915792"/>
                  </a:lnTo>
                  <a:lnTo>
                    <a:pt x="5942" y="876055"/>
                  </a:lnTo>
                  <a:lnTo>
                    <a:pt x="0" y="831850"/>
                  </a:lnTo>
                  <a:lnTo>
                    <a:pt x="0" y="16636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19985" y="2748152"/>
            <a:ext cx="11239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41958" y="2144522"/>
            <a:ext cx="676275" cy="619760"/>
            <a:chOff x="1441958" y="2144522"/>
            <a:chExt cx="676275" cy="619760"/>
          </a:xfrm>
        </p:grpSpPr>
        <p:sp>
          <p:nvSpPr>
            <p:cNvPr id="8" name="object 8"/>
            <p:cNvSpPr/>
            <p:nvPr/>
          </p:nvSpPr>
          <p:spPr>
            <a:xfrm>
              <a:off x="1454658" y="2157222"/>
              <a:ext cx="650875" cy="594360"/>
            </a:xfrm>
            <a:custGeom>
              <a:avLst/>
              <a:gdLst/>
              <a:ahLst/>
              <a:cxnLst/>
              <a:rect l="l" t="t" r="r" b="b"/>
              <a:pathLst>
                <a:path w="650875" h="594360">
                  <a:moveTo>
                    <a:pt x="551687" y="0"/>
                  </a:moveTo>
                  <a:lnTo>
                    <a:pt x="99059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59"/>
                  </a:lnTo>
                  <a:lnTo>
                    <a:pt x="0" y="495300"/>
                  </a:lnTo>
                  <a:lnTo>
                    <a:pt x="7780" y="533870"/>
                  </a:lnTo>
                  <a:lnTo>
                    <a:pt x="29003" y="565356"/>
                  </a:lnTo>
                  <a:lnTo>
                    <a:pt x="60489" y="586579"/>
                  </a:lnTo>
                  <a:lnTo>
                    <a:pt x="99059" y="594359"/>
                  </a:lnTo>
                  <a:lnTo>
                    <a:pt x="551687" y="594359"/>
                  </a:lnTo>
                  <a:lnTo>
                    <a:pt x="590258" y="586579"/>
                  </a:lnTo>
                  <a:lnTo>
                    <a:pt x="621744" y="565356"/>
                  </a:lnTo>
                  <a:lnTo>
                    <a:pt x="642967" y="533870"/>
                  </a:lnTo>
                  <a:lnTo>
                    <a:pt x="650747" y="495300"/>
                  </a:lnTo>
                  <a:lnTo>
                    <a:pt x="650747" y="99059"/>
                  </a:lnTo>
                  <a:lnTo>
                    <a:pt x="642967" y="60489"/>
                  </a:lnTo>
                  <a:lnTo>
                    <a:pt x="621744" y="29003"/>
                  </a:lnTo>
                  <a:lnTo>
                    <a:pt x="590258" y="7780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4658" y="2157222"/>
              <a:ext cx="650875" cy="594360"/>
            </a:xfrm>
            <a:custGeom>
              <a:avLst/>
              <a:gdLst/>
              <a:ahLst/>
              <a:cxnLst/>
              <a:rect l="l" t="t" r="r" b="b"/>
              <a:pathLst>
                <a:path w="650875" h="594360">
                  <a:moveTo>
                    <a:pt x="0" y="99059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59" y="0"/>
                  </a:lnTo>
                  <a:lnTo>
                    <a:pt x="551687" y="0"/>
                  </a:lnTo>
                  <a:lnTo>
                    <a:pt x="590258" y="7780"/>
                  </a:lnTo>
                  <a:lnTo>
                    <a:pt x="621744" y="29003"/>
                  </a:lnTo>
                  <a:lnTo>
                    <a:pt x="642967" y="60489"/>
                  </a:lnTo>
                  <a:lnTo>
                    <a:pt x="650747" y="99059"/>
                  </a:lnTo>
                  <a:lnTo>
                    <a:pt x="650747" y="495300"/>
                  </a:lnTo>
                  <a:lnTo>
                    <a:pt x="642967" y="533870"/>
                  </a:lnTo>
                  <a:lnTo>
                    <a:pt x="621744" y="565356"/>
                  </a:lnTo>
                  <a:lnTo>
                    <a:pt x="590258" y="586579"/>
                  </a:lnTo>
                  <a:lnTo>
                    <a:pt x="551687" y="594359"/>
                  </a:lnTo>
                  <a:lnTo>
                    <a:pt x="99059" y="594359"/>
                  </a:lnTo>
                  <a:lnTo>
                    <a:pt x="60489" y="586579"/>
                  </a:lnTo>
                  <a:lnTo>
                    <a:pt x="29003" y="565356"/>
                  </a:lnTo>
                  <a:lnTo>
                    <a:pt x="7780" y="533870"/>
                  </a:lnTo>
                  <a:lnTo>
                    <a:pt x="0" y="495300"/>
                  </a:lnTo>
                  <a:lnTo>
                    <a:pt x="0" y="9905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83816" y="2329052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3298" y="3159505"/>
            <a:ext cx="3498850" cy="1518920"/>
            <a:chOff x="733298" y="3159505"/>
            <a:chExt cx="3498850" cy="1518920"/>
          </a:xfrm>
        </p:grpSpPr>
        <p:sp>
          <p:nvSpPr>
            <p:cNvPr id="12" name="object 12"/>
            <p:cNvSpPr/>
            <p:nvPr/>
          </p:nvSpPr>
          <p:spPr>
            <a:xfrm>
              <a:off x="745998" y="3172205"/>
              <a:ext cx="3473450" cy="1493520"/>
            </a:xfrm>
            <a:custGeom>
              <a:avLst/>
              <a:gdLst/>
              <a:ahLst/>
              <a:cxnLst/>
              <a:rect l="l" t="t" r="r" b="b"/>
              <a:pathLst>
                <a:path w="3473450" h="1493520">
                  <a:moveTo>
                    <a:pt x="3224276" y="0"/>
                  </a:moveTo>
                  <a:lnTo>
                    <a:pt x="248920" y="0"/>
                  </a:lnTo>
                  <a:lnTo>
                    <a:pt x="204175" y="4012"/>
                  </a:lnTo>
                  <a:lnTo>
                    <a:pt x="162062" y="15580"/>
                  </a:lnTo>
                  <a:lnTo>
                    <a:pt x="123284" y="33998"/>
                  </a:lnTo>
                  <a:lnTo>
                    <a:pt x="88542" y="58562"/>
                  </a:lnTo>
                  <a:lnTo>
                    <a:pt x="58541" y="88568"/>
                  </a:lnTo>
                  <a:lnTo>
                    <a:pt x="33984" y="123312"/>
                  </a:lnTo>
                  <a:lnTo>
                    <a:pt x="15572" y="162088"/>
                  </a:lnTo>
                  <a:lnTo>
                    <a:pt x="4010" y="204192"/>
                  </a:lnTo>
                  <a:lnTo>
                    <a:pt x="0" y="248919"/>
                  </a:lnTo>
                  <a:lnTo>
                    <a:pt x="0" y="1244600"/>
                  </a:lnTo>
                  <a:lnTo>
                    <a:pt x="4010" y="1289344"/>
                  </a:lnTo>
                  <a:lnTo>
                    <a:pt x="15572" y="1331457"/>
                  </a:lnTo>
                  <a:lnTo>
                    <a:pt x="33984" y="1370235"/>
                  </a:lnTo>
                  <a:lnTo>
                    <a:pt x="58541" y="1404977"/>
                  </a:lnTo>
                  <a:lnTo>
                    <a:pt x="88542" y="1434978"/>
                  </a:lnTo>
                  <a:lnTo>
                    <a:pt x="123284" y="1459535"/>
                  </a:lnTo>
                  <a:lnTo>
                    <a:pt x="162062" y="1477947"/>
                  </a:lnTo>
                  <a:lnTo>
                    <a:pt x="204175" y="1489509"/>
                  </a:lnTo>
                  <a:lnTo>
                    <a:pt x="248920" y="1493520"/>
                  </a:lnTo>
                  <a:lnTo>
                    <a:pt x="3224276" y="1493520"/>
                  </a:lnTo>
                  <a:lnTo>
                    <a:pt x="3269003" y="1489509"/>
                  </a:lnTo>
                  <a:lnTo>
                    <a:pt x="3311107" y="1477947"/>
                  </a:lnTo>
                  <a:lnTo>
                    <a:pt x="3349883" y="1459535"/>
                  </a:lnTo>
                  <a:lnTo>
                    <a:pt x="3384627" y="1434978"/>
                  </a:lnTo>
                  <a:lnTo>
                    <a:pt x="3414633" y="1404977"/>
                  </a:lnTo>
                  <a:lnTo>
                    <a:pt x="3439197" y="1370235"/>
                  </a:lnTo>
                  <a:lnTo>
                    <a:pt x="3457615" y="1331457"/>
                  </a:lnTo>
                  <a:lnTo>
                    <a:pt x="3469183" y="1289344"/>
                  </a:lnTo>
                  <a:lnTo>
                    <a:pt x="3473196" y="1244600"/>
                  </a:lnTo>
                  <a:lnTo>
                    <a:pt x="3473196" y="248919"/>
                  </a:lnTo>
                  <a:lnTo>
                    <a:pt x="3469183" y="204192"/>
                  </a:lnTo>
                  <a:lnTo>
                    <a:pt x="3457615" y="162088"/>
                  </a:lnTo>
                  <a:lnTo>
                    <a:pt x="3439197" y="123312"/>
                  </a:lnTo>
                  <a:lnTo>
                    <a:pt x="3414633" y="88568"/>
                  </a:lnTo>
                  <a:lnTo>
                    <a:pt x="3384627" y="58562"/>
                  </a:lnTo>
                  <a:lnTo>
                    <a:pt x="3349883" y="33998"/>
                  </a:lnTo>
                  <a:lnTo>
                    <a:pt x="3311107" y="15580"/>
                  </a:lnTo>
                  <a:lnTo>
                    <a:pt x="3269003" y="4012"/>
                  </a:lnTo>
                  <a:lnTo>
                    <a:pt x="32242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5998" y="3172205"/>
              <a:ext cx="3473450" cy="1493520"/>
            </a:xfrm>
            <a:custGeom>
              <a:avLst/>
              <a:gdLst/>
              <a:ahLst/>
              <a:cxnLst/>
              <a:rect l="l" t="t" r="r" b="b"/>
              <a:pathLst>
                <a:path w="3473450" h="1493520">
                  <a:moveTo>
                    <a:pt x="0" y="248919"/>
                  </a:moveTo>
                  <a:lnTo>
                    <a:pt x="4010" y="204192"/>
                  </a:lnTo>
                  <a:lnTo>
                    <a:pt x="15572" y="162088"/>
                  </a:lnTo>
                  <a:lnTo>
                    <a:pt x="33984" y="123312"/>
                  </a:lnTo>
                  <a:lnTo>
                    <a:pt x="58541" y="88568"/>
                  </a:lnTo>
                  <a:lnTo>
                    <a:pt x="88542" y="58562"/>
                  </a:lnTo>
                  <a:lnTo>
                    <a:pt x="123284" y="33998"/>
                  </a:lnTo>
                  <a:lnTo>
                    <a:pt x="162062" y="15580"/>
                  </a:lnTo>
                  <a:lnTo>
                    <a:pt x="204175" y="4012"/>
                  </a:lnTo>
                  <a:lnTo>
                    <a:pt x="248920" y="0"/>
                  </a:lnTo>
                  <a:lnTo>
                    <a:pt x="3224276" y="0"/>
                  </a:lnTo>
                  <a:lnTo>
                    <a:pt x="3269003" y="4012"/>
                  </a:lnTo>
                  <a:lnTo>
                    <a:pt x="3311107" y="15580"/>
                  </a:lnTo>
                  <a:lnTo>
                    <a:pt x="3349883" y="33998"/>
                  </a:lnTo>
                  <a:lnTo>
                    <a:pt x="3384627" y="58562"/>
                  </a:lnTo>
                  <a:lnTo>
                    <a:pt x="3414633" y="88568"/>
                  </a:lnTo>
                  <a:lnTo>
                    <a:pt x="3439197" y="123312"/>
                  </a:lnTo>
                  <a:lnTo>
                    <a:pt x="3457615" y="162088"/>
                  </a:lnTo>
                  <a:lnTo>
                    <a:pt x="3469183" y="204192"/>
                  </a:lnTo>
                  <a:lnTo>
                    <a:pt x="3473196" y="248919"/>
                  </a:lnTo>
                  <a:lnTo>
                    <a:pt x="3473196" y="1244600"/>
                  </a:lnTo>
                  <a:lnTo>
                    <a:pt x="3469183" y="1289344"/>
                  </a:lnTo>
                  <a:lnTo>
                    <a:pt x="3457615" y="1331457"/>
                  </a:lnTo>
                  <a:lnTo>
                    <a:pt x="3439197" y="1370235"/>
                  </a:lnTo>
                  <a:lnTo>
                    <a:pt x="3414633" y="1404977"/>
                  </a:lnTo>
                  <a:lnTo>
                    <a:pt x="3384627" y="1434978"/>
                  </a:lnTo>
                  <a:lnTo>
                    <a:pt x="3349883" y="1459535"/>
                  </a:lnTo>
                  <a:lnTo>
                    <a:pt x="3311107" y="1477947"/>
                  </a:lnTo>
                  <a:lnTo>
                    <a:pt x="3269003" y="1489509"/>
                  </a:lnTo>
                  <a:lnTo>
                    <a:pt x="3224276" y="1493520"/>
                  </a:lnTo>
                  <a:lnTo>
                    <a:pt x="248920" y="1493520"/>
                  </a:lnTo>
                  <a:lnTo>
                    <a:pt x="204175" y="1489509"/>
                  </a:lnTo>
                  <a:lnTo>
                    <a:pt x="162062" y="1477947"/>
                  </a:lnTo>
                  <a:lnTo>
                    <a:pt x="123284" y="1459535"/>
                  </a:lnTo>
                  <a:lnTo>
                    <a:pt x="88542" y="1434978"/>
                  </a:lnTo>
                  <a:lnTo>
                    <a:pt x="58541" y="1404977"/>
                  </a:lnTo>
                  <a:lnTo>
                    <a:pt x="33984" y="1370235"/>
                  </a:lnTo>
                  <a:lnTo>
                    <a:pt x="15572" y="1331457"/>
                  </a:lnTo>
                  <a:lnTo>
                    <a:pt x="4010" y="1289344"/>
                  </a:lnTo>
                  <a:lnTo>
                    <a:pt x="0" y="1244600"/>
                  </a:lnTo>
                  <a:lnTo>
                    <a:pt x="0" y="24891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3298" y="1594358"/>
            <a:ext cx="3619500" cy="327660"/>
            <a:chOff x="733298" y="1594358"/>
            <a:chExt cx="3619500" cy="327660"/>
          </a:xfrm>
        </p:grpSpPr>
        <p:sp>
          <p:nvSpPr>
            <p:cNvPr id="15" name="object 15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3543300" y="0"/>
                  </a:moveTo>
                  <a:lnTo>
                    <a:pt x="50292" y="0"/>
                  </a:lnTo>
                  <a:lnTo>
                    <a:pt x="30716" y="3946"/>
                  </a:lnTo>
                  <a:lnTo>
                    <a:pt x="14730" y="14716"/>
                  </a:lnTo>
                  <a:lnTo>
                    <a:pt x="3952" y="30700"/>
                  </a:lnTo>
                  <a:lnTo>
                    <a:pt x="0" y="50291"/>
                  </a:lnTo>
                  <a:lnTo>
                    <a:pt x="0" y="251459"/>
                  </a:lnTo>
                  <a:lnTo>
                    <a:pt x="3952" y="271051"/>
                  </a:lnTo>
                  <a:lnTo>
                    <a:pt x="14730" y="287035"/>
                  </a:lnTo>
                  <a:lnTo>
                    <a:pt x="30716" y="297805"/>
                  </a:lnTo>
                  <a:lnTo>
                    <a:pt x="50292" y="301751"/>
                  </a:lnTo>
                  <a:lnTo>
                    <a:pt x="3543300" y="301751"/>
                  </a:lnTo>
                  <a:lnTo>
                    <a:pt x="3562891" y="297805"/>
                  </a:lnTo>
                  <a:lnTo>
                    <a:pt x="3578875" y="287035"/>
                  </a:lnTo>
                  <a:lnTo>
                    <a:pt x="3589645" y="271051"/>
                  </a:lnTo>
                  <a:lnTo>
                    <a:pt x="3593591" y="251459"/>
                  </a:lnTo>
                  <a:lnTo>
                    <a:pt x="3593591" y="50291"/>
                  </a:lnTo>
                  <a:lnTo>
                    <a:pt x="3589645" y="30700"/>
                  </a:lnTo>
                  <a:lnTo>
                    <a:pt x="3578875" y="14716"/>
                  </a:lnTo>
                  <a:lnTo>
                    <a:pt x="3562891" y="3946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0" y="50291"/>
                  </a:moveTo>
                  <a:lnTo>
                    <a:pt x="3952" y="30700"/>
                  </a:lnTo>
                  <a:lnTo>
                    <a:pt x="14730" y="14716"/>
                  </a:lnTo>
                  <a:lnTo>
                    <a:pt x="30716" y="3946"/>
                  </a:lnTo>
                  <a:lnTo>
                    <a:pt x="50292" y="0"/>
                  </a:lnTo>
                  <a:lnTo>
                    <a:pt x="3543300" y="0"/>
                  </a:lnTo>
                  <a:lnTo>
                    <a:pt x="3562891" y="3946"/>
                  </a:lnTo>
                  <a:lnTo>
                    <a:pt x="3578875" y="14716"/>
                  </a:lnTo>
                  <a:lnTo>
                    <a:pt x="3589645" y="30700"/>
                  </a:lnTo>
                  <a:lnTo>
                    <a:pt x="3593591" y="50291"/>
                  </a:lnTo>
                  <a:lnTo>
                    <a:pt x="3593591" y="251459"/>
                  </a:lnTo>
                  <a:lnTo>
                    <a:pt x="3589645" y="271051"/>
                  </a:lnTo>
                  <a:lnTo>
                    <a:pt x="3578875" y="287035"/>
                  </a:lnTo>
                  <a:lnTo>
                    <a:pt x="3562891" y="297805"/>
                  </a:lnTo>
                  <a:lnTo>
                    <a:pt x="3543300" y="301751"/>
                  </a:lnTo>
                  <a:lnTo>
                    <a:pt x="50292" y="301751"/>
                  </a:lnTo>
                  <a:lnTo>
                    <a:pt x="30716" y="297805"/>
                  </a:lnTo>
                  <a:lnTo>
                    <a:pt x="14730" y="287035"/>
                  </a:lnTo>
                  <a:lnTo>
                    <a:pt x="3952" y="271051"/>
                  </a:lnTo>
                  <a:lnTo>
                    <a:pt x="0" y="251459"/>
                  </a:lnTo>
                  <a:lnTo>
                    <a:pt x="0" y="5029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124830" y="2858516"/>
          <a:ext cx="2925445" cy="741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5729478" y="2491485"/>
            <a:ext cx="1724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3298" y="1120394"/>
            <a:ext cx="3619500" cy="325755"/>
            <a:chOff x="733298" y="1120394"/>
            <a:chExt cx="3619500" cy="325755"/>
          </a:xfrm>
        </p:grpSpPr>
        <p:sp>
          <p:nvSpPr>
            <p:cNvPr id="20" name="object 20"/>
            <p:cNvSpPr/>
            <p:nvPr/>
          </p:nvSpPr>
          <p:spPr>
            <a:xfrm>
              <a:off x="745998" y="1133094"/>
              <a:ext cx="3594100" cy="300355"/>
            </a:xfrm>
            <a:custGeom>
              <a:avLst/>
              <a:gdLst/>
              <a:ahLst/>
              <a:cxnLst/>
              <a:rect l="l" t="t" r="r" b="b"/>
              <a:pathLst>
                <a:path w="3594100" h="300355">
                  <a:moveTo>
                    <a:pt x="3543554" y="0"/>
                  </a:moveTo>
                  <a:lnTo>
                    <a:pt x="50037" y="0"/>
                  </a:lnTo>
                  <a:lnTo>
                    <a:pt x="30560" y="3925"/>
                  </a:lnTo>
                  <a:lnTo>
                    <a:pt x="14655" y="14636"/>
                  </a:lnTo>
                  <a:lnTo>
                    <a:pt x="3932" y="30539"/>
                  </a:lnTo>
                  <a:lnTo>
                    <a:pt x="0" y="50037"/>
                  </a:lnTo>
                  <a:lnTo>
                    <a:pt x="0" y="250189"/>
                  </a:lnTo>
                  <a:lnTo>
                    <a:pt x="3932" y="269688"/>
                  </a:lnTo>
                  <a:lnTo>
                    <a:pt x="14655" y="285591"/>
                  </a:lnTo>
                  <a:lnTo>
                    <a:pt x="30560" y="296302"/>
                  </a:lnTo>
                  <a:lnTo>
                    <a:pt x="50037" y="300227"/>
                  </a:lnTo>
                  <a:lnTo>
                    <a:pt x="3543554" y="300227"/>
                  </a:lnTo>
                  <a:lnTo>
                    <a:pt x="3563052" y="296302"/>
                  </a:lnTo>
                  <a:lnTo>
                    <a:pt x="3578955" y="285591"/>
                  </a:lnTo>
                  <a:lnTo>
                    <a:pt x="3589666" y="269688"/>
                  </a:lnTo>
                  <a:lnTo>
                    <a:pt x="3593591" y="250189"/>
                  </a:lnTo>
                  <a:lnTo>
                    <a:pt x="3593591" y="50037"/>
                  </a:lnTo>
                  <a:lnTo>
                    <a:pt x="3589666" y="30539"/>
                  </a:lnTo>
                  <a:lnTo>
                    <a:pt x="3578955" y="14636"/>
                  </a:lnTo>
                  <a:lnTo>
                    <a:pt x="3563052" y="3925"/>
                  </a:lnTo>
                  <a:lnTo>
                    <a:pt x="3543554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5998" y="1133094"/>
              <a:ext cx="3594100" cy="300355"/>
            </a:xfrm>
            <a:custGeom>
              <a:avLst/>
              <a:gdLst/>
              <a:ahLst/>
              <a:cxnLst/>
              <a:rect l="l" t="t" r="r" b="b"/>
              <a:pathLst>
                <a:path w="3594100" h="300355">
                  <a:moveTo>
                    <a:pt x="0" y="50037"/>
                  </a:moveTo>
                  <a:lnTo>
                    <a:pt x="3932" y="30539"/>
                  </a:lnTo>
                  <a:lnTo>
                    <a:pt x="14655" y="14636"/>
                  </a:lnTo>
                  <a:lnTo>
                    <a:pt x="30560" y="3925"/>
                  </a:lnTo>
                  <a:lnTo>
                    <a:pt x="50037" y="0"/>
                  </a:lnTo>
                  <a:lnTo>
                    <a:pt x="3543554" y="0"/>
                  </a:lnTo>
                  <a:lnTo>
                    <a:pt x="3563052" y="3925"/>
                  </a:lnTo>
                  <a:lnTo>
                    <a:pt x="3578955" y="14636"/>
                  </a:lnTo>
                  <a:lnTo>
                    <a:pt x="3589666" y="30539"/>
                  </a:lnTo>
                  <a:lnTo>
                    <a:pt x="3593591" y="50037"/>
                  </a:lnTo>
                  <a:lnTo>
                    <a:pt x="3593591" y="250189"/>
                  </a:lnTo>
                  <a:lnTo>
                    <a:pt x="3589666" y="269688"/>
                  </a:lnTo>
                  <a:lnTo>
                    <a:pt x="3578955" y="285591"/>
                  </a:lnTo>
                  <a:lnTo>
                    <a:pt x="3563052" y="296302"/>
                  </a:lnTo>
                  <a:lnTo>
                    <a:pt x="3543554" y="300227"/>
                  </a:lnTo>
                  <a:lnTo>
                    <a:pt x="50037" y="300227"/>
                  </a:lnTo>
                  <a:lnTo>
                    <a:pt x="30560" y="296302"/>
                  </a:lnTo>
                  <a:lnTo>
                    <a:pt x="14655" y="285591"/>
                  </a:lnTo>
                  <a:lnTo>
                    <a:pt x="3932" y="269688"/>
                  </a:lnTo>
                  <a:lnTo>
                    <a:pt x="0" y="250189"/>
                  </a:lnTo>
                  <a:lnTo>
                    <a:pt x="0" y="50037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449577" y="3235451"/>
            <a:ext cx="3681729" cy="687705"/>
            <a:chOff x="1449577" y="3235451"/>
            <a:chExt cx="3681729" cy="687705"/>
          </a:xfrm>
        </p:grpSpPr>
        <p:sp>
          <p:nvSpPr>
            <p:cNvPr id="23" name="object 23"/>
            <p:cNvSpPr/>
            <p:nvPr/>
          </p:nvSpPr>
          <p:spPr>
            <a:xfrm>
              <a:off x="4214622" y="3235451"/>
              <a:ext cx="916940" cy="687705"/>
            </a:xfrm>
            <a:custGeom>
              <a:avLst/>
              <a:gdLst/>
              <a:ahLst/>
              <a:cxnLst/>
              <a:rect l="l" t="t" r="r" b="b"/>
              <a:pathLst>
                <a:path w="916939" h="687704">
                  <a:moveTo>
                    <a:pt x="851799" y="40480"/>
                  </a:moveTo>
                  <a:lnTo>
                    <a:pt x="0" y="677252"/>
                  </a:lnTo>
                  <a:lnTo>
                    <a:pt x="7619" y="687425"/>
                  </a:lnTo>
                  <a:lnTo>
                    <a:pt x="859395" y="50658"/>
                  </a:lnTo>
                  <a:lnTo>
                    <a:pt x="851799" y="40480"/>
                  </a:lnTo>
                  <a:close/>
                </a:path>
                <a:path w="916939" h="687704">
                  <a:moveTo>
                    <a:pt x="900184" y="32893"/>
                  </a:moveTo>
                  <a:lnTo>
                    <a:pt x="861949" y="32893"/>
                  </a:lnTo>
                  <a:lnTo>
                    <a:pt x="869568" y="43053"/>
                  </a:lnTo>
                  <a:lnTo>
                    <a:pt x="859395" y="50658"/>
                  </a:lnTo>
                  <a:lnTo>
                    <a:pt x="878458" y="76200"/>
                  </a:lnTo>
                  <a:lnTo>
                    <a:pt x="900184" y="32893"/>
                  </a:lnTo>
                  <a:close/>
                </a:path>
                <a:path w="916939" h="687704">
                  <a:moveTo>
                    <a:pt x="861949" y="32893"/>
                  </a:moveTo>
                  <a:lnTo>
                    <a:pt x="851799" y="40480"/>
                  </a:lnTo>
                  <a:lnTo>
                    <a:pt x="859395" y="50658"/>
                  </a:lnTo>
                  <a:lnTo>
                    <a:pt x="869568" y="43053"/>
                  </a:lnTo>
                  <a:lnTo>
                    <a:pt x="861949" y="32893"/>
                  </a:lnTo>
                  <a:close/>
                </a:path>
                <a:path w="916939" h="687704">
                  <a:moveTo>
                    <a:pt x="916686" y="0"/>
                  </a:moveTo>
                  <a:lnTo>
                    <a:pt x="832865" y="15112"/>
                  </a:lnTo>
                  <a:lnTo>
                    <a:pt x="851799" y="40480"/>
                  </a:lnTo>
                  <a:lnTo>
                    <a:pt x="861949" y="32893"/>
                  </a:lnTo>
                  <a:lnTo>
                    <a:pt x="900184" y="32893"/>
                  </a:lnTo>
                  <a:lnTo>
                    <a:pt x="916686" y="0"/>
                  </a:lnTo>
                  <a:close/>
                </a:path>
              </a:pathLst>
            </a:custGeom>
            <a:solidFill>
              <a:srgbClr val="94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2277" y="3321557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574547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574547" y="457200"/>
                  </a:lnTo>
                  <a:lnTo>
                    <a:pt x="604188" y="451205"/>
                  </a:lnTo>
                  <a:lnTo>
                    <a:pt x="628411" y="434863"/>
                  </a:lnTo>
                  <a:lnTo>
                    <a:pt x="644753" y="410640"/>
                  </a:lnTo>
                  <a:lnTo>
                    <a:pt x="650747" y="381000"/>
                  </a:lnTo>
                  <a:lnTo>
                    <a:pt x="650747" y="76200"/>
                  </a:lnTo>
                  <a:lnTo>
                    <a:pt x="644753" y="46559"/>
                  </a:lnTo>
                  <a:lnTo>
                    <a:pt x="628411" y="22336"/>
                  </a:lnTo>
                  <a:lnTo>
                    <a:pt x="604188" y="5994"/>
                  </a:lnTo>
                  <a:lnTo>
                    <a:pt x="574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62277" y="3321557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574547" y="0"/>
                  </a:lnTo>
                  <a:lnTo>
                    <a:pt x="604188" y="5994"/>
                  </a:lnTo>
                  <a:lnTo>
                    <a:pt x="628411" y="22336"/>
                  </a:lnTo>
                  <a:lnTo>
                    <a:pt x="644753" y="46559"/>
                  </a:lnTo>
                  <a:lnTo>
                    <a:pt x="650747" y="76200"/>
                  </a:lnTo>
                  <a:lnTo>
                    <a:pt x="650747" y="381000"/>
                  </a:lnTo>
                  <a:lnTo>
                    <a:pt x="644753" y="410640"/>
                  </a:lnTo>
                  <a:lnTo>
                    <a:pt x="628411" y="434863"/>
                  </a:lnTo>
                  <a:lnTo>
                    <a:pt x="604188" y="451205"/>
                  </a:lnTo>
                  <a:lnTo>
                    <a:pt x="574547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63700" y="1126997"/>
            <a:ext cx="176085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57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Router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14677" y="3424554"/>
            <a:ext cx="342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449577" y="2407958"/>
            <a:ext cx="1845945" cy="1931035"/>
            <a:chOff x="1449577" y="2407958"/>
            <a:chExt cx="1845945" cy="193103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5019" y="2426144"/>
              <a:ext cx="1185671" cy="32010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6168" y="2407958"/>
              <a:ext cx="1188732" cy="40077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12263" y="2453639"/>
              <a:ext cx="1095756" cy="2301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12263" y="2453639"/>
              <a:ext cx="1096010" cy="230504"/>
            </a:xfrm>
            <a:custGeom>
              <a:avLst/>
              <a:gdLst/>
              <a:ahLst/>
              <a:cxnLst/>
              <a:rect l="l" t="t" r="r" b="b"/>
              <a:pathLst>
                <a:path w="1096010" h="23050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7402" y="0"/>
                  </a:lnTo>
                  <a:lnTo>
                    <a:pt x="1072342" y="3010"/>
                  </a:lnTo>
                  <a:lnTo>
                    <a:pt x="1084532" y="11223"/>
                  </a:lnTo>
                  <a:lnTo>
                    <a:pt x="1092745" y="23413"/>
                  </a:lnTo>
                  <a:lnTo>
                    <a:pt x="1095756" y="38354"/>
                  </a:lnTo>
                  <a:lnTo>
                    <a:pt x="1095756" y="191770"/>
                  </a:lnTo>
                  <a:lnTo>
                    <a:pt x="1092745" y="206710"/>
                  </a:lnTo>
                  <a:lnTo>
                    <a:pt x="1084532" y="218900"/>
                  </a:lnTo>
                  <a:lnTo>
                    <a:pt x="1072342" y="227113"/>
                  </a:lnTo>
                  <a:lnTo>
                    <a:pt x="1057402" y="230124"/>
                  </a:lnTo>
                  <a:lnTo>
                    <a:pt x="38354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70"/>
                  </a:lnTo>
                  <a:lnTo>
                    <a:pt x="0" y="38354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62277" y="3868673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574547" y="0"/>
                  </a:moveTo>
                  <a:lnTo>
                    <a:pt x="76200" y="0"/>
                  </a:lnTo>
                  <a:lnTo>
                    <a:pt x="46559" y="5987"/>
                  </a:lnTo>
                  <a:lnTo>
                    <a:pt x="22336" y="22317"/>
                  </a:lnTo>
                  <a:lnTo>
                    <a:pt x="5994" y="46537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62"/>
                  </a:lnTo>
                  <a:lnTo>
                    <a:pt x="22336" y="434882"/>
                  </a:lnTo>
                  <a:lnTo>
                    <a:pt x="46559" y="451212"/>
                  </a:lnTo>
                  <a:lnTo>
                    <a:pt x="76200" y="457200"/>
                  </a:lnTo>
                  <a:lnTo>
                    <a:pt x="574547" y="457200"/>
                  </a:lnTo>
                  <a:lnTo>
                    <a:pt x="604188" y="451212"/>
                  </a:lnTo>
                  <a:lnTo>
                    <a:pt x="628411" y="434882"/>
                  </a:lnTo>
                  <a:lnTo>
                    <a:pt x="644753" y="410662"/>
                  </a:lnTo>
                  <a:lnTo>
                    <a:pt x="650747" y="381000"/>
                  </a:lnTo>
                  <a:lnTo>
                    <a:pt x="650747" y="76200"/>
                  </a:lnTo>
                  <a:lnTo>
                    <a:pt x="644753" y="46537"/>
                  </a:lnTo>
                  <a:lnTo>
                    <a:pt x="628411" y="22317"/>
                  </a:lnTo>
                  <a:lnTo>
                    <a:pt x="604188" y="5987"/>
                  </a:lnTo>
                  <a:lnTo>
                    <a:pt x="574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62277" y="3868673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0" y="76200"/>
                  </a:moveTo>
                  <a:lnTo>
                    <a:pt x="5994" y="46537"/>
                  </a:lnTo>
                  <a:lnTo>
                    <a:pt x="22336" y="22317"/>
                  </a:lnTo>
                  <a:lnTo>
                    <a:pt x="46559" y="5987"/>
                  </a:lnTo>
                  <a:lnTo>
                    <a:pt x="76200" y="0"/>
                  </a:lnTo>
                  <a:lnTo>
                    <a:pt x="574547" y="0"/>
                  </a:lnTo>
                  <a:lnTo>
                    <a:pt x="604188" y="5987"/>
                  </a:lnTo>
                  <a:lnTo>
                    <a:pt x="628411" y="22317"/>
                  </a:lnTo>
                  <a:lnTo>
                    <a:pt x="644753" y="46537"/>
                  </a:lnTo>
                  <a:lnTo>
                    <a:pt x="650747" y="76200"/>
                  </a:lnTo>
                  <a:lnTo>
                    <a:pt x="650747" y="381000"/>
                  </a:lnTo>
                  <a:lnTo>
                    <a:pt x="644753" y="410662"/>
                  </a:lnTo>
                  <a:lnTo>
                    <a:pt x="628411" y="434882"/>
                  </a:lnTo>
                  <a:lnTo>
                    <a:pt x="604188" y="451212"/>
                  </a:lnTo>
                  <a:lnTo>
                    <a:pt x="574547" y="457200"/>
                  </a:lnTo>
                  <a:lnTo>
                    <a:pt x="76200" y="457200"/>
                  </a:lnTo>
                  <a:lnTo>
                    <a:pt x="46559" y="451212"/>
                  </a:lnTo>
                  <a:lnTo>
                    <a:pt x="22336" y="434882"/>
                  </a:lnTo>
                  <a:lnTo>
                    <a:pt x="5994" y="410662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227833" y="2455926"/>
            <a:ext cx="865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065020" y="2145830"/>
            <a:ext cx="1187450" cy="401320"/>
            <a:chOff x="2065020" y="2145830"/>
            <a:chExt cx="1187450" cy="40132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5020" y="2164016"/>
              <a:ext cx="1185671" cy="32010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7316" y="2145830"/>
              <a:ext cx="1104887" cy="40077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2264" y="2191511"/>
              <a:ext cx="1095756" cy="23012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112264" y="2191511"/>
              <a:ext cx="1096010" cy="230504"/>
            </a:xfrm>
            <a:custGeom>
              <a:avLst/>
              <a:gdLst/>
              <a:ahLst/>
              <a:cxnLst/>
              <a:rect l="l" t="t" r="r" b="b"/>
              <a:pathLst>
                <a:path w="1096010" h="23050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7402" y="0"/>
                  </a:lnTo>
                  <a:lnTo>
                    <a:pt x="1072342" y="3010"/>
                  </a:lnTo>
                  <a:lnTo>
                    <a:pt x="1084532" y="11223"/>
                  </a:lnTo>
                  <a:lnTo>
                    <a:pt x="1092745" y="23413"/>
                  </a:lnTo>
                  <a:lnTo>
                    <a:pt x="1095756" y="38354"/>
                  </a:lnTo>
                  <a:lnTo>
                    <a:pt x="1095756" y="191769"/>
                  </a:lnTo>
                  <a:lnTo>
                    <a:pt x="1092745" y="206710"/>
                  </a:lnTo>
                  <a:lnTo>
                    <a:pt x="1084532" y="218900"/>
                  </a:lnTo>
                  <a:lnTo>
                    <a:pt x="1072342" y="227113"/>
                  </a:lnTo>
                  <a:lnTo>
                    <a:pt x="1057402" y="230124"/>
                  </a:lnTo>
                  <a:lnTo>
                    <a:pt x="38354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4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268982" y="2193417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Public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074164" y="3441230"/>
            <a:ext cx="1224280" cy="401320"/>
            <a:chOff x="2074164" y="3441230"/>
            <a:chExt cx="1224280" cy="401320"/>
          </a:xfrm>
        </p:grpSpPr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4164" y="3459518"/>
              <a:ext cx="1176527" cy="31847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9216" y="3441230"/>
              <a:ext cx="1188732" cy="40077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1408" y="3486912"/>
              <a:ext cx="1086612" cy="228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121408" y="3486912"/>
              <a:ext cx="1087120" cy="228600"/>
            </a:xfrm>
            <a:custGeom>
              <a:avLst/>
              <a:gdLst/>
              <a:ahLst/>
              <a:cxnLst/>
              <a:rect l="l" t="t" r="r" b="b"/>
              <a:pathLst>
                <a:path w="1087120" h="2286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1048512" y="0"/>
                  </a:lnTo>
                  <a:lnTo>
                    <a:pt x="1063359" y="2988"/>
                  </a:lnTo>
                  <a:lnTo>
                    <a:pt x="1075467" y="11144"/>
                  </a:lnTo>
                  <a:lnTo>
                    <a:pt x="1083623" y="23252"/>
                  </a:lnTo>
                  <a:lnTo>
                    <a:pt x="1086612" y="38100"/>
                  </a:lnTo>
                  <a:lnTo>
                    <a:pt x="1086612" y="190500"/>
                  </a:lnTo>
                  <a:lnTo>
                    <a:pt x="1083623" y="205347"/>
                  </a:lnTo>
                  <a:lnTo>
                    <a:pt x="1075467" y="217455"/>
                  </a:lnTo>
                  <a:lnTo>
                    <a:pt x="1063359" y="225611"/>
                  </a:lnTo>
                  <a:lnTo>
                    <a:pt x="1048512" y="228600"/>
                  </a:lnTo>
                  <a:lnTo>
                    <a:pt x="38100" y="228600"/>
                  </a:lnTo>
                  <a:lnTo>
                    <a:pt x="23252" y="225611"/>
                  </a:lnTo>
                  <a:lnTo>
                    <a:pt x="11144" y="217455"/>
                  </a:lnTo>
                  <a:lnTo>
                    <a:pt x="2988" y="205347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31263" y="3488816"/>
            <a:ext cx="865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074164" y="2570352"/>
            <a:ext cx="3057525" cy="1812925"/>
            <a:chOff x="2074164" y="2570352"/>
            <a:chExt cx="3057525" cy="1812925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4164" y="4000500"/>
              <a:ext cx="1176527" cy="31847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09216" y="3982211"/>
              <a:ext cx="1188732" cy="40077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1408" y="4027931"/>
              <a:ext cx="1086612" cy="228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121408" y="4027931"/>
              <a:ext cx="1087120" cy="228600"/>
            </a:xfrm>
            <a:custGeom>
              <a:avLst/>
              <a:gdLst/>
              <a:ahLst/>
              <a:cxnLst/>
              <a:rect l="l" t="t" r="r" b="b"/>
              <a:pathLst>
                <a:path w="1087120" h="228600">
                  <a:moveTo>
                    <a:pt x="0" y="38100"/>
                  </a:moveTo>
                  <a:lnTo>
                    <a:pt x="2988" y="23268"/>
                  </a:lnTo>
                  <a:lnTo>
                    <a:pt x="11144" y="11158"/>
                  </a:lnTo>
                  <a:lnTo>
                    <a:pt x="23252" y="2993"/>
                  </a:lnTo>
                  <a:lnTo>
                    <a:pt x="38100" y="0"/>
                  </a:lnTo>
                  <a:lnTo>
                    <a:pt x="1048512" y="0"/>
                  </a:lnTo>
                  <a:lnTo>
                    <a:pt x="1063359" y="2993"/>
                  </a:lnTo>
                  <a:lnTo>
                    <a:pt x="1075467" y="11158"/>
                  </a:lnTo>
                  <a:lnTo>
                    <a:pt x="1083623" y="23268"/>
                  </a:lnTo>
                  <a:lnTo>
                    <a:pt x="1086612" y="38100"/>
                  </a:lnTo>
                  <a:lnTo>
                    <a:pt x="1086612" y="190500"/>
                  </a:lnTo>
                  <a:lnTo>
                    <a:pt x="1083623" y="205331"/>
                  </a:lnTo>
                  <a:lnTo>
                    <a:pt x="1075467" y="217441"/>
                  </a:lnTo>
                  <a:lnTo>
                    <a:pt x="1063359" y="225606"/>
                  </a:lnTo>
                  <a:lnTo>
                    <a:pt x="1048512" y="228600"/>
                  </a:lnTo>
                  <a:lnTo>
                    <a:pt x="38100" y="228600"/>
                  </a:lnTo>
                  <a:lnTo>
                    <a:pt x="23252" y="225606"/>
                  </a:lnTo>
                  <a:lnTo>
                    <a:pt x="11144" y="217441"/>
                  </a:lnTo>
                  <a:lnTo>
                    <a:pt x="2988" y="205331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214749" y="2570352"/>
              <a:ext cx="916940" cy="666115"/>
            </a:xfrm>
            <a:custGeom>
              <a:avLst/>
              <a:gdLst/>
              <a:ahLst/>
              <a:cxnLst/>
              <a:rect l="l" t="t" r="r" b="b"/>
              <a:pathLst>
                <a:path w="916939" h="666114">
                  <a:moveTo>
                    <a:pt x="851073" y="626352"/>
                  </a:moveTo>
                  <a:lnTo>
                    <a:pt x="832485" y="652018"/>
                  </a:lnTo>
                  <a:lnTo>
                    <a:pt x="916559" y="665861"/>
                  </a:lnTo>
                  <a:lnTo>
                    <a:pt x="899884" y="633857"/>
                  </a:lnTo>
                  <a:lnTo>
                    <a:pt x="861440" y="633857"/>
                  </a:lnTo>
                  <a:lnTo>
                    <a:pt x="851073" y="626352"/>
                  </a:lnTo>
                  <a:close/>
                </a:path>
                <a:path w="916939" h="666114">
                  <a:moveTo>
                    <a:pt x="858495" y="616105"/>
                  </a:moveTo>
                  <a:lnTo>
                    <a:pt x="851073" y="626352"/>
                  </a:lnTo>
                  <a:lnTo>
                    <a:pt x="861440" y="633857"/>
                  </a:lnTo>
                  <a:lnTo>
                    <a:pt x="868806" y="623570"/>
                  </a:lnTo>
                  <a:lnTo>
                    <a:pt x="858495" y="616105"/>
                  </a:lnTo>
                  <a:close/>
                </a:path>
                <a:path w="916939" h="666114">
                  <a:moveTo>
                    <a:pt x="877188" y="590296"/>
                  </a:moveTo>
                  <a:lnTo>
                    <a:pt x="858495" y="616105"/>
                  </a:lnTo>
                  <a:lnTo>
                    <a:pt x="868806" y="623570"/>
                  </a:lnTo>
                  <a:lnTo>
                    <a:pt x="861440" y="633857"/>
                  </a:lnTo>
                  <a:lnTo>
                    <a:pt x="899884" y="633857"/>
                  </a:lnTo>
                  <a:lnTo>
                    <a:pt x="877188" y="590296"/>
                  </a:lnTo>
                  <a:close/>
                </a:path>
                <a:path w="916939" h="666114">
                  <a:moveTo>
                    <a:pt x="7365" y="0"/>
                  </a:moveTo>
                  <a:lnTo>
                    <a:pt x="0" y="10287"/>
                  </a:lnTo>
                  <a:lnTo>
                    <a:pt x="851073" y="626352"/>
                  </a:lnTo>
                  <a:lnTo>
                    <a:pt x="858495" y="616105"/>
                  </a:lnTo>
                  <a:lnTo>
                    <a:pt x="7365" y="0"/>
                  </a:lnTo>
                  <a:close/>
                </a:path>
              </a:pathLst>
            </a:custGeom>
            <a:solidFill>
              <a:srgbClr val="94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649729" y="3989450"/>
            <a:ext cx="27178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231263" y="4069993"/>
            <a:ext cx="8655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0"/>
              </a:lnSpc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885314" y="4332045"/>
            <a:ext cx="119253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466214" y="4712002"/>
            <a:ext cx="4553585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5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5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 dirty="0">
              <a:latin typeface="Consolas"/>
              <a:cs typeface="Consolas"/>
            </a:endParaRPr>
          </a:p>
          <a:p>
            <a:pPr marL="1669414">
              <a:lnSpc>
                <a:spcPct val="100000"/>
              </a:lnSpc>
              <a:spcBef>
                <a:spcPts val="195"/>
              </a:spcBef>
            </a:pP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825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5" dirty="0"/>
              <a:t> Internet</a:t>
            </a:r>
            <a:r>
              <a:rPr sz="2800" spc="10" dirty="0"/>
              <a:t> </a:t>
            </a:r>
            <a:r>
              <a:rPr sz="2800" spc="-5" dirty="0"/>
              <a:t>Gateway</a:t>
            </a:r>
            <a:r>
              <a:rPr sz="2800" spc="10" dirty="0"/>
              <a:t> </a:t>
            </a:r>
            <a:r>
              <a:rPr sz="2800" spc="-10" dirty="0"/>
              <a:t>Route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733298" y="2063750"/>
            <a:ext cx="3498850" cy="1023619"/>
            <a:chOff x="733298" y="2063750"/>
            <a:chExt cx="3498850" cy="1023619"/>
          </a:xfrm>
        </p:grpSpPr>
        <p:sp>
          <p:nvSpPr>
            <p:cNvPr id="4" name="object 4"/>
            <p:cNvSpPr/>
            <p:nvPr/>
          </p:nvSpPr>
          <p:spPr>
            <a:xfrm>
              <a:off x="745998" y="2076450"/>
              <a:ext cx="3473450" cy="998219"/>
            </a:xfrm>
            <a:custGeom>
              <a:avLst/>
              <a:gdLst/>
              <a:ahLst/>
              <a:cxnLst/>
              <a:rect l="l" t="t" r="r" b="b"/>
              <a:pathLst>
                <a:path w="3473450" h="998219">
                  <a:moveTo>
                    <a:pt x="3306826" y="0"/>
                  </a:moveTo>
                  <a:lnTo>
                    <a:pt x="166370" y="0"/>
                  </a:lnTo>
                  <a:lnTo>
                    <a:pt x="122141" y="5947"/>
                  </a:lnTo>
                  <a:lnTo>
                    <a:pt x="82399" y="22728"/>
                  </a:lnTo>
                  <a:lnTo>
                    <a:pt x="48728" y="48752"/>
                  </a:lnTo>
                  <a:lnTo>
                    <a:pt x="22714" y="82427"/>
                  </a:lnTo>
                  <a:lnTo>
                    <a:pt x="5942" y="122164"/>
                  </a:lnTo>
                  <a:lnTo>
                    <a:pt x="0" y="166369"/>
                  </a:lnTo>
                  <a:lnTo>
                    <a:pt x="0" y="831850"/>
                  </a:lnTo>
                  <a:lnTo>
                    <a:pt x="5942" y="876055"/>
                  </a:lnTo>
                  <a:lnTo>
                    <a:pt x="22714" y="915792"/>
                  </a:lnTo>
                  <a:lnTo>
                    <a:pt x="48728" y="949467"/>
                  </a:lnTo>
                  <a:lnTo>
                    <a:pt x="82399" y="975491"/>
                  </a:lnTo>
                  <a:lnTo>
                    <a:pt x="122141" y="992272"/>
                  </a:lnTo>
                  <a:lnTo>
                    <a:pt x="166370" y="998219"/>
                  </a:lnTo>
                  <a:lnTo>
                    <a:pt x="3306826" y="998219"/>
                  </a:lnTo>
                  <a:lnTo>
                    <a:pt x="3351031" y="992272"/>
                  </a:lnTo>
                  <a:lnTo>
                    <a:pt x="3390768" y="975491"/>
                  </a:lnTo>
                  <a:lnTo>
                    <a:pt x="3424443" y="949467"/>
                  </a:lnTo>
                  <a:lnTo>
                    <a:pt x="3450467" y="915792"/>
                  </a:lnTo>
                  <a:lnTo>
                    <a:pt x="3467248" y="876055"/>
                  </a:lnTo>
                  <a:lnTo>
                    <a:pt x="3473196" y="831850"/>
                  </a:lnTo>
                  <a:lnTo>
                    <a:pt x="3473196" y="166369"/>
                  </a:lnTo>
                  <a:lnTo>
                    <a:pt x="3467248" y="122164"/>
                  </a:lnTo>
                  <a:lnTo>
                    <a:pt x="3450467" y="82427"/>
                  </a:lnTo>
                  <a:lnTo>
                    <a:pt x="3424443" y="48752"/>
                  </a:lnTo>
                  <a:lnTo>
                    <a:pt x="3390768" y="22728"/>
                  </a:lnTo>
                  <a:lnTo>
                    <a:pt x="3351031" y="5947"/>
                  </a:lnTo>
                  <a:lnTo>
                    <a:pt x="33068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5998" y="2076450"/>
              <a:ext cx="3473450" cy="998219"/>
            </a:xfrm>
            <a:custGeom>
              <a:avLst/>
              <a:gdLst/>
              <a:ahLst/>
              <a:cxnLst/>
              <a:rect l="l" t="t" r="r" b="b"/>
              <a:pathLst>
                <a:path w="3473450" h="998219">
                  <a:moveTo>
                    <a:pt x="0" y="166369"/>
                  </a:moveTo>
                  <a:lnTo>
                    <a:pt x="5942" y="122164"/>
                  </a:lnTo>
                  <a:lnTo>
                    <a:pt x="22714" y="82427"/>
                  </a:lnTo>
                  <a:lnTo>
                    <a:pt x="48728" y="48752"/>
                  </a:lnTo>
                  <a:lnTo>
                    <a:pt x="82399" y="22728"/>
                  </a:lnTo>
                  <a:lnTo>
                    <a:pt x="122141" y="5947"/>
                  </a:lnTo>
                  <a:lnTo>
                    <a:pt x="166370" y="0"/>
                  </a:lnTo>
                  <a:lnTo>
                    <a:pt x="3306826" y="0"/>
                  </a:lnTo>
                  <a:lnTo>
                    <a:pt x="3351031" y="5947"/>
                  </a:lnTo>
                  <a:lnTo>
                    <a:pt x="3390768" y="22728"/>
                  </a:lnTo>
                  <a:lnTo>
                    <a:pt x="3424443" y="48752"/>
                  </a:lnTo>
                  <a:lnTo>
                    <a:pt x="3450467" y="82427"/>
                  </a:lnTo>
                  <a:lnTo>
                    <a:pt x="3467248" y="122164"/>
                  </a:lnTo>
                  <a:lnTo>
                    <a:pt x="3473196" y="166369"/>
                  </a:lnTo>
                  <a:lnTo>
                    <a:pt x="3473196" y="831850"/>
                  </a:lnTo>
                  <a:lnTo>
                    <a:pt x="3467248" y="876055"/>
                  </a:lnTo>
                  <a:lnTo>
                    <a:pt x="3450467" y="915792"/>
                  </a:lnTo>
                  <a:lnTo>
                    <a:pt x="3424443" y="949467"/>
                  </a:lnTo>
                  <a:lnTo>
                    <a:pt x="3390768" y="975491"/>
                  </a:lnTo>
                  <a:lnTo>
                    <a:pt x="3351031" y="992272"/>
                  </a:lnTo>
                  <a:lnTo>
                    <a:pt x="3306826" y="998219"/>
                  </a:lnTo>
                  <a:lnTo>
                    <a:pt x="166370" y="998219"/>
                  </a:lnTo>
                  <a:lnTo>
                    <a:pt x="122141" y="992272"/>
                  </a:lnTo>
                  <a:lnTo>
                    <a:pt x="82399" y="975491"/>
                  </a:lnTo>
                  <a:lnTo>
                    <a:pt x="48728" y="949467"/>
                  </a:lnTo>
                  <a:lnTo>
                    <a:pt x="22714" y="915792"/>
                  </a:lnTo>
                  <a:lnTo>
                    <a:pt x="5942" y="876055"/>
                  </a:lnTo>
                  <a:lnTo>
                    <a:pt x="0" y="831850"/>
                  </a:lnTo>
                  <a:lnTo>
                    <a:pt x="0" y="16636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19985" y="2748152"/>
            <a:ext cx="11239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41958" y="2144522"/>
            <a:ext cx="676275" cy="619760"/>
            <a:chOff x="1441958" y="2144522"/>
            <a:chExt cx="676275" cy="619760"/>
          </a:xfrm>
        </p:grpSpPr>
        <p:sp>
          <p:nvSpPr>
            <p:cNvPr id="8" name="object 8"/>
            <p:cNvSpPr/>
            <p:nvPr/>
          </p:nvSpPr>
          <p:spPr>
            <a:xfrm>
              <a:off x="1454658" y="2157222"/>
              <a:ext cx="650875" cy="594360"/>
            </a:xfrm>
            <a:custGeom>
              <a:avLst/>
              <a:gdLst/>
              <a:ahLst/>
              <a:cxnLst/>
              <a:rect l="l" t="t" r="r" b="b"/>
              <a:pathLst>
                <a:path w="650875" h="594360">
                  <a:moveTo>
                    <a:pt x="551687" y="0"/>
                  </a:moveTo>
                  <a:lnTo>
                    <a:pt x="99059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59"/>
                  </a:lnTo>
                  <a:lnTo>
                    <a:pt x="0" y="495300"/>
                  </a:lnTo>
                  <a:lnTo>
                    <a:pt x="7780" y="533870"/>
                  </a:lnTo>
                  <a:lnTo>
                    <a:pt x="29003" y="565356"/>
                  </a:lnTo>
                  <a:lnTo>
                    <a:pt x="60489" y="586579"/>
                  </a:lnTo>
                  <a:lnTo>
                    <a:pt x="99059" y="594359"/>
                  </a:lnTo>
                  <a:lnTo>
                    <a:pt x="551687" y="594359"/>
                  </a:lnTo>
                  <a:lnTo>
                    <a:pt x="590258" y="586579"/>
                  </a:lnTo>
                  <a:lnTo>
                    <a:pt x="621744" y="565356"/>
                  </a:lnTo>
                  <a:lnTo>
                    <a:pt x="642967" y="533870"/>
                  </a:lnTo>
                  <a:lnTo>
                    <a:pt x="650747" y="495300"/>
                  </a:lnTo>
                  <a:lnTo>
                    <a:pt x="650747" y="99059"/>
                  </a:lnTo>
                  <a:lnTo>
                    <a:pt x="642967" y="60489"/>
                  </a:lnTo>
                  <a:lnTo>
                    <a:pt x="621744" y="29003"/>
                  </a:lnTo>
                  <a:lnTo>
                    <a:pt x="590258" y="7780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4658" y="2157222"/>
              <a:ext cx="650875" cy="594360"/>
            </a:xfrm>
            <a:custGeom>
              <a:avLst/>
              <a:gdLst/>
              <a:ahLst/>
              <a:cxnLst/>
              <a:rect l="l" t="t" r="r" b="b"/>
              <a:pathLst>
                <a:path w="650875" h="594360">
                  <a:moveTo>
                    <a:pt x="0" y="99059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59" y="0"/>
                  </a:lnTo>
                  <a:lnTo>
                    <a:pt x="551687" y="0"/>
                  </a:lnTo>
                  <a:lnTo>
                    <a:pt x="590258" y="7780"/>
                  </a:lnTo>
                  <a:lnTo>
                    <a:pt x="621744" y="29003"/>
                  </a:lnTo>
                  <a:lnTo>
                    <a:pt x="642967" y="60489"/>
                  </a:lnTo>
                  <a:lnTo>
                    <a:pt x="650747" y="99059"/>
                  </a:lnTo>
                  <a:lnTo>
                    <a:pt x="650747" y="495300"/>
                  </a:lnTo>
                  <a:lnTo>
                    <a:pt x="642967" y="533870"/>
                  </a:lnTo>
                  <a:lnTo>
                    <a:pt x="621744" y="565356"/>
                  </a:lnTo>
                  <a:lnTo>
                    <a:pt x="590258" y="586579"/>
                  </a:lnTo>
                  <a:lnTo>
                    <a:pt x="551687" y="594359"/>
                  </a:lnTo>
                  <a:lnTo>
                    <a:pt x="99059" y="594359"/>
                  </a:lnTo>
                  <a:lnTo>
                    <a:pt x="60489" y="586579"/>
                  </a:lnTo>
                  <a:lnTo>
                    <a:pt x="29003" y="565356"/>
                  </a:lnTo>
                  <a:lnTo>
                    <a:pt x="7780" y="533870"/>
                  </a:lnTo>
                  <a:lnTo>
                    <a:pt x="0" y="495300"/>
                  </a:lnTo>
                  <a:lnTo>
                    <a:pt x="0" y="9905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83816" y="2329052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3298" y="3159505"/>
            <a:ext cx="3498850" cy="1518920"/>
            <a:chOff x="733298" y="3159505"/>
            <a:chExt cx="3498850" cy="1518920"/>
          </a:xfrm>
        </p:grpSpPr>
        <p:sp>
          <p:nvSpPr>
            <p:cNvPr id="12" name="object 12"/>
            <p:cNvSpPr/>
            <p:nvPr/>
          </p:nvSpPr>
          <p:spPr>
            <a:xfrm>
              <a:off x="745998" y="3172205"/>
              <a:ext cx="3473450" cy="1493520"/>
            </a:xfrm>
            <a:custGeom>
              <a:avLst/>
              <a:gdLst/>
              <a:ahLst/>
              <a:cxnLst/>
              <a:rect l="l" t="t" r="r" b="b"/>
              <a:pathLst>
                <a:path w="3473450" h="1493520">
                  <a:moveTo>
                    <a:pt x="3224276" y="0"/>
                  </a:moveTo>
                  <a:lnTo>
                    <a:pt x="248920" y="0"/>
                  </a:lnTo>
                  <a:lnTo>
                    <a:pt x="204175" y="4012"/>
                  </a:lnTo>
                  <a:lnTo>
                    <a:pt x="162062" y="15580"/>
                  </a:lnTo>
                  <a:lnTo>
                    <a:pt x="123284" y="33998"/>
                  </a:lnTo>
                  <a:lnTo>
                    <a:pt x="88542" y="58562"/>
                  </a:lnTo>
                  <a:lnTo>
                    <a:pt x="58541" y="88568"/>
                  </a:lnTo>
                  <a:lnTo>
                    <a:pt x="33984" y="123312"/>
                  </a:lnTo>
                  <a:lnTo>
                    <a:pt x="15572" y="162088"/>
                  </a:lnTo>
                  <a:lnTo>
                    <a:pt x="4010" y="204192"/>
                  </a:lnTo>
                  <a:lnTo>
                    <a:pt x="0" y="248919"/>
                  </a:lnTo>
                  <a:lnTo>
                    <a:pt x="0" y="1244600"/>
                  </a:lnTo>
                  <a:lnTo>
                    <a:pt x="4010" y="1289344"/>
                  </a:lnTo>
                  <a:lnTo>
                    <a:pt x="15572" y="1331457"/>
                  </a:lnTo>
                  <a:lnTo>
                    <a:pt x="33984" y="1370235"/>
                  </a:lnTo>
                  <a:lnTo>
                    <a:pt x="58541" y="1404977"/>
                  </a:lnTo>
                  <a:lnTo>
                    <a:pt x="88542" y="1434978"/>
                  </a:lnTo>
                  <a:lnTo>
                    <a:pt x="123284" y="1459535"/>
                  </a:lnTo>
                  <a:lnTo>
                    <a:pt x="162062" y="1477947"/>
                  </a:lnTo>
                  <a:lnTo>
                    <a:pt x="204175" y="1489509"/>
                  </a:lnTo>
                  <a:lnTo>
                    <a:pt x="248920" y="1493520"/>
                  </a:lnTo>
                  <a:lnTo>
                    <a:pt x="3224276" y="1493520"/>
                  </a:lnTo>
                  <a:lnTo>
                    <a:pt x="3269003" y="1489509"/>
                  </a:lnTo>
                  <a:lnTo>
                    <a:pt x="3311107" y="1477947"/>
                  </a:lnTo>
                  <a:lnTo>
                    <a:pt x="3349883" y="1459535"/>
                  </a:lnTo>
                  <a:lnTo>
                    <a:pt x="3384627" y="1434978"/>
                  </a:lnTo>
                  <a:lnTo>
                    <a:pt x="3414633" y="1404977"/>
                  </a:lnTo>
                  <a:lnTo>
                    <a:pt x="3439197" y="1370235"/>
                  </a:lnTo>
                  <a:lnTo>
                    <a:pt x="3457615" y="1331457"/>
                  </a:lnTo>
                  <a:lnTo>
                    <a:pt x="3469183" y="1289344"/>
                  </a:lnTo>
                  <a:lnTo>
                    <a:pt x="3473196" y="1244600"/>
                  </a:lnTo>
                  <a:lnTo>
                    <a:pt x="3473196" y="248919"/>
                  </a:lnTo>
                  <a:lnTo>
                    <a:pt x="3469183" y="204192"/>
                  </a:lnTo>
                  <a:lnTo>
                    <a:pt x="3457615" y="162088"/>
                  </a:lnTo>
                  <a:lnTo>
                    <a:pt x="3439197" y="123312"/>
                  </a:lnTo>
                  <a:lnTo>
                    <a:pt x="3414633" y="88568"/>
                  </a:lnTo>
                  <a:lnTo>
                    <a:pt x="3384627" y="58562"/>
                  </a:lnTo>
                  <a:lnTo>
                    <a:pt x="3349883" y="33998"/>
                  </a:lnTo>
                  <a:lnTo>
                    <a:pt x="3311107" y="15580"/>
                  </a:lnTo>
                  <a:lnTo>
                    <a:pt x="3269003" y="4012"/>
                  </a:lnTo>
                  <a:lnTo>
                    <a:pt x="32242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5998" y="3172205"/>
              <a:ext cx="3473450" cy="1493520"/>
            </a:xfrm>
            <a:custGeom>
              <a:avLst/>
              <a:gdLst/>
              <a:ahLst/>
              <a:cxnLst/>
              <a:rect l="l" t="t" r="r" b="b"/>
              <a:pathLst>
                <a:path w="3473450" h="1493520">
                  <a:moveTo>
                    <a:pt x="0" y="248919"/>
                  </a:moveTo>
                  <a:lnTo>
                    <a:pt x="4010" y="204192"/>
                  </a:lnTo>
                  <a:lnTo>
                    <a:pt x="15572" y="162088"/>
                  </a:lnTo>
                  <a:lnTo>
                    <a:pt x="33984" y="123312"/>
                  </a:lnTo>
                  <a:lnTo>
                    <a:pt x="58541" y="88568"/>
                  </a:lnTo>
                  <a:lnTo>
                    <a:pt x="88542" y="58562"/>
                  </a:lnTo>
                  <a:lnTo>
                    <a:pt x="123284" y="33998"/>
                  </a:lnTo>
                  <a:lnTo>
                    <a:pt x="162062" y="15580"/>
                  </a:lnTo>
                  <a:lnTo>
                    <a:pt x="204175" y="4012"/>
                  </a:lnTo>
                  <a:lnTo>
                    <a:pt x="248920" y="0"/>
                  </a:lnTo>
                  <a:lnTo>
                    <a:pt x="3224276" y="0"/>
                  </a:lnTo>
                  <a:lnTo>
                    <a:pt x="3269003" y="4012"/>
                  </a:lnTo>
                  <a:lnTo>
                    <a:pt x="3311107" y="15580"/>
                  </a:lnTo>
                  <a:lnTo>
                    <a:pt x="3349883" y="33998"/>
                  </a:lnTo>
                  <a:lnTo>
                    <a:pt x="3384627" y="58562"/>
                  </a:lnTo>
                  <a:lnTo>
                    <a:pt x="3414633" y="88568"/>
                  </a:lnTo>
                  <a:lnTo>
                    <a:pt x="3439197" y="123312"/>
                  </a:lnTo>
                  <a:lnTo>
                    <a:pt x="3457615" y="162088"/>
                  </a:lnTo>
                  <a:lnTo>
                    <a:pt x="3469183" y="204192"/>
                  </a:lnTo>
                  <a:lnTo>
                    <a:pt x="3473196" y="248919"/>
                  </a:lnTo>
                  <a:lnTo>
                    <a:pt x="3473196" y="1244600"/>
                  </a:lnTo>
                  <a:lnTo>
                    <a:pt x="3469183" y="1289344"/>
                  </a:lnTo>
                  <a:lnTo>
                    <a:pt x="3457615" y="1331457"/>
                  </a:lnTo>
                  <a:lnTo>
                    <a:pt x="3439197" y="1370235"/>
                  </a:lnTo>
                  <a:lnTo>
                    <a:pt x="3414633" y="1404977"/>
                  </a:lnTo>
                  <a:lnTo>
                    <a:pt x="3384627" y="1434978"/>
                  </a:lnTo>
                  <a:lnTo>
                    <a:pt x="3349883" y="1459535"/>
                  </a:lnTo>
                  <a:lnTo>
                    <a:pt x="3311107" y="1477947"/>
                  </a:lnTo>
                  <a:lnTo>
                    <a:pt x="3269003" y="1489509"/>
                  </a:lnTo>
                  <a:lnTo>
                    <a:pt x="3224276" y="1493520"/>
                  </a:lnTo>
                  <a:lnTo>
                    <a:pt x="248920" y="1493520"/>
                  </a:lnTo>
                  <a:lnTo>
                    <a:pt x="204175" y="1489509"/>
                  </a:lnTo>
                  <a:lnTo>
                    <a:pt x="162062" y="1477947"/>
                  </a:lnTo>
                  <a:lnTo>
                    <a:pt x="123284" y="1459535"/>
                  </a:lnTo>
                  <a:lnTo>
                    <a:pt x="88542" y="1434978"/>
                  </a:lnTo>
                  <a:lnTo>
                    <a:pt x="58541" y="1404977"/>
                  </a:lnTo>
                  <a:lnTo>
                    <a:pt x="33984" y="1370235"/>
                  </a:lnTo>
                  <a:lnTo>
                    <a:pt x="15572" y="1331457"/>
                  </a:lnTo>
                  <a:lnTo>
                    <a:pt x="4010" y="1289344"/>
                  </a:lnTo>
                  <a:lnTo>
                    <a:pt x="0" y="1244600"/>
                  </a:lnTo>
                  <a:lnTo>
                    <a:pt x="0" y="24891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3298" y="1594358"/>
            <a:ext cx="3619500" cy="327660"/>
            <a:chOff x="733298" y="1594358"/>
            <a:chExt cx="3619500" cy="327660"/>
          </a:xfrm>
        </p:grpSpPr>
        <p:sp>
          <p:nvSpPr>
            <p:cNvPr id="15" name="object 15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3543300" y="0"/>
                  </a:moveTo>
                  <a:lnTo>
                    <a:pt x="50292" y="0"/>
                  </a:lnTo>
                  <a:lnTo>
                    <a:pt x="30716" y="3946"/>
                  </a:lnTo>
                  <a:lnTo>
                    <a:pt x="14730" y="14716"/>
                  </a:lnTo>
                  <a:lnTo>
                    <a:pt x="3952" y="30700"/>
                  </a:lnTo>
                  <a:lnTo>
                    <a:pt x="0" y="50291"/>
                  </a:lnTo>
                  <a:lnTo>
                    <a:pt x="0" y="251459"/>
                  </a:lnTo>
                  <a:lnTo>
                    <a:pt x="3952" y="271051"/>
                  </a:lnTo>
                  <a:lnTo>
                    <a:pt x="14730" y="287035"/>
                  </a:lnTo>
                  <a:lnTo>
                    <a:pt x="30716" y="297805"/>
                  </a:lnTo>
                  <a:lnTo>
                    <a:pt x="50292" y="301751"/>
                  </a:lnTo>
                  <a:lnTo>
                    <a:pt x="3543300" y="301751"/>
                  </a:lnTo>
                  <a:lnTo>
                    <a:pt x="3562891" y="297805"/>
                  </a:lnTo>
                  <a:lnTo>
                    <a:pt x="3578875" y="287035"/>
                  </a:lnTo>
                  <a:lnTo>
                    <a:pt x="3589645" y="271051"/>
                  </a:lnTo>
                  <a:lnTo>
                    <a:pt x="3593591" y="251459"/>
                  </a:lnTo>
                  <a:lnTo>
                    <a:pt x="3593591" y="50291"/>
                  </a:lnTo>
                  <a:lnTo>
                    <a:pt x="3589645" y="30700"/>
                  </a:lnTo>
                  <a:lnTo>
                    <a:pt x="3578875" y="14716"/>
                  </a:lnTo>
                  <a:lnTo>
                    <a:pt x="3562891" y="3946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0" y="50291"/>
                  </a:moveTo>
                  <a:lnTo>
                    <a:pt x="3952" y="30700"/>
                  </a:lnTo>
                  <a:lnTo>
                    <a:pt x="14730" y="14716"/>
                  </a:lnTo>
                  <a:lnTo>
                    <a:pt x="30716" y="3946"/>
                  </a:lnTo>
                  <a:lnTo>
                    <a:pt x="50292" y="0"/>
                  </a:lnTo>
                  <a:lnTo>
                    <a:pt x="3543300" y="0"/>
                  </a:lnTo>
                  <a:lnTo>
                    <a:pt x="3562891" y="3946"/>
                  </a:lnTo>
                  <a:lnTo>
                    <a:pt x="3578875" y="14716"/>
                  </a:lnTo>
                  <a:lnTo>
                    <a:pt x="3589645" y="30700"/>
                  </a:lnTo>
                  <a:lnTo>
                    <a:pt x="3593591" y="50291"/>
                  </a:lnTo>
                  <a:lnTo>
                    <a:pt x="3593591" y="251459"/>
                  </a:lnTo>
                  <a:lnTo>
                    <a:pt x="3589645" y="271051"/>
                  </a:lnTo>
                  <a:lnTo>
                    <a:pt x="3578875" y="287035"/>
                  </a:lnTo>
                  <a:lnTo>
                    <a:pt x="3562891" y="297805"/>
                  </a:lnTo>
                  <a:lnTo>
                    <a:pt x="3543300" y="301751"/>
                  </a:lnTo>
                  <a:lnTo>
                    <a:pt x="50292" y="301751"/>
                  </a:lnTo>
                  <a:lnTo>
                    <a:pt x="30716" y="297805"/>
                  </a:lnTo>
                  <a:lnTo>
                    <a:pt x="14730" y="287035"/>
                  </a:lnTo>
                  <a:lnTo>
                    <a:pt x="3952" y="271051"/>
                  </a:lnTo>
                  <a:lnTo>
                    <a:pt x="0" y="251459"/>
                  </a:lnTo>
                  <a:lnTo>
                    <a:pt x="0" y="5029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87955" y="1601215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ut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927472" y="3680078"/>
          <a:ext cx="2925445" cy="741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76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5345938" y="3312617"/>
            <a:ext cx="1725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bl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3298" y="1120394"/>
            <a:ext cx="3619500" cy="325755"/>
            <a:chOff x="733298" y="1120394"/>
            <a:chExt cx="3619500" cy="325755"/>
          </a:xfrm>
        </p:grpSpPr>
        <p:sp>
          <p:nvSpPr>
            <p:cNvPr id="21" name="object 21"/>
            <p:cNvSpPr/>
            <p:nvPr/>
          </p:nvSpPr>
          <p:spPr>
            <a:xfrm>
              <a:off x="745998" y="1133094"/>
              <a:ext cx="3594100" cy="300355"/>
            </a:xfrm>
            <a:custGeom>
              <a:avLst/>
              <a:gdLst/>
              <a:ahLst/>
              <a:cxnLst/>
              <a:rect l="l" t="t" r="r" b="b"/>
              <a:pathLst>
                <a:path w="3594100" h="300355">
                  <a:moveTo>
                    <a:pt x="3543554" y="0"/>
                  </a:moveTo>
                  <a:lnTo>
                    <a:pt x="50037" y="0"/>
                  </a:lnTo>
                  <a:lnTo>
                    <a:pt x="30560" y="3925"/>
                  </a:lnTo>
                  <a:lnTo>
                    <a:pt x="14655" y="14636"/>
                  </a:lnTo>
                  <a:lnTo>
                    <a:pt x="3932" y="30539"/>
                  </a:lnTo>
                  <a:lnTo>
                    <a:pt x="0" y="50037"/>
                  </a:lnTo>
                  <a:lnTo>
                    <a:pt x="0" y="250189"/>
                  </a:lnTo>
                  <a:lnTo>
                    <a:pt x="3932" y="269688"/>
                  </a:lnTo>
                  <a:lnTo>
                    <a:pt x="14655" y="285591"/>
                  </a:lnTo>
                  <a:lnTo>
                    <a:pt x="30560" y="296302"/>
                  </a:lnTo>
                  <a:lnTo>
                    <a:pt x="50037" y="300227"/>
                  </a:lnTo>
                  <a:lnTo>
                    <a:pt x="3543554" y="300227"/>
                  </a:lnTo>
                  <a:lnTo>
                    <a:pt x="3563052" y="296302"/>
                  </a:lnTo>
                  <a:lnTo>
                    <a:pt x="3578955" y="285591"/>
                  </a:lnTo>
                  <a:lnTo>
                    <a:pt x="3589666" y="269688"/>
                  </a:lnTo>
                  <a:lnTo>
                    <a:pt x="3593591" y="250189"/>
                  </a:lnTo>
                  <a:lnTo>
                    <a:pt x="3593591" y="50037"/>
                  </a:lnTo>
                  <a:lnTo>
                    <a:pt x="3589666" y="30539"/>
                  </a:lnTo>
                  <a:lnTo>
                    <a:pt x="3578955" y="14636"/>
                  </a:lnTo>
                  <a:lnTo>
                    <a:pt x="3563052" y="3925"/>
                  </a:lnTo>
                  <a:lnTo>
                    <a:pt x="3543554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5998" y="1133094"/>
              <a:ext cx="3594100" cy="300355"/>
            </a:xfrm>
            <a:custGeom>
              <a:avLst/>
              <a:gdLst/>
              <a:ahLst/>
              <a:cxnLst/>
              <a:rect l="l" t="t" r="r" b="b"/>
              <a:pathLst>
                <a:path w="3594100" h="300355">
                  <a:moveTo>
                    <a:pt x="0" y="50037"/>
                  </a:moveTo>
                  <a:lnTo>
                    <a:pt x="3932" y="30539"/>
                  </a:lnTo>
                  <a:lnTo>
                    <a:pt x="14655" y="14636"/>
                  </a:lnTo>
                  <a:lnTo>
                    <a:pt x="30560" y="3925"/>
                  </a:lnTo>
                  <a:lnTo>
                    <a:pt x="50037" y="0"/>
                  </a:lnTo>
                  <a:lnTo>
                    <a:pt x="3543554" y="0"/>
                  </a:lnTo>
                  <a:lnTo>
                    <a:pt x="3563052" y="3925"/>
                  </a:lnTo>
                  <a:lnTo>
                    <a:pt x="3578955" y="14636"/>
                  </a:lnTo>
                  <a:lnTo>
                    <a:pt x="3589666" y="30539"/>
                  </a:lnTo>
                  <a:lnTo>
                    <a:pt x="3593591" y="50037"/>
                  </a:lnTo>
                  <a:lnTo>
                    <a:pt x="3593591" y="250189"/>
                  </a:lnTo>
                  <a:lnTo>
                    <a:pt x="3589666" y="269688"/>
                  </a:lnTo>
                  <a:lnTo>
                    <a:pt x="3578955" y="285591"/>
                  </a:lnTo>
                  <a:lnTo>
                    <a:pt x="3563052" y="296302"/>
                  </a:lnTo>
                  <a:lnTo>
                    <a:pt x="3543554" y="300227"/>
                  </a:lnTo>
                  <a:lnTo>
                    <a:pt x="50037" y="300227"/>
                  </a:lnTo>
                  <a:lnTo>
                    <a:pt x="30560" y="296302"/>
                  </a:lnTo>
                  <a:lnTo>
                    <a:pt x="14655" y="285591"/>
                  </a:lnTo>
                  <a:lnTo>
                    <a:pt x="3932" y="269688"/>
                  </a:lnTo>
                  <a:lnTo>
                    <a:pt x="0" y="250189"/>
                  </a:lnTo>
                  <a:lnTo>
                    <a:pt x="0" y="50037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449577" y="3308858"/>
            <a:ext cx="3484879" cy="771525"/>
            <a:chOff x="1449577" y="3308858"/>
            <a:chExt cx="3484879" cy="771525"/>
          </a:xfrm>
        </p:grpSpPr>
        <p:sp>
          <p:nvSpPr>
            <p:cNvPr id="24" name="object 24"/>
            <p:cNvSpPr/>
            <p:nvPr/>
          </p:nvSpPr>
          <p:spPr>
            <a:xfrm>
              <a:off x="4217161" y="3911968"/>
              <a:ext cx="716915" cy="168275"/>
            </a:xfrm>
            <a:custGeom>
              <a:avLst/>
              <a:gdLst/>
              <a:ahLst/>
              <a:cxnLst/>
              <a:rect l="l" t="t" r="r" b="b"/>
              <a:pathLst>
                <a:path w="716914" h="168275">
                  <a:moveTo>
                    <a:pt x="640831" y="137024"/>
                  </a:moveTo>
                  <a:lnTo>
                    <a:pt x="634746" y="168186"/>
                  </a:lnTo>
                  <a:lnTo>
                    <a:pt x="716788" y="145326"/>
                  </a:lnTo>
                  <a:lnTo>
                    <a:pt x="709152" y="139446"/>
                  </a:lnTo>
                  <a:lnTo>
                    <a:pt x="653288" y="139446"/>
                  </a:lnTo>
                  <a:lnTo>
                    <a:pt x="640831" y="137024"/>
                  </a:lnTo>
                  <a:close/>
                </a:path>
                <a:path w="716914" h="168275">
                  <a:moveTo>
                    <a:pt x="643265" y="124557"/>
                  </a:moveTo>
                  <a:lnTo>
                    <a:pt x="640831" y="137024"/>
                  </a:lnTo>
                  <a:lnTo>
                    <a:pt x="653288" y="139446"/>
                  </a:lnTo>
                  <a:lnTo>
                    <a:pt x="655701" y="126974"/>
                  </a:lnTo>
                  <a:lnTo>
                    <a:pt x="643265" y="124557"/>
                  </a:lnTo>
                  <a:close/>
                </a:path>
                <a:path w="716914" h="168275">
                  <a:moveTo>
                    <a:pt x="649351" y="93395"/>
                  </a:moveTo>
                  <a:lnTo>
                    <a:pt x="643265" y="124557"/>
                  </a:lnTo>
                  <a:lnTo>
                    <a:pt x="655701" y="126974"/>
                  </a:lnTo>
                  <a:lnTo>
                    <a:pt x="653288" y="139446"/>
                  </a:lnTo>
                  <a:lnTo>
                    <a:pt x="709152" y="139446"/>
                  </a:lnTo>
                  <a:lnTo>
                    <a:pt x="649351" y="93395"/>
                  </a:lnTo>
                  <a:close/>
                </a:path>
                <a:path w="716914" h="168275">
                  <a:moveTo>
                    <a:pt x="2539" y="0"/>
                  </a:moveTo>
                  <a:lnTo>
                    <a:pt x="0" y="12471"/>
                  </a:lnTo>
                  <a:lnTo>
                    <a:pt x="640831" y="137024"/>
                  </a:lnTo>
                  <a:lnTo>
                    <a:pt x="643265" y="12455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94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62277" y="3321558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574547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574547" y="457200"/>
                  </a:lnTo>
                  <a:lnTo>
                    <a:pt x="604188" y="451205"/>
                  </a:lnTo>
                  <a:lnTo>
                    <a:pt x="628411" y="434863"/>
                  </a:lnTo>
                  <a:lnTo>
                    <a:pt x="644753" y="410640"/>
                  </a:lnTo>
                  <a:lnTo>
                    <a:pt x="650747" y="381000"/>
                  </a:lnTo>
                  <a:lnTo>
                    <a:pt x="650747" y="76200"/>
                  </a:lnTo>
                  <a:lnTo>
                    <a:pt x="644753" y="46559"/>
                  </a:lnTo>
                  <a:lnTo>
                    <a:pt x="628411" y="22336"/>
                  </a:lnTo>
                  <a:lnTo>
                    <a:pt x="604188" y="5994"/>
                  </a:lnTo>
                  <a:lnTo>
                    <a:pt x="574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62277" y="3321558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574547" y="0"/>
                  </a:lnTo>
                  <a:lnTo>
                    <a:pt x="604188" y="5994"/>
                  </a:lnTo>
                  <a:lnTo>
                    <a:pt x="628411" y="22336"/>
                  </a:lnTo>
                  <a:lnTo>
                    <a:pt x="644753" y="46559"/>
                  </a:lnTo>
                  <a:lnTo>
                    <a:pt x="650747" y="76200"/>
                  </a:lnTo>
                  <a:lnTo>
                    <a:pt x="650747" y="381000"/>
                  </a:lnTo>
                  <a:lnTo>
                    <a:pt x="644753" y="410640"/>
                  </a:lnTo>
                  <a:lnTo>
                    <a:pt x="628411" y="434863"/>
                  </a:lnTo>
                  <a:lnTo>
                    <a:pt x="604188" y="451205"/>
                  </a:lnTo>
                  <a:lnTo>
                    <a:pt x="574547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663700" y="1126997"/>
            <a:ext cx="1760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14677" y="3424554"/>
            <a:ext cx="342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65020" y="2407958"/>
            <a:ext cx="1229995" cy="401320"/>
            <a:chOff x="2065020" y="2407958"/>
            <a:chExt cx="1229995" cy="4013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5020" y="2426144"/>
              <a:ext cx="1185671" cy="32010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6168" y="2407958"/>
              <a:ext cx="1188732" cy="40077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12264" y="2453639"/>
              <a:ext cx="1095756" cy="23012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112264" y="2453639"/>
              <a:ext cx="1096010" cy="230504"/>
            </a:xfrm>
            <a:custGeom>
              <a:avLst/>
              <a:gdLst/>
              <a:ahLst/>
              <a:cxnLst/>
              <a:rect l="l" t="t" r="r" b="b"/>
              <a:pathLst>
                <a:path w="1096010" h="23050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7402" y="0"/>
                  </a:lnTo>
                  <a:lnTo>
                    <a:pt x="1072342" y="3010"/>
                  </a:lnTo>
                  <a:lnTo>
                    <a:pt x="1084532" y="11223"/>
                  </a:lnTo>
                  <a:lnTo>
                    <a:pt x="1092745" y="23413"/>
                  </a:lnTo>
                  <a:lnTo>
                    <a:pt x="1095756" y="38354"/>
                  </a:lnTo>
                  <a:lnTo>
                    <a:pt x="1095756" y="191770"/>
                  </a:lnTo>
                  <a:lnTo>
                    <a:pt x="1092745" y="206710"/>
                  </a:lnTo>
                  <a:lnTo>
                    <a:pt x="1084532" y="218900"/>
                  </a:lnTo>
                  <a:lnTo>
                    <a:pt x="1072342" y="227113"/>
                  </a:lnTo>
                  <a:lnTo>
                    <a:pt x="1057402" y="230124"/>
                  </a:lnTo>
                  <a:lnTo>
                    <a:pt x="38354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70"/>
                  </a:lnTo>
                  <a:lnTo>
                    <a:pt x="0" y="38354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449577" y="3441230"/>
            <a:ext cx="1848485" cy="897890"/>
            <a:chOff x="1449577" y="3441230"/>
            <a:chExt cx="1848485" cy="897890"/>
          </a:xfrm>
        </p:grpSpPr>
        <p:sp>
          <p:nvSpPr>
            <p:cNvPr id="35" name="object 35"/>
            <p:cNvSpPr/>
            <p:nvPr/>
          </p:nvSpPr>
          <p:spPr>
            <a:xfrm>
              <a:off x="1462277" y="3868674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574547" y="0"/>
                  </a:moveTo>
                  <a:lnTo>
                    <a:pt x="76200" y="0"/>
                  </a:lnTo>
                  <a:lnTo>
                    <a:pt x="46559" y="5987"/>
                  </a:lnTo>
                  <a:lnTo>
                    <a:pt x="22336" y="22317"/>
                  </a:lnTo>
                  <a:lnTo>
                    <a:pt x="5994" y="46537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62"/>
                  </a:lnTo>
                  <a:lnTo>
                    <a:pt x="22336" y="434882"/>
                  </a:lnTo>
                  <a:lnTo>
                    <a:pt x="46559" y="451212"/>
                  </a:lnTo>
                  <a:lnTo>
                    <a:pt x="76200" y="457200"/>
                  </a:lnTo>
                  <a:lnTo>
                    <a:pt x="574547" y="457200"/>
                  </a:lnTo>
                  <a:lnTo>
                    <a:pt x="604188" y="451212"/>
                  </a:lnTo>
                  <a:lnTo>
                    <a:pt x="628411" y="434882"/>
                  </a:lnTo>
                  <a:lnTo>
                    <a:pt x="644753" y="410662"/>
                  </a:lnTo>
                  <a:lnTo>
                    <a:pt x="650747" y="381000"/>
                  </a:lnTo>
                  <a:lnTo>
                    <a:pt x="650747" y="76200"/>
                  </a:lnTo>
                  <a:lnTo>
                    <a:pt x="644753" y="46537"/>
                  </a:lnTo>
                  <a:lnTo>
                    <a:pt x="628411" y="22317"/>
                  </a:lnTo>
                  <a:lnTo>
                    <a:pt x="604188" y="5987"/>
                  </a:lnTo>
                  <a:lnTo>
                    <a:pt x="574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62277" y="3868674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0" y="76200"/>
                  </a:moveTo>
                  <a:lnTo>
                    <a:pt x="5994" y="46537"/>
                  </a:lnTo>
                  <a:lnTo>
                    <a:pt x="22336" y="22317"/>
                  </a:lnTo>
                  <a:lnTo>
                    <a:pt x="46559" y="5987"/>
                  </a:lnTo>
                  <a:lnTo>
                    <a:pt x="76200" y="0"/>
                  </a:lnTo>
                  <a:lnTo>
                    <a:pt x="574547" y="0"/>
                  </a:lnTo>
                  <a:lnTo>
                    <a:pt x="604188" y="5987"/>
                  </a:lnTo>
                  <a:lnTo>
                    <a:pt x="628411" y="22317"/>
                  </a:lnTo>
                  <a:lnTo>
                    <a:pt x="644753" y="46537"/>
                  </a:lnTo>
                  <a:lnTo>
                    <a:pt x="650747" y="76200"/>
                  </a:lnTo>
                  <a:lnTo>
                    <a:pt x="650747" y="381000"/>
                  </a:lnTo>
                  <a:lnTo>
                    <a:pt x="644753" y="410662"/>
                  </a:lnTo>
                  <a:lnTo>
                    <a:pt x="628411" y="434882"/>
                  </a:lnTo>
                  <a:lnTo>
                    <a:pt x="604188" y="451212"/>
                  </a:lnTo>
                  <a:lnTo>
                    <a:pt x="574547" y="457200"/>
                  </a:lnTo>
                  <a:lnTo>
                    <a:pt x="76200" y="457200"/>
                  </a:lnTo>
                  <a:lnTo>
                    <a:pt x="46559" y="451212"/>
                  </a:lnTo>
                  <a:lnTo>
                    <a:pt x="22336" y="434882"/>
                  </a:lnTo>
                  <a:lnTo>
                    <a:pt x="5994" y="410662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4163" y="3459518"/>
              <a:ext cx="1176527" cy="31847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09215" y="3441230"/>
              <a:ext cx="1188732" cy="40077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1408" y="3486912"/>
              <a:ext cx="1086612" cy="2286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121408" y="3486912"/>
              <a:ext cx="1087120" cy="228600"/>
            </a:xfrm>
            <a:custGeom>
              <a:avLst/>
              <a:gdLst/>
              <a:ahLst/>
              <a:cxnLst/>
              <a:rect l="l" t="t" r="r" b="b"/>
              <a:pathLst>
                <a:path w="1087120" h="2286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1048512" y="0"/>
                  </a:lnTo>
                  <a:lnTo>
                    <a:pt x="1063359" y="2988"/>
                  </a:lnTo>
                  <a:lnTo>
                    <a:pt x="1075467" y="11144"/>
                  </a:lnTo>
                  <a:lnTo>
                    <a:pt x="1083623" y="23252"/>
                  </a:lnTo>
                  <a:lnTo>
                    <a:pt x="1086612" y="38100"/>
                  </a:lnTo>
                  <a:lnTo>
                    <a:pt x="1086612" y="190500"/>
                  </a:lnTo>
                  <a:lnTo>
                    <a:pt x="1083623" y="205347"/>
                  </a:lnTo>
                  <a:lnTo>
                    <a:pt x="1075467" y="217455"/>
                  </a:lnTo>
                  <a:lnTo>
                    <a:pt x="1063359" y="225611"/>
                  </a:lnTo>
                  <a:lnTo>
                    <a:pt x="1048512" y="228600"/>
                  </a:lnTo>
                  <a:lnTo>
                    <a:pt x="38100" y="228600"/>
                  </a:lnTo>
                  <a:lnTo>
                    <a:pt x="23252" y="225611"/>
                  </a:lnTo>
                  <a:lnTo>
                    <a:pt x="11144" y="217455"/>
                  </a:lnTo>
                  <a:lnTo>
                    <a:pt x="2988" y="205347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227833" y="2455926"/>
            <a:ext cx="865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065020" y="2145830"/>
            <a:ext cx="1187450" cy="401320"/>
            <a:chOff x="2065020" y="2145830"/>
            <a:chExt cx="1187450" cy="401320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5020" y="2164016"/>
              <a:ext cx="1185671" cy="32010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47316" y="2145830"/>
              <a:ext cx="1104887" cy="40077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2264" y="2191511"/>
              <a:ext cx="1095756" cy="23012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112264" y="2191511"/>
              <a:ext cx="1096010" cy="230504"/>
            </a:xfrm>
            <a:custGeom>
              <a:avLst/>
              <a:gdLst/>
              <a:ahLst/>
              <a:cxnLst/>
              <a:rect l="l" t="t" r="r" b="b"/>
              <a:pathLst>
                <a:path w="1096010" h="23050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7402" y="0"/>
                  </a:lnTo>
                  <a:lnTo>
                    <a:pt x="1072342" y="3010"/>
                  </a:lnTo>
                  <a:lnTo>
                    <a:pt x="1084532" y="11223"/>
                  </a:lnTo>
                  <a:lnTo>
                    <a:pt x="1092745" y="23413"/>
                  </a:lnTo>
                  <a:lnTo>
                    <a:pt x="1095756" y="38354"/>
                  </a:lnTo>
                  <a:lnTo>
                    <a:pt x="1095756" y="191769"/>
                  </a:lnTo>
                  <a:lnTo>
                    <a:pt x="1092745" y="206710"/>
                  </a:lnTo>
                  <a:lnTo>
                    <a:pt x="1084532" y="218900"/>
                  </a:lnTo>
                  <a:lnTo>
                    <a:pt x="1072342" y="227113"/>
                  </a:lnTo>
                  <a:lnTo>
                    <a:pt x="1057402" y="230124"/>
                  </a:lnTo>
                  <a:lnTo>
                    <a:pt x="38354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4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68982" y="2193417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Public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231263" y="3488816"/>
            <a:ext cx="865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074164" y="3982211"/>
            <a:ext cx="1224280" cy="401320"/>
            <a:chOff x="2074164" y="3982211"/>
            <a:chExt cx="1224280" cy="401320"/>
          </a:xfrm>
        </p:grpSpPr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4164" y="4000499"/>
              <a:ext cx="1176527" cy="31847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09216" y="3982211"/>
              <a:ext cx="1188732" cy="40077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1408" y="4027931"/>
              <a:ext cx="1086612" cy="2286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121408" y="4027931"/>
              <a:ext cx="1087120" cy="228600"/>
            </a:xfrm>
            <a:custGeom>
              <a:avLst/>
              <a:gdLst/>
              <a:ahLst/>
              <a:cxnLst/>
              <a:rect l="l" t="t" r="r" b="b"/>
              <a:pathLst>
                <a:path w="1087120" h="228600">
                  <a:moveTo>
                    <a:pt x="0" y="38100"/>
                  </a:moveTo>
                  <a:lnTo>
                    <a:pt x="2988" y="23268"/>
                  </a:lnTo>
                  <a:lnTo>
                    <a:pt x="11144" y="11158"/>
                  </a:lnTo>
                  <a:lnTo>
                    <a:pt x="23252" y="2993"/>
                  </a:lnTo>
                  <a:lnTo>
                    <a:pt x="38100" y="0"/>
                  </a:lnTo>
                  <a:lnTo>
                    <a:pt x="1048512" y="0"/>
                  </a:lnTo>
                  <a:lnTo>
                    <a:pt x="1063359" y="2993"/>
                  </a:lnTo>
                  <a:lnTo>
                    <a:pt x="1075467" y="11158"/>
                  </a:lnTo>
                  <a:lnTo>
                    <a:pt x="1083623" y="23268"/>
                  </a:lnTo>
                  <a:lnTo>
                    <a:pt x="1086612" y="38100"/>
                  </a:lnTo>
                  <a:lnTo>
                    <a:pt x="1086612" y="190500"/>
                  </a:lnTo>
                  <a:lnTo>
                    <a:pt x="1083623" y="205331"/>
                  </a:lnTo>
                  <a:lnTo>
                    <a:pt x="1075467" y="217441"/>
                  </a:lnTo>
                  <a:lnTo>
                    <a:pt x="1063359" y="225606"/>
                  </a:lnTo>
                  <a:lnTo>
                    <a:pt x="1048512" y="228600"/>
                  </a:lnTo>
                  <a:lnTo>
                    <a:pt x="38100" y="228600"/>
                  </a:lnTo>
                  <a:lnTo>
                    <a:pt x="23252" y="225606"/>
                  </a:lnTo>
                  <a:lnTo>
                    <a:pt x="11144" y="217441"/>
                  </a:lnTo>
                  <a:lnTo>
                    <a:pt x="2988" y="205331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4919345" y="1897633"/>
          <a:ext cx="2925445" cy="1112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3911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IGW-id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5487415" y="1530222"/>
            <a:ext cx="17995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217415" y="2434335"/>
            <a:ext cx="708660" cy="146685"/>
          </a:xfrm>
          <a:custGeom>
            <a:avLst/>
            <a:gdLst/>
            <a:ahLst/>
            <a:cxnLst/>
            <a:rect l="l" t="t" r="r" b="b"/>
            <a:pathLst>
              <a:path w="708660" h="146685">
                <a:moveTo>
                  <a:pt x="632210" y="31356"/>
                </a:moveTo>
                <a:lnTo>
                  <a:pt x="0" y="133984"/>
                </a:lnTo>
                <a:lnTo>
                  <a:pt x="2032" y="146431"/>
                </a:lnTo>
                <a:lnTo>
                  <a:pt x="634229" y="43804"/>
                </a:lnTo>
                <a:lnTo>
                  <a:pt x="632210" y="31356"/>
                </a:lnTo>
                <a:close/>
              </a:path>
              <a:path w="708660" h="146685">
                <a:moveTo>
                  <a:pt x="702942" y="29337"/>
                </a:moveTo>
                <a:lnTo>
                  <a:pt x="644651" y="29337"/>
                </a:lnTo>
                <a:lnTo>
                  <a:pt x="646684" y="41782"/>
                </a:lnTo>
                <a:lnTo>
                  <a:pt x="634229" y="43804"/>
                </a:lnTo>
                <a:lnTo>
                  <a:pt x="639318" y="75183"/>
                </a:lnTo>
                <a:lnTo>
                  <a:pt x="702942" y="29337"/>
                </a:lnTo>
                <a:close/>
              </a:path>
              <a:path w="708660" h="146685">
                <a:moveTo>
                  <a:pt x="644651" y="29337"/>
                </a:moveTo>
                <a:lnTo>
                  <a:pt x="632210" y="31356"/>
                </a:lnTo>
                <a:lnTo>
                  <a:pt x="634229" y="43804"/>
                </a:lnTo>
                <a:lnTo>
                  <a:pt x="646684" y="41782"/>
                </a:lnTo>
                <a:lnTo>
                  <a:pt x="644651" y="29337"/>
                </a:lnTo>
                <a:close/>
              </a:path>
              <a:path w="708660" h="146685">
                <a:moveTo>
                  <a:pt x="627126" y="0"/>
                </a:moveTo>
                <a:lnTo>
                  <a:pt x="632210" y="31356"/>
                </a:lnTo>
                <a:lnTo>
                  <a:pt x="644651" y="29337"/>
                </a:lnTo>
                <a:lnTo>
                  <a:pt x="702942" y="29337"/>
                </a:lnTo>
                <a:lnTo>
                  <a:pt x="708406" y="25400"/>
                </a:lnTo>
                <a:lnTo>
                  <a:pt x="627126" y="0"/>
                </a:lnTo>
                <a:close/>
              </a:path>
            </a:pathLst>
          </a:custGeom>
          <a:solidFill>
            <a:srgbClr val="94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649729" y="3989450"/>
            <a:ext cx="27178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231263" y="4069993"/>
            <a:ext cx="8655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0"/>
              </a:lnSpc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85314" y="4332045"/>
            <a:ext cx="119253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466214" y="4712002"/>
            <a:ext cx="4553585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5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5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 dirty="0">
              <a:latin typeface="Consolas"/>
              <a:cs typeface="Consolas"/>
            </a:endParaRPr>
          </a:p>
          <a:p>
            <a:pPr marL="1669414">
              <a:lnSpc>
                <a:spcPct val="100000"/>
              </a:lnSpc>
              <a:spcBef>
                <a:spcPts val="195"/>
              </a:spcBef>
            </a:pP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Firewall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9468" y="2483358"/>
            <a:ext cx="369379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Security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Group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Network</a:t>
            </a:r>
            <a:r>
              <a:rPr sz="18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Access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Control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List</a:t>
            </a:r>
            <a:r>
              <a:rPr sz="18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(NACL)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349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Firewall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733298" y="2063750"/>
            <a:ext cx="3498850" cy="1023619"/>
            <a:chOff x="733298" y="2063750"/>
            <a:chExt cx="3498850" cy="1023619"/>
          </a:xfrm>
        </p:grpSpPr>
        <p:sp>
          <p:nvSpPr>
            <p:cNvPr id="4" name="object 4"/>
            <p:cNvSpPr/>
            <p:nvPr/>
          </p:nvSpPr>
          <p:spPr>
            <a:xfrm>
              <a:off x="745998" y="2076450"/>
              <a:ext cx="3473450" cy="998219"/>
            </a:xfrm>
            <a:custGeom>
              <a:avLst/>
              <a:gdLst/>
              <a:ahLst/>
              <a:cxnLst/>
              <a:rect l="l" t="t" r="r" b="b"/>
              <a:pathLst>
                <a:path w="3473450" h="998219">
                  <a:moveTo>
                    <a:pt x="3306826" y="0"/>
                  </a:moveTo>
                  <a:lnTo>
                    <a:pt x="166370" y="0"/>
                  </a:lnTo>
                  <a:lnTo>
                    <a:pt x="122141" y="5947"/>
                  </a:lnTo>
                  <a:lnTo>
                    <a:pt x="82399" y="22728"/>
                  </a:lnTo>
                  <a:lnTo>
                    <a:pt x="48728" y="48752"/>
                  </a:lnTo>
                  <a:lnTo>
                    <a:pt x="22714" y="82427"/>
                  </a:lnTo>
                  <a:lnTo>
                    <a:pt x="5942" y="122164"/>
                  </a:lnTo>
                  <a:lnTo>
                    <a:pt x="0" y="166369"/>
                  </a:lnTo>
                  <a:lnTo>
                    <a:pt x="0" y="831850"/>
                  </a:lnTo>
                  <a:lnTo>
                    <a:pt x="5942" y="876055"/>
                  </a:lnTo>
                  <a:lnTo>
                    <a:pt x="22714" y="915792"/>
                  </a:lnTo>
                  <a:lnTo>
                    <a:pt x="48728" y="949467"/>
                  </a:lnTo>
                  <a:lnTo>
                    <a:pt x="82399" y="975491"/>
                  </a:lnTo>
                  <a:lnTo>
                    <a:pt x="122141" y="992272"/>
                  </a:lnTo>
                  <a:lnTo>
                    <a:pt x="166370" y="998219"/>
                  </a:lnTo>
                  <a:lnTo>
                    <a:pt x="3306826" y="998219"/>
                  </a:lnTo>
                  <a:lnTo>
                    <a:pt x="3351031" y="992272"/>
                  </a:lnTo>
                  <a:lnTo>
                    <a:pt x="3390768" y="975491"/>
                  </a:lnTo>
                  <a:lnTo>
                    <a:pt x="3424443" y="949467"/>
                  </a:lnTo>
                  <a:lnTo>
                    <a:pt x="3450467" y="915792"/>
                  </a:lnTo>
                  <a:lnTo>
                    <a:pt x="3467248" y="876055"/>
                  </a:lnTo>
                  <a:lnTo>
                    <a:pt x="3473196" y="831850"/>
                  </a:lnTo>
                  <a:lnTo>
                    <a:pt x="3473196" y="166369"/>
                  </a:lnTo>
                  <a:lnTo>
                    <a:pt x="3467248" y="122164"/>
                  </a:lnTo>
                  <a:lnTo>
                    <a:pt x="3450467" y="82427"/>
                  </a:lnTo>
                  <a:lnTo>
                    <a:pt x="3424443" y="48752"/>
                  </a:lnTo>
                  <a:lnTo>
                    <a:pt x="3390768" y="22728"/>
                  </a:lnTo>
                  <a:lnTo>
                    <a:pt x="3351031" y="5947"/>
                  </a:lnTo>
                  <a:lnTo>
                    <a:pt x="33068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5998" y="2076450"/>
              <a:ext cx="3473450" cy="998219"/>
            </a:xfrm>
            <a:custGeom>
              <a:avLst/>
              <a:gdLst/>
              <a:ahLst/>
              <a:cxnLst/>
              <a:rect l="l" t="t" r="r" b="b"/>
              <a:pathLst>
                <a:path w="3473450" h="998219">
                  <a:moveTo>
                    <a:pt x="0" y="166369"/>
                  </a:moveTo>
                  <a:lnTo>
                    <a:pt x="5942" y="122164"/>
                  </a:lnTo>
                  <a:lnTo>
                    <a:pt x="22714" y="82427"/>
                  </a:lnTo>
                  <a:lnTo>
                    <a:pt x="48728" y="48752"/>
                  </a:lnTo>
                  <a:lnTo>
                    <a:pt x="82399" y="22728"/>
                  </a:lnTo>
                  <a:lnTo>
                    <a:pt x="122141" y="5947"/>
                  </a:lnTo>
                  <a:lnTo>
                    <a:pt x="166370" y="0"/>
                  </a:lnTo>
                  <a:lnTo>
                    <a:pt x="3306826" y="0"/>
                  </a:lnTo>
                  <a:lnTo>
                    <a:pt x="3351031" y="5947"/>
                  </a:lnTo>
                  <a:lnTo>
                    <a:pt x="3390768" y="22728"/>
                  </a:lnTo>
                  <a:lnTo>
                    <a:pt x="3424443" y="48752"/>
                  </a:lnTo>
                  <a:lnTo>
                    <a:pt x="3450467" y="82427"/>
                  </a:lnTo>
                  <a:lnTo>
                    <a:pt x="3467248" y="122164"/>
                  </a:lnTo>
                  <a:lnTo>
                    <a:pt x="3473196" y="166369"/>
                  </a:lnTo>
                  <a:lnTo>
                    <a:pt x="3473196" y="831850"/>
                  </a:lnTo>
                  <a:lnTo>
                    <a:pt x="3467248" y="876055"/>
                  </a:lnTo>
                  <a:lnTo>
                    <a:pt x="3450467" y="915792"/>
                  </a:lnTo>
                  <a:lnTo>
                    <a:pt x="3424443" y="949467"/>
                  </a:lnTo>
                  <a:lnTo>
                    <a:pt x="3390768" y="975491"/>
                  </a:lnTo>
                  <a:lnTo>
                    <a:pt x="3351031" y="992272"/>
                  </a:lnTo>
                  <a:lnTo>
                    <a:pt x="3306826" y="998219"/>
                  </a:lnTo>
                  <a:lnTo>
                    <a:pt x="166370" y="998219"/>
                  </a:lnTo>
                  <a:lnTo>
                    <a:pt x="122141" y="992272"/>
                  </a:lnTo>
                  <a:lnTo>
                    <a:pt x="82399" y="975491"/>
                  </a:lnTo>
                  <a:lnTo>
                    <a:pt x="48728" y="949467"/>
                  </a:lnTo>
                  <a:lnTo>
                    <a:pt x="22714" y="915792"/>
                  </a:lnTo>
                  <a:lnTo>
                    <a:pt x="5942" y="876055"/>
                  </a:lnTo>
                  <a:lnTo>
                    <a:pt x="0" y="831850"/>
                  </a:lnTo>
                  <a:lnTo>
                    <a:pt x="0" y="16636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19985" y="2748152"/>
            <a:ext cx="11239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41958" y="2144522"/>
            <a:ext cx="676275" cy="619760"/>
            <a:chOff x="1441958" y="2144522"/>
            <a:chExt cx="676275" cy="619760"/>
          </a:xfrm>
        </p:grpSpPr>
        <p:sp>
          <p:nvSpPr>
            <p:cNvPr id="8" name="object 8"/>
            <p:cNvSpPr/>
            <p:nvPr/>
          </p:nvSpPr>
          <p:spPr>
            <a:xfrm>
              <a:off x="1454658" y="2157222"/>
              <a:ext cx="650875" cy="594360"/>
            </a:xfrm>
            <a:custGeom>
              <a:avLst/>
              <a:gdLst/>
              <a:ahLst/>
              <a:cxnLst/>
              <a:rect l="l" t="t" r="r" b="b"/>
              <a:pathLst>
                <a:path w="650875" h="594360">
                  <a:moveTo>
                    <a:pt x="551687" y="0"/>
                  </a:moveTo>
                  <a:lnTo>
                    <a:pt x="99059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59"/>
                  </a:lnTo>
                  <a:lnTo>
                    <a:pt x="0" y="495300"/>
                  </a:lnTo>
                  <a:lnTo>
                    <a:pt x="7780" y="533870"/>
                  </a:lnTo>
                  <a:lnTo>
                    <a:pt x="29003" y="565356"/>
                  </a:lnTo>
                  <a:lnTo>
                    <a:pt x="60489" y="586579"/>
                  </a:lnTo>
                  <a:lnTo>
                    <a:pt x="99059" y="594359"/>
                  </a:lnTo>
                  <a:lnTo>
                    <a:pt x="551687" y="594359"/>
                  </a:lnTo>
                  <a:lnTo>
                    <a:pt x="590258" y="586579"/>
                  </a:lnTo>
                  <a:lnTo>
                    <a:pt x="621744" y="565356"/>
                  </a:lnTo>
                  <a:lnTo>
                    <a:pt x="642967" y="533870"/>
                  </a:lnTo>
                  <a:lnTo>
                    <a:pt x="650747" y="495300"/>
                  </a:lnTo>
                  <a:lnTo>
                    <a:pt x="650747" y="99059"/>
                  </a:lnTo>
                  <a:lnTo>
                    <a:pt x="642967" y="60489"/>
                  </a:lnTo>
                  <a:lnTo>
                    <a:pt x="621744" y="29003"/>
                  </a:lnTo>
                  <a:lnTo>
                    <a:pt x="590258" y="7780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4658" y="2157222"/>
              <a:ext cx="650875" cy="594360"/>
            </a:xfrm>
            <a:custGeom>
              <a:avLst/>
              <a:gdLst/>
              <a:ahLst/>
              <a:cxnLst/>
              <a:rect l="l" t="t" r="r" b="b"/>
              <a:pathLst>
                <a:path w="650875" h="594360">
                  <a:moveTo>
                    <a:pt x="0" y="99059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59" y="0"/>
                  </a:lnTo>
                  <a:lnTo>
                    <a:pt x="551687" y="0"/>
                  </a:lnTo>
                  <a:lnTo>
                    <a:pt x="590258" y="7780"/>
                  </a:lnTo>
                  <a:lnTo>
                    <a:pt x="621744" y="29003"/>
                  </a:lnTo>
                  <a:lnTo>
                    <a:pt x="642967" y="60489"/>
                  </a:lnTo>
                  <a:lnTo>
                    <a:pt x="650747" y="99059"/>
                  </a:lnTo>
                  <a:lnTo>
                    <a:pt x="650747" y="495300"/>
                  </a:lnTo>
                  <a:lnTo>
                    <a:pt x="642967" y="533870"/>
                  </a:lnTo>
                  <a:lnTo>
                    <a:pt x="621744" y="565356"/>
                  </a:lnTo>
                  <a:lnTo>
                    <a:pt x="590258" y="586579"/>
                  </a:lnTo>
                  <a:lnTo>
                    <a:pt x="551687" y="594359"/>
                  </a:lnTo>
                  <a:lnTo>
                    <a:pt x="99059" y="594359"/>
                  </a:lnTo>
                  <a:lnTo>
                    <a:pt x="60489" y="586579"/>
                  </a:lnTo>
                  <a:lnTo>
                    <a:pt x="29003" y="565356"/>
                  </a:lnTo>
                  <a:lnTo>
                    <a:pt x="7780" y="533870"/>
                  </a:lnTo>
                  <a:lnTo>
                    <a:pt x="0" y="495300"/>
                  </a:lnTo>
                  <a:lnTo>
                    <a:pt x="0" y="9905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83816" y="2329052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3298" y="3159505"/>
            <a:ext cx="3498850" cy="1518920"/>
            <a:chOff x="733298" y="3159505"/>
            <a:chExt cx="3498850" cy="1518920"/>
          </a:xfrm>
        </p:grpSpPr>
        <p:sp>
          <p:nvSpPr>
            <p:cNvPr id="12" name="object 12"/>
            <p:cNvSpPr/>
            <p:nvPr/>
          </p:nvSpPr>
          <p:spPr>
            <a:xfrm>
              <a:off x="745998" y="3172205"/>
              <a:ext cx="3473450" cy="1493520"/>
            </a:xfrm>
            <a:custGeom>
              <a:avLst/>
              <a:gdLst/>
              <a:ahLst/>
              <a:cxnLst/>
              <a:rect l="l" t="t" r="r" b="b"/>
              <a:pathLst>
                <a:path w="3473450" h="1493520">
                  <a:moveTo>
                    <a:pt x="3224276" y="0"/>
                  </a:moveTo>
                  <a:lnTo>
                    <a:pt x="248920" y="0"/>
                  </a:lnTo>
                  <a:lnTo>
                    <a:pt x="204175" y="4012"/>
                  </a:lnTo>
                  <a:lnTo>
                    <a:pt x="162062" y="15580"/>
                  </a:lnTo>
                  <a:lnTo>
                    <a:pt x="123284" y="33998"/>
                  </a:lnTo>
                  <a:lnTo>
                    <a:pt x="88542" y="58562"/>
                  </a:lnTo>
                  <a:lnTo>
                    <a:pt x="58541" y="88568"/>
                  </a:lnTo>
                  <a:lnTo>
                    <a:pt x="33984" y="123312"/>
                  </a:lnTo>
                  <a:lnTo>
                    <a:pt x="15572" y="162088"/>
                  </a:lnTo>
                  <a:lnTo>
                    <a:pt x="4010" y="204192"/>
                  </a:lnTo>
                  <a:lnTo>
                    <a:pt x="0" y="248919"/>
                  </a:lnTo>
                  <a:lnTo>
                    <a:pt x="0" y="1244600"/>
                  </a:lnTo>
                  <a:lnTo>
                    <a:pt x="4010" y="1289344"/>
                  </a:lnTo>
                  <a:lnTo>
                    <a:pt x="15572" y="1331457"/>
                  </a:lnTo>
                  <a:lnTo>
                    <a:pt x="33984" y="1370235"/>
                  </a:lnTo>
                  <a:lnTo>
                    <a:pt x="58541" y="1404977"/>
                  </a:lnTo>
                  <a:lnTo>
                    <a:pt x="88542" y="1434978"/>
                  </a:lnTo>
                  <a:lnTo>
                    <a:pt x="123284" y="1459535"/>
                  </a:lnTo>
                  <a:lnTo>
                    <a:pt x="162062" y="1477947"/>
                  </a:lnTo>
                  <a:lnTo>
                    <a:pt x="204175" y="1489509"/>
                  </a:lnTo>
                  <a:lnTo>
                    <a:pt x="248920" y="1493520"/>
                  </a:lnTo>
                  <a:lnTo>
                    <a:pt x="3224276" y="1493520"/>
                  </a:lnTo>
                  <a:lnTo>
                    <a:pt x="3269003" y="1489509"/>
                  </a:lnTo>
                  <a:lnTo>
                    <a:pt x="3311107" y="1477947"/>
                  </a:lnTo>
                  <a:lnTo>
                    <a:pt x="3349883" y="1459535"/>
                  </a:lnTo>
                  <a:lnTo>
                    <a:pt x="3384627" y="1434978"/>
                  </a:lnTo>
                  <a:lnTo>
                    <a:pt x="3414633" y="1404977"/>
                  </a:lnTo>
                  <a:lnTo>
                    <a:pt x="3439197" y="1370235"/>
                  </a:lnTo>
                  <a:lnTo>
                    <a:pt x="3457615" y="1331457"/>
                  </a:lnTo>
                  <a:lnTo>
                    <a:pt x="3469183" y="1289344"/>
                  </a:lnTo>
                  <a:lnTo>
                    <a:pt x="3473196" y="1244600"/>
                  </a:lnTo>
                  <a:lnTo>
                    <a:pt x="3473196" y="248919"/>
                  </a:lnTo>
                  <a:lnTo>
                    <a:pt x="3469183" y="204192"/>
                  </a:lnTo>
                  <a:lnTo>
                    <a:pt x="3457615" y="162088"/>
                  </a:lnTo>
                  <a:lnTo>
                    <a:pt x="3439197" y="123312"/>
                  </a:lnTo>
                  <a:lnTo>
                    <a:pt x="3414633" y="88568"/>
                  </a:lnTo>
                  <a:lnTo>
                    <a:pt x="3384627" y="58562"/>
                  </a:lnTo>
                  <a:lnTo>
                    <a:pt x="3349883" y="33998"/>
                  </a:lnTo>
                  <a:lnTo>
                    <a:pt x="3311107" y="15580"/>
                  </a:lnTo>
                  <a:lnTo>
                    <a:pt x="3269003" y="4012"/>
                  </a:lnTo>
                  <a:lnTo>
                    <a:pt x="32242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5998" y="3172205"/>
              <a:ext cx="3473450" cy="1493520"/>
            </a:xfrm>
            <a:custGeom>
              <a:avLst/>
              <a:gdLst/>
              <a:ahLst/>
              <a:cxnLst/>
              <a:rect l="l" t="t" r="r" b="b"/>
              <a:pathLst>
                <a:path w="3473450" h="1493520">
                  <a:moveTo>
                    <a:pt x="0" y="248919"/>
                  </a:moveTo>
                  <a:lnTo>
                    <a:pt x="4010" y="204192"/>
                  </a:lnTo>
                  <a:lnTo>
                    <a:pt x="15572" y="162088"/>
                  </a:lnTo>
                  <a:lnTo>
                    <a:pt x="33984" y="123312"/>
                  </a:lnTo>
                  <a:lnTo>
                    <a:pt x="58541" y="88568"/>
                  </a:lnTo>
                  <a:lnTo>
                    <a:pt x="88542" y="58562"/>
                  </a:lnTo>
                  <a:lnTo>
                    <a:pt x="123284" y="33998"/>
                  </a:lnTo>
                  <a:lnTo>
                    <a:pt x="162062" y="15580"/>
                  </a:lnTo>
                  <a:lnTo>
                    <a:pt x="204175" y="4012"/>
                  </a:lnTo>
                  <a:lnTo>
                    <a:pt x="248920" y="0"/>
                  </a:lnTo>
                  <a:lnTo>
                    <a:pt x="3224276" y="0"/>
                  </a:lnTo>
                  <a:lnTo>
                    <a:pt x="3269003" y="4012"/>
                  </a:lnTo>
                  <a:lnTo>
                    <a:pt x="3311107" y="15580"/>
                  </a:lnTo>
                  <a:lnTo>
                    <a:pt x="3349883" y="33998"/>
                  </a:lnTo>
                  <a:lnTo>
                    <a:pt x="3384627" y="58562"/>
                  </a:lnTo>
                  <a:lnTo>
                    <a:pt x="3414633" y="88568"/>
                  </a:lnTo>
                  <a:lnTo>
                    <a:pt x="3439197" y="123312"/>
                  </a:lnTo>
                  <a:lnTo>
                    <a:pt x="3457615" y="162088"/>
                  </a:lnTo>
                  <a:lnTo>
                    <a:pt x="3469183" y="204192"/>
                  </a:lnTo>
                  <a:lnTo>
                    <a:pt x="3473196" y="248919"/>
                  </a:lnTo>
                  <a:lnTo>
                    <a:pt x="3473196" y="1244600"/>
                  </a:lnTo>
                  <a:lnTo>
                    <a:pt x="3469183" y="1289344"/>
                  </a:lnTo>
                  <a:lnTo>
                    <a:pt x="3457615" y="1331457"/>
                  </a:lnTo>
                  <a:lnTo>
                    <a:pt x="3439197" y="1370235"/>
                  </a:lnTo>
                  <a:lnTo>
                    <a:pt x="3414633" y="1404977"/>
                  </a:lnTo>
                  <a:lnTo>
                    <a:pt x="3384627" y="1434978"/>
                  </a:lnTo>
                  <a:lnTo>
                    <a:pt x="3349883" y="1459535"/>
                  </a:lnTo>
                  <a:lnTo>
                    <a:pt x="3311107" y="1477947"/>
                  </a:lnTo>
                  <a:lnTo>
                    <a:pt x="3269003" y="1489509"/>
                  </a:lnTo>
                  <a:lnTo>
                    <a:pt x="3224276" y="1493520"/>
                  </a:lnTo>
                  <a:lnTo>
                    <a:pt x="248920" y="1493520"/>
                  </a:lnTo>
                  <a:lnTo>
                    <a:pt x="204175" y="1489509"/>
                  </a:lnTo>
                  <a:lnTo>
                    <a:pt x="162062" y="1477947"/>
                  </a:lnTo>
                  <a:lnTo>
                    <a:pt x="123284" y="1459535"/>
                  </a:lnTo>
                  <a:lnTo>
                    <a:pt x="88542" y="1434978"/>
                  </a:lnTo>
                  <a:lnTo>
                    <a:pt x="58541" y="1404977"/>
                  </a:lnTo>
                  <a:lnTo>
                    <a:pt x="33984" y="1370235"/>
                  </a:lnTo>
                  <a:lnTo>
                    <a:pt x="15572" y="1331457"/>
                  </a:lnTo>
                  <a:lnTo>
                    <a:pt x="4010" y="1289344"/>
                  </a:lnTo>
                  <a:lnTo>
                    <a:pt x="0" y="1244600"/>
                  </a:lnTo>
                  <a:lnTo>
                    <a:pt x="0" y="24891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3298" y="1594358"/>
            <a:ext cx="3619500" cy="327660"/>
            <a:chOff x="733298" y="1594358"/>
            <a:chExt cx="3619500" cy="327660"/>
          </a:xfrm>
        </p:grpSpPr>
        <p:sp>
          <p:nvSpPr>
            <p:cNvPr id="15" name="object 15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3543300" y="0"/>
                  </a:moveTo>
                  <a:lnTo>
                    <a:pt x="50292" y="0"/>
                  </a:lnTo>
                  <a:lnTo>
                    <a:pt x="30716" y="3946"/>
                  </a:lnTo>
                  <a:lnTo>
                    <a:pt x="14730" y="14716"/>
                  </a:lnTo>
                  <a:lnTo>
                    <a:pt x="3952" y="30700"/>
                  </a:lnTo>
                  <a:lnTo>
                    <a:pt x="0" y="50291"/>
                  </a:lnTo>
                  <a:lnTo>
                    <a:pt x="0" y="251459"/>
                  </a:lnTo>
                  <a:lnTo>
                    <a:pt x="3952" y="271051"/>
                  </a:lnTo>
                  <a:lnTo>
                    <a:pt x="14730" y="287035"/>
                  </a:lnTo>
                  <a:lnTo>
                    <a:pt x="30716" y="297805"/>
                  </a:lnTo>
                  <a:lnTo>
                    <a:pt x="50292" y="301751"/>
                  </a:lnTo>
                  <a:lnTo>
                    <a:pt x="3543300" y="301751"/>
                  </a:lnTo>
                  <a:lnTo>
                    <a:pt x="3562891" y="297805"/>
                  </a:lnTo>
                  <a:lnTo>
                    <a:pt x="3578875" y="287035"/>
                  </a:lnTo>
                  <a:lnTo>
                    <a:pt x="3589645" y="271051"/>
                  </a:lnTo>
                  <a:lnTo>
                    <a:pt x="3593591" y="251459"/>
                  </a:lnTo>
                  <a:lnTo>
                    <a:pt x="3593591" y="50291"/>
                  </a:lnTo>
                  <a:lnTo>
                    <a:pt x="3589645" y="30700"/>
                  </a:lnTo>
                  <a:lnTo>
                    <a:pt x="3578875" y="14716"/>
                  </a:lnTo>
                  <a:lnTo>
                    <a:pt x="3562891" y="3946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0" y="50291"/>
                  </a:moveTo>
                  <a:lnTo>
                    <a:pt x="3952" y="30700"/>
                  </a:lnTo>
                  <a:lnTo>
                    <a:pt x="14730" y="14716"/>
                  </a:lnTo>
                  <a:lnTo>
                    <a:pt x="30716" y="3946"/>
                  </a:lnTo>
                  <a:lnTo>
                    <a:pt x="50292" y="0"/>
                  </a:lnTo>
                  <a:lnTo>
                    <a:pt x="3543300" y="0"/>
                  </a:lnTo>
                  <a:lnTo>
                    <a:pt x="3562891" y="3946"/>
                  </a:lnTo>
                  <a:lnTo>
                    <a:pt x="3578875" y="14716"/>
                  </a:lnTo>
                  <a:lnTo>
                    <a:pt x="3589645" y="30700"/>
                  </a:lnTo>
                  <a:lnTo>
                    <a:pt x="3593591" y="50291"/>
                  </a:lnTo>
                  <a:lnTo>
                    <a:pt x="3593591" y="251459"/>
                  </a:lnTo>
                  <a:lnTo>
                    <a:pt x="3589645" y="271051"/>
                  </a:lnTo>
                  <a:lnTo>
                    <a:pt x="3578875" y="287035"/>
                  </a:lnTo>
                  <a:lnTo>
                    <a:pt x="3562891" y="297805"/>
                  </a:lnTo>
                  <a:lnTo>
                    <a:pt x="3543300" y="301751"/>
                  </a:lnTo>
                  <a:lnTo>
                    <a:pt x="50292" y="301751"/>
                  </a:lnTo>
                  <a:lnTo>
                    <a:pt x="30716" y="297805"/>
                  </a:lnTo>
                  <a:lnTo>
                    <a:pt x="14730" y="287035"/>
                  </a:lnTo>
                  <a:lnTo>
                    <a:pt x="3952" y="271051"/>
                  </a:lnTo>
                  <a:lnTo>
                    <a:pt x="0" y="251459"/>
                  </a:lnTo>
                  <a:lnTo>
                    <a:pt x="0" y="5029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87955" y="1601215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ut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66214" y="4218393"/>
            <a:ext cx="2030730" cy="7346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3298" y="1120394"/>
            <a:ext cx="3619500" cy="325755"/>
            <a:chOff x="733298" y="1120394"/>
            <a:chExt cx="3619500" cy="325755"/>
          </a:xfrm>
        </p:grpSpPr>
        <p:sp>
          <p:nvSpPr>
            <p:cNvPr id="20" name="object 20"/>
            <p:cNvSpPr/>
            <p:nvPr/>
          </p:nvSpPr>
          <p:spPr>
            <a:xfrm>
              <a:off x="745998" y="1133094"/>
              <a:ext cx="3594100" cy="300355"/>
            </a:xfrm>
            <a:custGeom>
              <a:avLst/>
              <a:gdLst/>
              <a:ahLst/>
              <a:cxnLst/>
              <a:rect l="l" t="t" r="r" b="b"/>
              <a:pathLst>
                <a:path w="3594100" h="300355">
                  <a:moveTo>
                    <a:pt x="3543554" y="0"/>
                  </a:moveTo>
                  <a:lnTo>
                    <a:pt x="50037" y="0"/>
                  </a:lnTo>
                  <a:lnTo>
                    <a:pt x="30560" y="3925"/>
                  </a:lnTo>
                  <a:lnTo>
                    <a:pt x="14655" y="14636"/>
                  </a:lnTo>
                  <a:lnTo>
                    <a:pt x="3932" y="30539"/>
                  </a:lnTo>
                  <a:lnTo>
                    <a:pt x="0" y="50037"/>
                  </a:lnTo>
                  <a:lnTo>
                    <a:pt x="0" y="250189"/>
                  </a:lnTo>
                  <a:lnTo>
                    <a:pt x="3932" y="269688"/>
                  </a:lnTo>
                  <a:lnTo>
                    <a:pt x="14655" y="285591"/>
                  </a:lnTo>
                  <a:lnTo>
                    <a:pt x="30560" y="296302"/>
                  </a:lnTo>
                  <a:lnTo>
                    <a:pt x="50037" y="300227"/>
                  </a:lnTo>
                  <a:lnTo>
                    <a:pt x="3543554" y="300227"/>
                  </a:lnTo>
                  <a:lnTo>
                    <a:pt x="3563052" y="296302"/>
                  </a:lnTo>
                  <a:lnTo>
                    <a:pt x="3578955" y="285591"/>
                  </a:lnTo>
                  <a:lnTo>
                    <a:pt x="3589666" y="269688"/>
                  </a:lnTo>
                  <a:lnTo>
                    <a:pt x="3593591" y="250189"/>
                  </a:lnTo>
                  <a:lnTo>
                    <a:pt x="3593591" y="50037"/>
                  </a:lnTo>
                  <a:lnTo>
                    <a:pt x="3589666" y="30539"/>
                  </a:lnTo>
                  <a:lnTo>
                    <a:pt x="3578955" y="14636"/>
                  </a:lnTo>
                  <a:lnTo>
                    <a:pt x="3563052" y="3925"/>
                  </a:lnTo>
                  <a:lnTo>
                    <a:pt x="3543554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5998" y="1133094"/>
              <a:ext cx="3594100" cy="300355"/>
            </a:xfrm>
            <a:custGeom>
              <a:avLst/>
              <a:gdLst/>
              <a:ahLst/>
              <a:cxnLst/>
              <a:rect l="l" t="t" r="r" b="b"/>
              <a:pathLst>
                <a:path w="3594100" h="300355">
                  <a:moveTo>
                    <a:pt x="0" y="50037"/>
                  </a:moveTo>
                  <a:lnTo>
                    <a:pt x="3932" y="30539"/>
                  </a:lnTo>
                  <a:lnTo>
                    <a:pt x="14655" y="14636"/>
                  </a:lnTo>
                  <a:lnTo>
                    <a:pt x="30560" y="3925"/>
                  </a:lnTo>
                  <a:lnTo>
                    <a:pt x="50037" y="0"/>
                  </a:lnTo>
                  <a:lnTo>
                    <a:pt x="3543554" y="0"/>
                  </a:lnTo>
                  <a:lnTo>
                    <a:pt x="3563052" y="3925"/>
                  </a:lnTo>
                  <a:lnTo>
                    <a:pt x="3578955" y="14636"/>
                  </a:lnTo>
                  <a:lnTo>
                    <a:pt x="3589666" y="30539"/>
                  </a:lnTo>
                  <a:lnTo>
                    <a:pt x="3593591" y="50037"/>
                  </a:lnTo>
                  <a:lnTo>
                    <a:pt x="3593591" y="250189"/>
                  </a:lnTo>
                  <a:lnTo>
                    <a:pt x="3589666" y="269688"/>
                  </a:lnTo>
                  <a:lnTo>
                    <a:pt x="3578955" y="285591"/>
                  </a:lnTo>
                  <a:lnTo>
                    <a:pt x="3563052" y="296302"/>
                  </a:lnTo>
                  <a:lnTo>
                    <a:pt x="3543554" y="300227"/>
                  </a:lnTo>
                  <a:lnTo>
                    <a:pt x="50037" y="300227"/>
                  </a:lnTo>
                  <a:lnTo>
                    <a:pt x="30560" y="296302"/>
                  </a:lnTo>
                  <a:lnTo>
                    <a:pt x="14655" y="285591"/>
                  </a:lnTo>
                  <a:lnTo>
                    <a:pt x="3932" y="269688"/>
                  </a:lnTo>
                  <a:lnTo>
                    <a:pt x="0" y="250189"/>
                  </a:lnTo>
                  <a:lnTo>
                    <a:pt x="0" y="50037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663700" y="1126997"/>
            <a:ext cx="1760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49577" y="3308858"/>
            <a:ext cx="676275" cy="482600"/>
            <a:chOff x="1449577" y="3308858"/>
            <a:chExt cx="676275" cy="482600"/>
          </a:xfrm>
        </p:grpSpPr>
        <p:sp>
          <p:nvSpPr>
            <p:cNvPr id="24" name="object 24"/>
            <p:cNvSpPr/>
            <p:nvPr/>
          </p:nvSpPr>
          <p:spPr>
            <a:xfrm>
              <a:off x="1462277" y="3321558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574547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574547" y="457200"/>
                  </a:lnTo>
                  <a:lnTo>
                    <a:pt x="604188" y="451205"/>
                  </a:lnTo>
                  <a:lnTo>
                    <a:pt x="628411" y="434863"/>
                  </a:lnTo>
                  <a:lnTo>
                    <a:pt x="644753" y="410640"/>
                  </a:lnTo>
                  <a:lnTo>
                    <a:pt x="650747" y="381000"/>
                  </a:lnTo>
                  <a:lnTo>
                    <a:pt x="650747" y="76200"/>
                  </a:lnTo>
                  <a:lnTo>
                    <a:pt x="644753" y="46559"/>
                  </a:lnTo>
                  <a:lnTo>
                    <a:pt x="628411" y="22336"/>
                  </a:lnTo>
                  <a:lnTo>
                    <a:pt x="604188" y="5994"/>
                  </a:lnTo>
                  <a:lnTo>
                    <a:pt x="574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62277" y="3321558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574547" y="0"/>
                  </a:lnTo>
                  <a:lnTo>
                    <a:pt x="604188" y="5994"/>
                  </a:lnTo>
                  <a:lnTo>
                    <a:pt x="628411" y="22336"/>
                  </a:lnTo>
                  <a:lnTo>
                    <a:pt x="644753" y="46559"/>
                  </a:lnTo>
                  <a:lnTo>
                    <a:pt x="650747" y="76200"/>
                  </a:lnTo>
                  <a:lnTo>
                    <a:pt x="650747" y="381000"/>
                  </a:lnTo>
                  <a:lnTo>
                    <a:pt x="644753" y="410640"/>
                  </a:lnTo>
                  <a:lnTo>
                    <a:pt x="628411" y="434863"/>
                  </a:lnTo>
                  <a:lnTo>
                    <a:pt x="604188" y="451205"/>
                  </a:lnTo>
                  <a:lnTo>
                    <a:pt x="574547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14677" y="3424554"/>
            <a:ext cx="342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49577" y="3855973"/>
            <a:ext cx="676275" cy="482600"/>
            <a:chOff x="1449577" y="3855973"/>
            <a:chExt cx="676275" cy="482600"/>
          </a:xfrm>
        </p:grpSpPr>
        <p:sp>
          <p:nvSpPr>
            <p:cNvPr id="28" name="object 28"/>
            <p:cNvSpPr/>
            <p:nvPr/>
          </p:nvSpPr>
          <p:spPr>
            <a:xfrm>
              <a:off x="1462277" y="3868673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574547" y="0"/>
                  </a:moveTo>
                  <a:lnTo>
                    <a:pt x="76200" y="0"/>
                  </a:lnTo>
                  <a:lnTo>
                    <a:pt x="46559" y="5987"/>
                  </a:lnTo>
                  <a:lnTo>
                    <a:pt x="22336" y="22317"/>
                  </a:lnTo>
                  <a:lnTo>
                    <a:pt x="5994" y="46537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62"/>
                  </a:lnTo>
                  <a:lnTo>
                    <a:pt x="22336" y="434882"/>
                  </a:lnTo>
                  <a:lnTo>
                    <a:pt x="46559" y="451212"/>
                  </a:lnTo>
                  <a:lnTo>
                    <a:pt x="76200" y="457200"/>
                  </a:lnTo>
                  <a:lnTo>
                    <a:pt x="574547" y="457200"/>
                  </a:lnTo>
                  <a:lnTo>
                    <a:pt x="604188" y="451212"/>
                  </a:lnTo>
                  <a:lnTo>
                    <a:pt x="628411" y="434882"/>
                  </a:lnTo>
                  <a:lnTo>
                    <a:pt x="644753" y="410662"/>
                  </a:lnTo>
                  <a:lnTo>
                    <a:pt x="650747" y="381000"/>
                  </a:lnTo>
                  <a:lnTo>
                    <a:pt x="650747" y="76200"/>
                  </a:lnTo>
                  <a:lnTo>
                    <a:pt x="644753" y="46537"/>
                  </a:lnTo>
                  <a:lnTo>
                    <a:pt x="628411" y="22317"/>
                  </a:lnTo>
                  <a:lnTo>
                    <a:pt x="604188" y="5987"/>
                  </a:lnTo>
                  <a:lnTo>
                    <a:pt x="574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62277" y="3868673"/>
              <a:ext cx="650875" cy="457200"/>
            </a:xfrm>
            <a:custGeom>
              <a:avLst/>
              <a:gdLst/>
              <a:ahLst/>
              <a:cxnLst/>
              <a:rect l="l" t="t" r="r" b="b"/>
              <a:pathLst>
                <a:path w="650875" h="457200">
                  <a:moveTo>
                    <a:pt x="0" y="76200"/>
                  </a:moveTo>
                  <a:lnTo>
                    <a:pt x="5994" y="46537"/>
                  </a:lnTo>
                  <a:lnTo>
                    <a:pt x="22336" y="22317"/>
                  </a:lnTo>
                  <a:lnTo>
                    <a:pt x="46559" y="5987"/>
                  </a:lnTo>
                  <a:lnTo>
                    <a:pt x="76200" y="0"/>
                  </a:lnTo>
                  <a:lnTo>
                    <a:pt x="574547" y="0"/>
                  </a:lnTo>
                  <a:lnTo>
                    <a:pt x="604188" y="5987"/>
                  </a:lnTo>
                  <a:lnTo>
                    <a:pt x="628411" y="22317"/>
                  </a:lnTo>
                  <a:lnTo>
                    <a:pt x="644753" y="46537"/>
                  </a:lnTo>
                  <a:lnTo>
                    <a:pt x="650747" y="76200"/>
                  </a:lnTo>
                  <a:lnTo>
                    <a:pt x="650747" y="381000"/>
                  </a:lnTo>
                  <a:lnTo>
                    <a:pt x="644753" y="410662"/>
                  </a:lnTo>
                  <a:lnTo>
                    <a:pt x="628411" y="434882"/>
                  </a:lnTo>
                  <a:lnTo>
                    <a:pt x="604188" y="451212"/>
                  </a:lnTo>
                  <a:lnTo>
                    <a:pt x="574547" y="457200"/>
                  </a:lnTo>
                  <a:lnTo>
                    <a:pt x="76200" y="457200"/>
                  </a:lnTo>
                  <a:lnTo>
                    <a:pt x="46559" y="451212"/>
                  </a:lnTo>
                  <a:lnTo>
                    <a:pt x="22336" y="434882"/>
                  </a:lnTo>
                  <a:lnTo>
                    <a:pt x="5994" y="410662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649729" y="3972559"/>
            <a:ext cx="2717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65020" y="2407958"/>
            <a:ext cx="1229995" cy="401320"/>
            <a:chOff x="2065020" y="2407958"/>
            <a:chExt cx="1229995" cy="40132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5020" y="2426144"/>
              <a:ext cx="1185671" cy="32010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6168" y="2407958"/>
              <a:ext cx="1188732" cy="40077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12264" y="2453639"/>
              <a:ext cx="1095756" cy="23012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112264" y="2453639"/>
              <a:ext cx="1096010" cy="230504"/>
            </a:xfrm>
            <a:custGeom>
              <a:avLst/>
              <a:gdLst/>
              <a:ahLst/>
              <a:cxnLst/>
              <a:rect l="l" t="t" r="r" b="b"/>
              <a:pathLst>
                <a:path w="1096010" h="23050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7402" y="0"/>
                  </a:lnTo>
                  <a:lnTo>
                    <a:pt x="1072342" y="3010"/>
                  </a:lnTo>
                  <a:lnTo>
                    <a:pt x="1084532" y="11223"/>
                  </a:lnTo>
                  <a:lnTo>
                    <a:pt x="1092745" y="23413"/>
                  </a:lnTo>
                  <a:lnTo>
                    <a:pt x="1095756" y="38354"/>
                  </a:lnTo>
                  <a:lnTo>
                    <a:pt x="1095756" y="191770"/>
                  </a:lnTo>
                  <a:lnTo>
                    <a:pt x="1092745" y="206710"/>
                  </a:lnTo>
                  <a:lnTo>
                    <a:pt x="1084532" y="218900"/>
                  </a:lnTo>
                  <a:lnTo>
                    <a:pt x="1072342" y="227113"/>
                  </a:lnTo>
                  <a:lnTo>
                    <a:pt x="1057402" y="230124"/>
                  </a:lnTo>
                  <a:lnTo>
                    <a:pt x="38354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70"/>
                  </a:lnTo>
                  <a:lnTo>
                    <a:pt x="0" y="38354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227833" y="2455926"/>
            <a:ext cx="865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065020" y="2145830"/>
            <a:ext cx="1187450" cy="401320"/>
            <a:chOff x="2065020" y="2145830"/>
            <a:chExt cx="1187450" cy="40132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5020" y="2164016"/>
              <a:ext cx="1185671" cy="32010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7316" y="2145830"/>
              <a:ext cx="1104887" cy="40077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2264" y="2191511"/>
              <a:ext cx="1095756" cy="23012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112264" y="2191511"/>
              <a:ext cx="1096010" cy="230504"/>
            </a:xfrm>
            <a:custGeom>
              <a:avLst/>
              <a:gdLst/>
              <a:ahLst/>
              <a:cxnLst/>
              <a:rect l="l" t="t" r="r" b="b"/>
              <a:pathLst>
                <a:path w="1096010" h="23050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7402" y="0"/>
                  </a:lnTo>
                  <a:lnTo>
                    <a:pt x="1072342" y="3010"/>
                  </a:lnTo>
                  <a:lnTo>
                    <a:pt x="1084532" y="11223"/>
                  </a:lnTo>
                  <a:lnTo>
                    <a:pt x="1092745" y="23413"/>
                  </a:lnTo>
                  <a:lnTo>
                    <a:pt x="1095756" y="38354"/>
                  </a:lnTo>
                  <a:lnTo>
                    <a:pt x="1095756" y="191769"/>
                  </a:lnTo>
                  <a:lnTo>
                    <a:pt x="1092745" y="206710"/>
                  </a:lnTo>
                  <a:lnTo>
                    <a:pt x="1084532" y="218900"/>
                  </a:lnTo>
                  <a:lnTo>
                    <a:pt x="1072342" y="227113"/>
                  </a:lnTo>
                  <a:lnTo>
                    <a:pt x="1057402" y="230124"/>
                  </a:lnTo>
                  <a:lnTo>
                    <a:pt x="38354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4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268982" y="2193417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Public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074164" y="3441230"/>
            <a:ext cx="1224280" cy="401320"/>
            <a:chOff x="2074164" y="3441230"/>
            <a:chExt cx="1224280" cy="401320"/>
          </a:xfrm>
        </p:grpSpPr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4164" y="3459518"/>
              <a:ext cx="1176527" cy="31847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9216" y="3441230"/>
              <a:ext cx="1188732" cy="40077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1408" y="3486912"/>
              <a:ext cx="1086612" cy="22860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121408" y="3486912"/>
              <a:ext cx="1087120" cy="228600"/>
            </a:xfrm>
            <a:custGeom>
              <a:avLst/>
              <a:gdLst/>
              <a:ahLst/>
              <a:cxnLst/>
              <a:rect l="l" t="t" r="r" b="b"/>
              <a:pathLst>
                <a:path w="1087120" h="2286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1048512" y="0"/>
                  </a:lnTo>
                  <a:lnTo>
                    <a:pt x="1063359" y="2988"/>
                  </a:lnTo>
                  <a:lnTo>
                    <a:pt x="1075467" y="11144"/>
                  </a:lnTo>
                  <a:lnTo>
                    <a:pt x="1083623" y="23252"/>
                  </a:lnTo>
                  <a:lnTo>
                    <a:pt x="1086612" y="38100"/>
                  </a:lnTo>
                  <a:lnTo>
                    <a:pt x="1086612" y="190500"/>
                  </a:lnTo>
                  <a:lnTo>
                    <a:pt x="1083623" y="205347"/>
                  </a:lnTo>
                  <a:lnTo>
                    <a:pt x="1075467" y="217455"/>
                  </a:lnTo>
                  <a:lnTo>
                    <a:pt x="1063359" y="225611"/>
                  </a:lnTo>
                  <a:lnTo>
                    <a:pt x="1048512" y="228600"/>
                  </a:lnTo>
                  <a:lnTo>
                    <a:pt x="38100" y="228600"/>
                  </a:lnTo>
                  <a:lnTo>
                    <a:pt x="23252" y="225611"/>
                  </a:lnTo>
                  <a:lnTo>
                    <a:pt x="11144" y="217455"/>
                  </a:lnTo>
                  <a:lnTo>
                    <a:pt x="2988" y="205347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231263" y="3488816"/>
            <a:ext cx="865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074164" y="3982211"/>
            <a:ext cx="1224280" cy="401320"/>
            <a:chOff x="2074164" y="3982211"/>
            <a:chExt cx="1224280" cy="401320"/>
          </a:xfrm>
        </p:grpSpPr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4164" y="4000499"/>
              <a:ext cx="1176527" cy="31847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09216" y="3982211"/>
              <a:ext cx="1188732" cy="40077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1408" y="4027931"/>
              <a:ext cx="1086612" cy="2286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121408" y="4027931"/>
              <a:ext cx="1087120" cy="228600"/>
            </a:xfrm>
            <a:custGeom>
              <a:avLst/>
              <a:gdLst/>
              <a:ahLst/>
              <a:cxnLst/>
              <a:rect l="l" t="t" r="r" b="b"/>
              <a:pathLst>
                <a:path w="1087120" h="228600">
                  <a:moveTo>
                    <a:pt x="0" y="38100"/>
                  </a:moveTo>
                  <a:lnTo>
                    <a:pt x="2988" y="23268"/>
                  </a:lnTo>
                  <a:lnTo>
                    <a:pt x="11144" y="11158"/>
                  </a:lnTo>
                  <a:lnTo>
                    <a:pt x="23252" y="2993"/>
                  </a:lnTo>
                  <a:lnTo>
                    <a:pt x="38100" y="0"/>
                  </a:lnTo>
                  <a:lnTo>
                    <a:pt x="1048512" y="0"/>
                  </a:lnTo>
                  <a:lnTo>
                    <a:pt x="1063359" y="2993"/>
                  </a:lnTo>
                  <a:lnTo>
                    <a:pt x="1075467" y="11158"/>
                  </a:lnTo>
                  <a:lnTo>
                    <a:pt x="1083623" y="23268"/>
                  </a:lnTo>
                  <a:lnTo>
                    <a:pt x="1086612" y="38100"/>
                  </a:lnTo>
                  <a:lnTo>
                    <a:pt x="1086612" y="190500"/>
                  </a:lnTo>
                  <a:lnTo>
                    <a:pt x="1083623" y="205331"/>
                  </a:lnTo>
                  <a:lnTo>
                    <a:pt x="1075467" y="217441"/>
                  </a:lnTo>
                  <a:lnTo>
                    <a:pt x="1063359" y="225606"/>
                  </a:lnTo>
                  <a:lnTo>
                    <a:pt x="1048512" y="228600"/>
                  </a:lnTo>
                  <a:lnTo>
                    <a:pt x="38100" y="228600"/>
                  </a:lnTo>
                  <a:lnTo>
                    <a:pt x="23252" y="225606"/>
                  </a:lnTo>
                  <a:lnTo>
                    <a:pt x="11144" y="217441"/>
                  </a:lnTo>
                  <a:lnTo>
                    <a:pt x="2988" y="205331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231263" y="4030776"/>
            <a:ext cx="865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Private</a:t>
            </a:r>
            <a:r>
              <a:rPr sz="12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IP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654294" y="2063750"/>
            <a:ext cx="2278380" cy="571500"/>
            <a:chOff x="5654294" y="2063750"/>
            <a:chExt cx="2278380" cy="571500"/>
          </a:xfrm>
        </p:grpSpPr>
        <p:sp>
          <p:nvSpPr>
            <p:cNvPr id="56" name="object 56"/>
            <p:cNvSpPr/>
            <p:nvPr/>
          </p:nvSpPr>
          <p:spPr>
            <a:xfrm>
              <a:off x="5666994" y="2076450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2161539" y="0"/>
                  </a:moveTo>
                  <a:lnTo>
                    <a:pt x="90931" y="0"/>
                  </a:lnTo>
                  <a:lnTo>
                    <a:pt x="55560" y="7153"/>
                  </a:lnTo>
                  <a:lnTo>
                    <a:pt x="26654" y="26654"/>
                  </a:lnTo>
                  <a:lnTo>
                    <a:pt x="7153" y="55560"/>
                  </a:lnTo>
                  <a:lnTo>
                    <a:pt x="0" y="90931"/>
                  </a:lnTo>
                  <a:lnTo>
                    <a:pt x="0" y="454660"/>
                  </a:lnTo>
                  <a:lnTo>
                    <a:pt x="7153" y="490031"/>
                  </a:lnTo>
                  <a:lnTo>
                    <a:pt x="26654" y="518937"/>
                  </a:lnTo>
                  <a:lnTo>
                    <a:pt x="55560" y="538438"/>
                  </a:lnTo>
                  <a:lnTo>
                    <a:pt x="90931" y="545592"/>
                  </a:lnTo>
                  <a:lnTo>
                    <a:pt x="2161539" y="545592"/>
                  </a:lnTo>
                  <a:lnTo>
                    <a:pt x="2196911" y="538438"/>
                  </a:lnTo>
                  <a:lnTo>
                    <a:pt x="2225817" y="518937"/>
                  </a:lnTo>
                  <a:lnTo>
                    <a:pt x="2245318" y="490031"/>
                  </a:lnTo>
                  <a:lnTo>
                    <a:pt x="2252472" y="454660"/>
                  </a:lnTo>
                  <a:lnTo>
                    <a:pt x="2252472" y="90931"/>
                  </a:lnTo>
                  <a:lnTo>
                    <a:pt x="2245318" y="55560"/>
                  </a:lnTo>
                  <a:lnTo>
                    <a:pt x="2225817" y="26654"/>
                  </a:lnTo>
                  <a:lnTo>
                    <a:pt x="2196911" y="7153"/>
                  </a:lnTo>
                  <a:lnTo>
                    <a:pt x="21615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66994" y="2076450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0" y="90931"/>
                  </a:moveTo>
                  <a:lnTo>
                    <a:pt x="7153" y="55560"/>
                  </a:lnTo>
                  <a:lnTo>
                    <a:pt x="26654" y="26654"/>
                  </a:lnTo>
                  <a:lnTo>
                    <a:pt x="55560" y="7153"/>
                  </a:lnTo>
                  <a:lnTo>
                    <a:pt x="90931" y="0"/>
                  </a:lnTo>
                  <a:lnTo>
                    <a:pt x="2161539" y="0"/>
                  </a:lnTo>
                  <a:lnTo>
                    <a:pt x="2196911" y="7153"/>
                  </a:lnTo>
                  <a:lnTo>
                    <a:pt x="2225817" y="26654"/>
                  </a:lnTo>
                  <a:lnTo>
                    <a:pt x="2245318" y="55560"/>
                  </a:lnTo>
                  <a:lnTo>
                    <a:pt x="2252472" y="90931"/>
                  </a:lnTo>
                  <a:lnTo>
                    <a:pt x="2252472" y="454660"/>
                  </a:lnTo>
                  <a:lnTo>
                    <a:pt x="2245318" y="490031"/>
                  </a:lnTo>
                  <a:lnTo>
                    <a:pt x="2225817" y="518937"/>
                  </a:lnTo>
                  <a:lnTo>
                    <a:pt x="2196911" y="538438"/>
                  </a:lnTo>
                  <a:lnTo>
                    <a:pt x="2161539" y="545592"/>
                  </a:lnTo>
                  <a:lnTo>
                    <a:pt x="90931" y="545592"/>
                  </a:lnTo>
                  <a:lnTo>
                    <a:pt x="55560" y="538438"/>
                  </a:lnTo>
                  <a:lnTo>
                    <a:pt x="26654" y="518937"/>
                  </a:lnTo>
                  <a:lnTo>
                    <a:pt x="7153" y="490031"/>
                  </a:lnTo>
                  <a:lnTo>
                    <a:pt x="0" y="454660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547866" y="2193493"/>
            <a:ext cx="4914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654294" y="2997961"/>
            <a:ext cx="2278380" cy="571500"/>
            <a:chOff x="5654294" y="2997961"/>
            <a:chExt cx="2278380" cy="571500"/>
          </a:xfrm>
        </p:grpSpPr>
        <p:sp>
          <p:nvSpPr>
            <p:cNvPr id="60" name="object 60"/>
            <p:cNvSpPr/>
            <p:nvPr/>
          </p:nvSpPr>
          <p:spPr>
            <a:xfrm>
              <a:off x="5666994" y="3010661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2161539" y="0"/>
                  </a:moveTo>
                  <a:lnTo>
                    <a:pt x="90931" y="0"/>
                  </a:lnTo>
                  <a:lnTo>
                    <a:pt x="55560" y="7153"/>
                  </a:lnTo>
                  <a:lnTo>
                    <a:pt x="26654" y="26654"/>
                  </a:lnTo>
                  <a:lnTo>
                    <a:pt x="7153" y="55560"/>
                  </a:lnTo>
                  <a:lnTo>
                    <a:pt x="0" y="90931"/>
                  </a:lnTo>
                  <a:lnTo>
                    <a:pt x="0" y="454660"/>
                  </a:lnTo>
                  <a:lnTo>
                    <a:pt x="7153" y="490031"/>
                  </a:lnTo>
                  <a:lnTo>
                    <a:pt x="26654" y="518937"/>
                  </a:lnTo>
                  <a:lnTo>
                    <a:pt x="55560" y="538438"/>
                  </a:lnTo>
                  <a:lnTo>
                    <a:pt x="90931" y="545591"/>
                  </a:lnTo>
                  <a:lnTo>
                    <a:pt x="2161539" y="545591"/>
                  </a:lnTo>
                  <a:lnTo>
                    <a:pt x="2196911" y="538438"/>
                  </a:lnTo>
                  <a:lnTo>
                    <a:pt x="2225817" y="518937"/>
                  </a:lnTo>
                  <a:lnTo>
                    <a:pt x="2245318" y="490031"/>
                  </a:lnTo>
                  <a:lnTo>
                    <a:pt x="2252472" y="454660"/>
                  </a:lnTo>
                  <a:lnTo>
                    <a:pt x="2252472" y="90931"/>
                  </a:lnTo>
                  <a:lnTo>
                    <a:pt x="2245318" y="55560"/>
                  </a:lnTo>
                  <a:lnTo>
                    <a:pt x="2225817" y="26654"/>
                  </a:lnTo>
                  <a:lnTo>
                    <a:pt x="2196911" y="7153"/>
                  </a:lnTo>
                  <a:lnTo>
                    <a:pt x="21615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66994" y="3010661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0" y="90931"/>
                  </a:moveTo>
                  <a:lnTo>
                    <a:pt x="7153" y="55560"/>
                  </a:lnTo>
                  <a:lnTo>
                    <a:pt x="26654" y="26654"/>
                  </a:lnTo>
                  <a:lnTo>
                    <a:pt x="55560" y="7153"/>
                  </a:lnTo>
                  <a:lnTo>
                    <a:pt x="90931" y="0"/>
                  </a:lnTo>
                  <a:lnTo>
                    <a:pt x="2161539" y="0"/>
                  </a:lnTo>
                  <a:lnTo>
                    <a:pt x="2196911" y="7153"/>
                  </a:lnTo>
                  <a:lnTo>
                    <a:pt x="2225817" y="26654"/>
                  </a:lnTo>
                  <a:lnTo>
                    <a:pt x="2245318" y="55560"/>
                  </a:lnTo>
                  <a:lnTo>
                    <a:pt x="2252472" y="90931"/>
                  </a:lnTo>
                  <a:lnTo>
                    <a:pt x="2252472" y="454660"/>
                  </a:lnTo>
                  <a:lnTo>
                    <a:pt x="2245318" y="490031"/>
                  </a:lnTo>
                  <a:lnTo>
                    <a:pt x="2225817" y="518937"/>
                  </a:lnTo>
                  <a:lnTo>
                    <a:pt x="2196911" y="538438"/>
                  </a:lnTo>
                  <a:lnTo>
                    <a:pt x="2161539" y="545591"/>
                  </a:lnTo>
                  <a:lnTo>
                    <a:pt x="90931" y="545591"/>
                  </a:lnTo>
                  <a:lnTo>
                    <a:pt x="55560" y="538438"/>
                  </a:lnTo>
                  <a:lnTo>
                    <a:pt x="26654" y="518937"/>
                  </a:lnTo>
                  <a:lnTo>
                    <a:pt x="7153" y="490031"/>
                  </a:lnTo>
                  <a:lnTo>
                    <a:pt x="0" y="454660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578345" y="3127629"/>
            <a:ext cx="431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654294" y="3930650"/>
            <a:ext cx="2278380" cy="571500"/>
            <a:chOff x="5654294" y="3930650"/>
            <a:chExt cx="2278380" cy="571500"/>
          </a:xfrm>
        </p:grpSpPr>
        <p:sp>
          <p:nvSpPr>
            <p:cNvPr id="64" name="object 64"/>
            <p:cNvSpPr/>
            <p:nvPr/>
          </p:nvSpPr>
          <p:spPr>
            <a:xfrm>
              <a:off x="5666994" y="3943350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2161539" y="0"/>
                  </a:moveTo>
                  <a:lnTo>
                    <a:pt x="90931" y="0"/>
                  </a:lnTo>
                  <a:lnTo>
                    <a:pt x="55560" y="7146"/>
                  </a:lnTo>
                  <a:lnTo>
                    <a:pt x="26654" y="26635"/>
                  </a:lnTo>
                  <a:lnTo>
                    <a:pt x="7153" y="55539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53" y="490052"/>
                  </a:lnTo>
                  <a:lnTo>
                    <a:pt x="26654" y="518956"/>
                  </a:lnTo>
                  <a:lnTo>
                    <a:pt x="55560" y="538445"/>
                  </a:lnTo>
                  <a:lnTo>
                    <a:pt x="90931" y="545592"/>
                  </a:lnTo>
                  <a:lnTo>
                    <a:pt x="2161539" y="545592"/>
                  </a:lnTo>
                  <a:lnTo>
                    <a:pt x="2196911" y="538445"/>
                  </a:lnTo>
                  <a:lnTo>
                    <a:pt x="2225817" y="518956"/>
                  </a:lnTo>
                  <a:lnTo>
                    <a:pt x="2245318" y="490052"/>
                  </a:lnTo>
                  <a:lnTo>
                    <a:pt x="2252472" y="454659"/>
                  </a:lnTo>
                  <a:lnTo>
                    <a:pt x="2252472" y="90931"/>
                  </a:lnTo>
                  <a:lnTo>
                    <a:pt x="2245318" y="55539"/>
                  </a:lnTo>
                  <a:lnTo>
                    <a:pt x="2225817" y="26635"/>
                  </a:lnTo>
                  <a:lnTo>
                    <a:pt x="2196911" y="7146"/>
                  </a:lnTo>
                  <a:lnTo>
                    <a:pt x="21615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666994" y="3943350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0" y="90931"/>
                  </a:moveTo>
                  <a:lnTo>
                    <a:pt x="7153" y="55539"/>
                  </a:lnTo>
                  <a:lnTo>
                    <a:pt x="26654" y="26635"/>
                  </a:lnTo>
                  <a:lnTo>
                    <a:pt x="55560" y="7146"/>
                  </a:lnTo>
                  <a:lnTo>
                    <a:pt x="90931" y="0"/>
                  </a:lnTo>
                  <a:lnTo>
                    <a:pt x="2161539" y="0"/>
                  </a:lnTo>
                  <a:lnTo>
                    <a:pt x="2196911" y="7146"/>
                  </a:lnTo>
                  <a:lnTo>
                    <a:pt x="2225817" y="26635"/>
                  </a:lnTo>
                  <a:lnTo>
                    <a:pt x="2245318" y="55539"/>
                  </a:lnTo>
                  <a:lnTo>
                    <a:pt x="2252472" y="90931"/>
                  </a:lnTo>
                  <a:lnTo>
                    <a:pt x="2252472" y="454659"/>
                  </a:lnTo>
                  <a:lnTo>
                    <a:pt x="2245318" y="490052"/>
                  </a:lnTo>
                  <a:lnTo>
                    <a:pt x="2225817" y="518956"/>
                  </a:lnTo>
                  <a:lnTo>
                    <a:pt x="2196911" y="538445"/>
                  </a:lnTo>
                  <a:lnTo>
                    <a:pt x="2161539" y="545592"/>
                  </a:lnTo>
                  <a:lnTo>
                    <a:pt x="90931" y="545592"/>
                  </a:lnTo>
                  <a:lnTo>
                    <a:pt x="55560" y="538445"/>
                  </a:lnTo>
                  <a:lnTo>
                    <a:pt x="26654" y="518956"/>
                  </a:lnTo>
                  <a:lnTo>
                    <a:pt x="7153" y="490052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293358" y="4061256"/>
            <a:ext cx="1002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ase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228844" y="1260322"/>
            <a:ext cx="1679575" cy="3091180"/>
            <a:chOff x="5228844" y="1260322"/>
            <a:chExt cx="1679575" cy="3091180"/>
          </a:xfrm>
        </p:grpSpPr>
        <p:pic>
          <p:nvPicPr>
            <p:cNvPr id="68" name="object 6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73596" y="1260322"/>
              <a:ext cx="234670" cy="95100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755130" y="1282445"/>
              <a:ext cx="76200" cy="794385"/>
            </a:xfrm>
            <a:custGeom>
              <a:avLst/>
              <a:gdLst/>
              <a:ahLst/>
              <a:cxnLst/>
              <a:rect l="l" t="t" r="r" b="b"/>
              <a:pathLst>
                <a:path w="76200" h="794385">
                  <a:moveTo>
                    <a:pt x="25400" y="717676"/>
                  </a:moveTo>
                  <a:lnTo>
                    <a:pt x="0" y="717676"/>
                  </a:lnTo>
                  <a:lnTo>
                    <a:pt x="38100" y="793876"/>
                  </a:lnTo>
                  <a:lnTo>
                    <a:pt x="69850" y="730376"/>
                  </a:lnTo>
                  <a:lnTo>
                    <a:pt x="25400" y="730376"/>
                  </a:lnTo>
                  <a:lnTo>
                    <a:pt x="25400" y="717676"/>
                  </a:lnTo>
                  <a:close/>
                </a:path>
                <a:path w="76200" h="794385">
                  <a:moveTo>
                    <a:pt x="50800" y="0"/>
                  </a:moveTo>
                  <a:lnTo>
                    <a:pt x="25400" y="0"/>
                  </a:lnTo>
                  <a:lnTo>
                    <a:pt x="25400" y="730376"/>
                  </a:lnTo>
                  <a:lnTo>
                    <a:pt x="50800" y="730376"/>
                  </a:lnTo>
                  <a:lnTo>
                    <a:pt x="50800" y="0"/>
                  </a:lnTo>
                  <a:close/>
                </a:path>
                <a:path w="76200" h="794385">
                  <a:moveTo>
                    <a:pt x="76200" y="717676"/>
                  </a:moveTo>
                  <a:lnTo>
                    <a:pt x="50800" y="717676"/>
                  </a:lnTo>
                  <a:lnTo>
                    <a:pt x="50800" y="730376"/>
                  </a:lnTo>
                  <a:lnTo>
                    <a:pt x="69850" y="730376"/>
                  </a:lnTo>
                  <a:lnTo>
                    <a:pt x="76200" y="717676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73596" y="2599944"/>
              <a:ext cx="234670" cy="544068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755130" y="2622041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03"/>
                  </a:moveTo>
                  <a:lnTo>
                    <a:pt x="0" y="311403"/>
                  </a:lnTo>
                  <a:lnTo>
                    <a:pt x="38100" y="387603"/>
                  </a:lnTo>
                  <a:lnTo>
                    <a:pt x="69850" y="324103"/>
                  </a:lnTo>
                  <a:lnTo>
                    <a:pt x="25400" y="324103"/>
                  </a:lnTo>
                  <a:lnTo>
                    <a:pt x="25400" y="311403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03"/>
                  </a:lnTo>
                  <a:lnTo>
                    <a:pt x="50800" y="324103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03"/>
                  </a:moveTo>
                  <a:lnTo>
                    <a:pt x="50800" y="311403"/>
                  </a:lnTo>
                  <a:lnTo>
                    <a:pt x="50800" y="324103"/>
                  </a:lnTo>
                  <a:lnTo>
                    <a:pt x="69850" y="324103"/>
                  </a:lnTo>
                  <a:lnTo>
                    <a:pt x="76200" y="311403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73596" y="3534156"/>
              <a:ext cx="234670" cy="54406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755130" y="3556253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04"/>
                  </a:moveTo>
                  <a:lnTo>
                    <a:pt x="0" y="311404"/>
                  </a:lnTo>
                  <a:lnTo>
                    <a:pt x="38100" y="387642"/>
                  </a:lnTo>
                  <a:lnTo>
                    <a:pt x="69834" y="324142"/>
                  </a:lnTo>
                  <a:lnTo>
                    <a:pt x="25400" y="324142"/>
                  </a:lnTo>
                  <a:lnTo>
                    <a:pt x="25400" y="311404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42"/>
                  </a:lnTo>
                  <a:lnTo>
                    <a:pt x="50800" y="324142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04"/>
                  </a:moveTo>
                  <a:lnTo>
                    <a:pt x="50800" y="311404"/>
                  </a:lnTo>
                  <a:lnTo>
                    <a:pt x="50800" y="324142"/>
                  </a:lnTo>
                  <a:lnTo>
                    <a:pt x="69834" y="324142"/>
                  </a:lnTo>
                  <a:lnTo>
                    <a:pt x="76200" y="311404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28844" y="2313419"/>
              <a:ext cx="553212" cy="203758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271516" y="2336545"/>
              <a:ext cx="408305" cy="1917700"/>
            </a:xfrm>
            <a:custGeom>
              <a:avLst/>
              <a:gdLst/>
              <a:ahLst/>
              <a:cxnLst/>
              <a:rect l="l" t="t" r="r" b="b"/>
              <a:pathLst>
                <a:path w="408304" h="1917700">
                  <a:moveTo>
                    <a:pt x="319278" y="1841373"/>
                  </a:moveTo>
                  <a:lnTo>
                    <a:pt x="319278" y="1917573"/>
                  </a:lnTo>
                  <a:lnTo>
                    <a:pt x="370078" y="1892173"/>
                  </a:lnTo>
                  <a:lnTo>
                    <a:pt x="331978" y="1892173"/>
                  </a:lnTo>
                  <a:lnTo>
                    <a:pt x="331978" y="1866773"/>
                  </a:lnTo>
                  <a:lnTo>
                    <a:pt x="370078" y="1866773"/>
                  </a:lnTo>
                  <a:lnTo>
                    <a:pt x="319278" y="1841373"/>
                  </a:lnTo>
                  <a:close/>
                </a:path>
                <a:path w="408304" h="1917700">
                  <a:moveTo>
                    <a:pt x="408178" y="0"/>
                  </a:moveTo>
                  <a:lnTo>
                    <a:pt x="5587" y="0"/>
                  </a:lnTo>
                  <a:lnTo>
                    <a:pt x="0" y="5715"/>
                  </a:lnTo>
                  <a:lnTo>
                    <a:pt x="0" y="1886496"/>
                  </a:lnTo>
                  <a:lnTo>
                    <a:pt x="5587" y="1892173"/>
                  </a:lnTo>
                  <a:lnTo>
                    <a:pt x="319278" y="1892173"/>
                  </a:lnTo>
                  <a:lnTo>
                    <a:pt x="319278" y="1879473"/>
                  </a:lnTo>
                  <a:lnTo>
                    <a:pt x="25400" y="1879473"/>
                  </a:lnTo>
                  <a:lnTo>
                    <a:pt x="12700" y="1866773"/>
                  </a:lnTo>
                  <a:lnTo>
                    <a:pt x="25400" y="1866773"/>
                  </a:lnTo>
                  <a:lnTo>
                    <a:pt x="25400" y="25400"/>
                  </a:lnTo>
                  <a:lnTo>
                    <a:pt x="12700" y="25400"/>
                  </a:lnTo>
                  <a:lnTo>
                    <a:pt x="25400" y="12700"/>
                  </a:lnTo>
                  <a:lnTo>
                    <a:pt x="408178" y="12700"/>
                  </a:lnTo>
                  <a:lnTo>
                    <a:pt x="408178" y="0"/>
                  </a:lnTo>
                  <a:close/>
                </a:path>
                <a:path w="408304" h="1917700">
                  <a:moveTo>
                    <a:pt x="370078" y="1866773"/>
                  </a:moveTo>
                  <a:lnTo>
                    <a:pt x="331978" y="1866773"/>
                  </a:lnTo>
                  <a:lnTo>
                    <a:pt x="331978" y="1892173"/>
                  </a:lnTo>
                  <a:lnTo>
                    <a:pt x="370078" y="1892173"/>
                  </a:lnTo>
                  <a:lnTo>
                    <a:pt x="395478" y="1879473"/>
                  </a:lnTo>
                  <a:lnTo>
                    <a:pt x="370078" y="1866773"/>
                  </a:lnTo>
                  <a:close/>
                </a:path>
                <a:path w="408304" h="1917700">
                  <a:moveTo>
                    <a:pt x="25400" y="1866773"/>
                  </a:moveTo>
                  <a:lnTo>
                    <a:pt x="12700" y="1866773"/>
                  </a:lnTo>
                  <a:lnTo>
                    <a:pt x="25400" y="1879473"/>
                  </a:lnTo>
                  <a:lnTo>
                    <a:pt x="25400" y="1866773"/>
                  </a:lnTo>
                  <a:close/>
                </a:path>
                <a:path w="408304" h="1917700">
                  <a:moveTo>
                    <a:pt x="319278" y="1866773"/>
                  </a:moveTo>
                  <a:lnTo>
                    <a:pt x="25400" y="1866773"/>
                  </a:lnTo>
                  <a:lnTo>
                    <a:pt x="25400" y="1879473"/>
                  </a:lnTo>
                  <a:lnTo>
                    <a:pt x="319278" y="1879473"/>
                  </a:lnTo>
                  <a:lnTo>
                    <a:pt x="319278" y="1866773"/>
                  </a:lnTo>
                  <a:close/>
                </a:path>
                <a:path w="408304" h="1917700">
                  <a:moveTo>
                    <a:pt x="25400" y="12700"/>
                  </a:moveTo>
                  <a:lnTo>
                    <a:pt x="12700" y="25400"/>
                  </a:lnTo>
                  <a:lnTo>
                    <a:pt x="25400" y="25400"/>
                  </a:lnTo>
                  <a:lnTo>
                    <a:pt x="25400" y="12700"/>
                  </a:lnTo>
                  <a:close/>
                </a:path>
                <a:path w="408304" h="1917700">
                  <a:moveTo>
                    <a:pt x="408178" y="12700"/>
                  </a:moveTo>
                  <a:lnTo>
                    <a:pt x="25400" y="12700"/>
                  </a:lnTo>
                  <a:lnTo>
                    <a:pt x="25400" y="25400"/>
                  </a:lnTo>
                  <a:lnTo>
                    <a:pt x="408178" y="25400"/>
                  </a:lnTo>
                  <a:lnTo>
                    <a:pt x="408178" y="127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872478" y="1494485"/>
            <a:ext cx="59309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HTTP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77" name="object 7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305376" y="4298101"/>
            <a:ext cx="331692" cy="333250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5108575" y="637743"/>
            <a:ext cx="3315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rit</a:t>
            </a:r>
            <a:r>
              <a:rPr sz="1800" b="1" spc="70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7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or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k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9911" y="2147316"/>
            <a:ext cx="2853055" cy="1423670"/>
            <a:chOff x="819911" y="2147316"/>
            <a:chExt cx="2853055" cy="1423670"/>
          </a:xfrm>
        </p:grpSpPr>
        <p:sp>
          <p:nvSpPr>
            <p:cNvPr id="3" name="object 3"/>
            <p:cNvSpPr/>
            <p:nvPr/>
          </p:nvSpPr>
          <p:spPr>
            <a:xfrm>
              <a:off x="819911" y="2147316"/>
              <a:ext cx="2853055" cy="1423670"/>
            </a:xfrm>
            <a:custGeom>
              <a:avLst/>
              <a:gdLst/>
              <a:ahLst/>
              <a:cxnLst/>
              <a:rect l="l" t="t" r="r" b="b"/>
              <a:pathLst>
                <a:path w="2853054" h="1423670">
                  <a:moveTo>
                    <a:pt x="2615691" y="0"/>
                  </a:moveTo>
                  <a:lnTo>
                    <a:pt x="237235" y="0"/>
                  </a:lnTo>
                  <a:lnTo>
                    <a:pt x="189427" y="4818"/>
                  </a:lnTo>
                  <a:lnTo>
                    <a:pt x="144896" y="18637"/>
                  </a:lnTo>
                  <a:lnTo>
                    <a:pt x="104598" y="40505"/>
                  </a:lnTo>
                  <a:lnTo>
                    <a:pt x="69488" y="69468"/>
                  </a:lnTo>
                  <a:lnTo>
                    <a:pt x="40518" y="104576"/>
                  </a:lnTo>
                  <a:lnTo>
                    <a:pt x="18644" y="144875"/>
                  </a:lnTo>
                  <a:lnTo>
                    <a:pt x="4820" y="189412"/>
                  </a:lnTo>
                  <a:lnTo>
                    <a:pt x="0" y="237235"/>
                  </a:lnTo>
                  <a:lnTo>
                    <a:pt x="0" y="1186179"/>
                  </a:lnTo>
                  <a:lnTo>
                    <a:pt x="4820" y="1234003"/>
                  </a:lnTo>
                  <a:lnTo>
                    <a:pt x="18644" y="1278540"/>
                  </a:lnTo>
                  <a:lnTo>
                    <a:pt x="40518" y="1318839"/>
                  </a:lnTo>
                  <a:lnTo>
                    <a:pt x="69488" y="1353946"/>
                  </a:lnTo>
                  <a:lnTo>
                    <a:pt x="104598" y="1382910"/>
                  </a:lnTo>
                  <a:lnTo>
                    <a:pt x="144896" y="1404778"/>
                  </a:lnTo>
                  <a:lnTo>
                    <a:pt x="189427" y="1418597"/>
                  </a:lnTo>
                  <a:lnTo>
                    <a:pt x="237235" y="1423415"/>
                  </a:lnTo>
                  <a:lnTo>
                    <a:pt x="2615691" y="1423415"/>
                  </a:lnTo>
                  <a:lnTo>
                    <a:pt x="2663515" y="1418597"/>
                  </a:lnTo>
                  <a:lnTo>
                    <a:pt x="2708052" y="1404778"/>
                  </a:lnTo>
                  <a:lnTo>
                    <a:pt x="2748351" y="1382910"/>
                  </a:lnTo>
                  <a:lnTo>
                    <a:pt x="2783459" y="1353946"/>
                  </a:lnTo>
                  <a:lnTo>
                    <a:pt x="2812422" y="1318839"/>
                  </a:lnTo>
                  <a:lnTo>
                    <a:pt x="2834290" y="1278540"/>
                  </a:lnTo>
                  <a:lnTo>
                    <a:pt x="2848109" y="1234003"/>
                  </a:lnTo>
                  <a:lnTo>
                    <a:pt x="2852928" y="1186179"/>
                  </a:lnTo>
                  <a:lnTo>
                    <a:pt x="2852928" y="237235"/>
                  </a:lnTo>
                  <a:lnTo>
                    <a:pt x="2848109" y="189412"/>
                  </a:lnTo>
                  <a:lnTo>
                    <a:pt x="2834290" y="144875"/>
                  </a:lnTo>
                  <a:lnTo>
                    <a:pt x="2812422" y="104576"/>
                  </a:lnTo>
                  <a:lnTo>
                    <a:pt x="2783459" y="69468"/>
                  </a:lnTo>
                  <a:lnTo>
                    <a:pt x="2748351" y="40505"/>
                  </a:lnTo>
                  <a:lnTo>
                    <a:pt x="2708052" y="18637"/>
                  </a:lnTo>
                  <a:lnTo>
                    <a:pt x="2663515" y="4818"/>
                  </a:lnTo>
                  <a:lnTo>
                    <a:pt x="26156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2369566" y="0"/>
                  </a:moveTo>
                  <a:lnTo>
                    <a:pt x="123697" y="0"/>
                  </a:lnTo>
                  <a:lnTo>
                    <a:pt x="75550" y="9719"/>
                  </a:lnTo>
                  <a:lnTo>
                    <a:pt x="36231" y="36226"/>
                  </a:lnTo>
                  <a:lnTo>
                    <a:pt x="9721" y="75545"/>
                  </a:lnTo>
                  <a:lnTo>
                    <a:pt x="0" y="123697"/>
                  </a:lnTo>
                  <a:lnTo>
                    <a:pt x="0" y="618489"/>
                  </a:lnTo>
                  <a:lnTo>
                    <a:pt x="9721" y="666642"/>
                  </a:lnTo>
                  <a:lnTo>
                    <a:pt x="36231" y="705961"/>
                  </a:lnTo>
                  <a:lnTo>
                    <a:pt x="75550" y="732468"/>
                  </a:lnTo>
                  <a:lnTo>
                    <a:pt x="123697" y="742188"/>
                  </a:lnTo>
                  <a:lnTo>
                    <a:pt x="2369566" y="742188"/>
                  </a:lnTo>
                  <a:lnTo>
                    <a:pt x="2417718" y="732468"/>
                  </a:lnTo>
                  <a:lnTo>
                    <a:pt x="2457037" y="705961"/>
                  </a:lnTo>
                  <a:lnTo>
                    <a:pt x="2483544" y="666642"/>
                  </a:lnTo>
                  <a:lnTo>
                    <a:pt x="2493264" y="618489"/>
                  </a:lnTo>
                  <a:lnTo>
                    <a:pt x="2493264" y="123697"/>
                  </a:lnTo>
                  <a:lnTo>
                    <a:pt x="2483544" y="75545"/>
                  </a:lnTo>
                  <a:lnTo>
                    <a:pt x="2457037" y="36226"/>
                  </a:lnTo>
                  <a:lnTo>
                    <a:pt x="2417718" y="9719"/>
                  </a:lnTo>
                  <a:lnTo>
                    <a:pt x="2369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0" y="123697"/>
                  </a:moveTo>
                  <a:lnTo>
                    <a:pt x="9721" y="75545"/>
                  </a:lnTo>
                  <a:lnTo>
                    <a:pt x="36231" y="36226"/>
                  </a:lnTo>
                  <a:lnTo>
                    <a:pt x="75550" y="9719"/>
                  </a:lnTo>
                  <a:lnTo>
                    <a:pt x="123697" y="0"/>
                  </a:lnTo>
                  <a:lnTo>
                    <a:pt x="2369566" y="0"/>
                  </a:lnTo>
                  <a:lnTo>
                    <a:pt x="2417718" y="9719"/>
                  </a:lnTo>
                  <a:lnTo>
                    <a:pt x="2457037" y="36226"/>
                  </a:lnTo>
                  <a:lnTo>
                    <a:pt x="2483544" y="75545"/>
                  </a:lnTo>
                  <a:lnTo>
                    <a:pt x="2493264" y="123697"/>
                  </a:lnTo>
                  <a:lnTo>
                    <a:pt x="2493264" y="618489"/>
                  </a:lnTo>
                  <a:lnTo>
                    <a:pt x="2483544" y="666642"/>
                  </a:lnTo>
                  <a:lnTo>
                    <a:pt x="2457037" y="705961"/>
                  </a:lnTo>
                  <a:lnTo>
                    <a:pt x="2417718" y="732468"/>
                  </a:lnTo>
                  <a:lnTo>
                    <a:pt x="2369566" y="742188"/>
                  </a:lnTo>
                  <a:lnTo>
                    <a:pt x="123697" y="742188"/>
                  </a:lnTo>
                  <a:lnTo>
                    <a:pt x="75550" y="732468"/>
                  </a:lnTo>
                  <a:lnTo>
                    <a:pt x="36231" y="705961"/>
                  </a:lnTo>
                  <a:lnTo>
                    <a:pt x="9721" y="666642"/>
                  </a:lnTo>
                  <a:lnTo>
                    <a:pt x="0" y="618489"/>
                  </a:lnTo>
                  <a:lnTo>
                    <a:pt x="0" y="123697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5857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Security</a:t>
            </a:r>
            <a:r>
              <a:rPr sz="2800" spc="10" dirty="0"/>
              <a:t> </a:t>
            </a:r>
            <a:r>
              <a:rPr sz="2800" spc="-5" dirty="0"/>
              <a:t>Group</a:t>
            </a:r>
            <a:r>
              <a:rPr sz="2800" spc="20" dirty="0"/>
              <a:t> </a:t>
            </a:r>
            <a:r>
              <a:rPr sz="2800" spc="-5" dirty="0"/>
              <a:t>–</a:t>
            </a:r>
            <a:r>
              <a:rPr sz="2800" spc="10" dirty="0"/>
              <a:t> </a:t>
            </a:r>
            <a:r>
              <a:rPr sz="2800" spc="-5" dirty="0"/>
              <a:t>Instance</a:t>
            </a:r>
            <a:r>
              <a:rPr sz="2800" spc="15" dirty="0"/>
              <a:t> </a:t>
            </a:r>
            <a:r>
              <a:rPr sz="2800" spc="-5" dirty="0"/>
              <a:t>Firewall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802129" y="2561285"/>
            <a:ext cx="889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Instance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27302" y="1286510"/>
            <a:ext cx="1549400" cy="877569"/>
            <a:chOff x="1527302" y="1286510"/>
            <a:chExt cx="1549400" cy="877569"/>
          </a:xfrm>
        </p:grpSpPr>
        <p:sp>
          <p:nvSpPr>
            <p:cNvPr id="9" name="object 9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277748" y="0"/>
                  </a:moveTo>
                  <a:lnTo>
                    <a:pt x="92583" y="0"/>
                  </a:lnTo>
                  <a:lnTo>
                    <a:pt x="92583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8" y="663701"/>
                  </a:lnTo>
                  <a:lnTo>
                    <a:pt x="277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0" y="663701"/>
                  </a:moveTo>
                  <a:lnTo>
                    <a:pt x="92583" y="663701"/>
                  </a:lnTo>
                  <a:lnTo>
                    <a:pt x="92583" y="0"/>
                  </a:lnTo>
                  <a:lnTo>
                    <a:pt x="277748" y="0"/>
                  </a:lnTo>
                  <a:lnTo>
                    <a:pt x="277748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93669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6" y="0"/>
                  </a:moveTo>
                  <a:lnTo>
                    <a:pt x="0" y="185165"/>
                  </a:lnTo>
                  <a:lnTo>
                    <a:pt x="92582" y="185165"/>
                  </a:lnTo>
                  <a:lnTo>
                    <a:pt x="92582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1" y="185165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93669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1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2" y="848867"/>
                  </a:lnTo>
                  <a:lnTo>
                    <a:pt x="92582" y="185165"/>
                  </a:lnTo>
                  <a:lnTo>
                    <a:pt x="0" y="185165"/>
                  </a:lnTo>
                  <a:lnTo>
                    <a:pt x="185166" y="0"/>
                  </a:lnTo>
                  <a:lnTo>
                    <a:pt x="370331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897757" y="1474088"/>
          <a:ext cx="5151119" cy="9499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0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451484" marR="332105" indent="-1117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Default  </a:t>
                      </a: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SG-ID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215900" indent="22097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6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Traffic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337428" y="742933"/>
            <a:ext cx="2282825" cy="66357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9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it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9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897757" y="3106292"/>
          <a:ext cx="5151119" cy="94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0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56"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215900" indent="22097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6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Traffic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5677280" y="2738704"/>
            <a:ext cx="1605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utb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1882" y="3163061"/>
            <a:ext cx="2203450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485"/>
              </a:spcBef>
            </a:pP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14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fi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4445" algn="ctr">
              <a:lnSpc>
                <a:spcPct val="100000"/>
              </a:lnSpc>
            </a:pPr>
            <a:r>
              <a:rPr sz="1800" b="1" u="sng" spc="-6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ALLOWED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911" y="2147316"/>
            <a:ext cx="2853055" cy="1423670"/>
          </a:xfrm>
          <a:custGeom>
            <a:avLst/>
            <a:gdLst/>
            <a:ahLst/>
            <a:cxnLst/>
            <a:rect l="l" t="t" r="r" b="b"/>
            <a:pathLst>
              <a:path w="2853054" h="1423670">
                <a:moveTo>
                  <a:pt x="2615691" y="0"/>
                </a:moveTo>
                <a:lnTo>
                  <a:pt x="237235" y="0"/>
                </a:lnTo>
                <a:lnTo>
                  <a:pt x="189427" y="4818"/>
                </a:lnTo>
                <a:lnTo>
                  <a:pt x="144896" y="18637"/>
                </a:lnTo>
                <a:lnTo>
                  <a:pt x="104598" y="40505"/>
                </a:lnTo>
                <a:lnTo>
                  <a:pt x="69488" y="69468"/>
                </a:lnTo>
                <a:lnTo>
                  <a:pt x="40518" y="104576"/>
                </a:lnTo>
                <a:lnTo>
                  <a:pt x="18644" y="144875"/>
                </a:lnTo>
                <a:lnTo>
                  <a:pt x="4820" y="189412"/>
                </a:lnTo>
                <a:lnTo>
                  <a:pt x="0" y="237235"/>
                </a:lnTo>
                <a:lnTo>
                  <a:pt x="0" y="1186179"/>
                </a:lnTo>
                <a:lnTo>
                  <a:pt x="4820" y="1234003"/>
                </a:lnTo>
                <a:lnTo>
                  <a:pt x="18644" y="1278540"/>
                </a:lnTo>
                <a:lnTo>
                  <a:pt x="40518" y="1318839"/>
                </a:lnTo>
                <a:lnTo>
                  <a:pt x="69488" y="1353946"/>
                </a:lnTo>
                <a:lnTo>
                  <a:pt x="104598" y="1382910"/>
                </a:lnTo>
                <a:lnTo>
                  <a:pt x="144896" y="1404778"/>
                </a:lnTo>
                <a:lnTo>
                  <a:pt x="189427" y="1418597"/>
                </a:lnTo>
                <a:lnTo>
                  <a:pt x="237235" y="1423415"/>
                </a:lnTo>
                <a:lnTo>
                  <a:pt x="2615691" y="1423415"/>
                </a:lnTo>
                <a:lnTo>
                  <a:pt x="2663515" y="1418597"/>
                </a:lnTo>
                <a:lnTo>
                  <a:pt x="2708052" y="1404778"/>
                </a:lnTo>
                <a:lnTo>
                  <a:pt x="2748351" y="1382910"/>
                </a:lnTo>
                <a:lnTo>
                  <a:pt x="2783459" y="1353946"/>
                </a:lnTo>
                <a:lnTo>
                  <a:pt x="2812422" y="1318839"/>
                </a:lnTo>
                <a:lnTo>
                  <a:pt x="2834290" y="1278540"/>
                </a:lnTo>
                <a:lnTo>
                  <a:pt x="2848109" y="1234003"/>
                </a:lnTo>
                <a:lnTo>
                  <a:pt x="2852928" y="1186179"/>
                </a:lnTo>
                <a:lnTo>
                  <a:pt x="2852928" y="237235"/>
                </a:lnTo>
                <a:lnTo>
                  <a:pt x="2848109" y="189412"/>
                </a:lnTo>
                <a:lnTo>
                  <a:pt x="2834290" y="144875"/>
                </a:lnTo>
                <a:lnTo>
                  <a:pt x="2812422" y="104576"/>
                </a:lnTo>
                <a:lnTo>
                  <a:pt x="2783459" y="69468"/>
                </a:lnTo>
                <a:lnTo>
                  <a:pt x="2748351" y="40505"/>
                </a:lnTo>
                <a:lnTo>
                  <a:pt x="2708052" y="18637"/>
                </a:lnTo>
                <a:lnTo>
                  <a:pt x="2663515" y="4818"/>
                </a:lnTo>
                <a:lnTo>
                  <a:pt x="261569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72311" y="3163061"/>
            <a:ext cx="154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6424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Web</a:t>
            </a:r>
            <a:r>
              <a:rPr sz="2800" spc="-15" dirty="0"/>
              <a:t> </a:t>
            </a:r>
            <a:r>
              <a:rPr sz="2800" spc="-5" dirty="0"/>
              <a:t>Server</a:t>
            </a:r>
            <a:r>
              <a:rPr sz="2800" spc="-15" dirty="0"/>
              <a:t> </a:t>
            </a:r>
            <a:r>
              <a:rPr sz="2800" spc="-5" dirty="0"/>
              <a:t>Security</a:t>
            </a:r>
            <a:r>
              <a:rPr sz="2800" spc="5" dirty="0"/>
              <a:t> </a:t>
            </a:r>
            <a:r>
              <a:rPr sz="2800" spc="-5" dirty="0"/>
              <a:t>Group</a:t>
            </a:r>
            <a:endParaRPr sz="2800"/>
          </a:p>
        </p:txBody>
      </p:sp>
      <p:grpSp>
        <p:nvGrpSpPr>
          <p:cNvPr id="5" name="object 5"/>
          <p:cNvGrpSpPr/>
          <p:nvPr/>
        </p:nvGrpSpPr>
        <p:grpSpPr>
          <a:xfrm>
            <a:off x="987805" y="2333498"/>
            <a:ext cx="2519045" cy="767715"/>
            <a:chOff x="987805" y="2333498"/>
            <a:chExt cx="2519045" cy="767715"/>
          </a:xfrm>
        </p:grpSpPr>
        <p:sp>
          <p:nvSpPr>
            <p:cNvPr id="6" name="object 6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2369566" y="0"/>
                  </a:moveTo>
                  <a:lnTo>
                    <a:pt x="123697" y="0"/>
                  </a:lnTo>
                  <a:lnTo>
                    <a:pt x="75550" y="9719"/>
                  </a:lnTo>
                  <a:lnTo>
                    <a:pt x="36231" y="36226"/>
                  </a:lnTo>
                  <a:lnTo>
                    <a:pt x="9721" y="75545"/>
                  </a:lnTo>
                  <a:lnTo>
                    <a:pt x="0" y="123697"/>
                  </a:lnTo>
                  <a:lnTo>
                    <a:pt x="0" y="618489"/>
                  </a:lnTo>
                  <a:lnTo>
                    <a:pt x="9721" y="666642"/>
                  </a:lnTo>
                  <a:lnTo>
                    <a:pt x="36231" y="705961"/>
                  </a:lnTo>
                  <a:lnTo>
                    <a:pt x="75550" y="732468"/>
                  </a:lnTo>
                  <a:lnTo>
                    <a:pt x="123697" y="742188"/>
                  </a:lnTo>
                  <a:lnTo>
                    <a:pt x="2369566" y="742188"/>
                  </a:lnTo>
                  <a:lnTo>
                    <a:pt x="2417718" y="732468"/>
                  </a:lnTo>
                  <a:lnTo>
                    <a:pt x="2457037" y="705961"/>
                  </a:lnTo>
                  <a:lnTo>
                    <a:pt x="2483544" y="666642"/>
                  </a:lnTo>
                  <a:lnTo>
                    <a:pt x="2493264" y="618489"/>
                  </a:lnTo>
                  <a:lnTo>
                    <a:pt x="2493264" y="123697"/>
                  </a:lnTo>
                  <a:lnTo>
                    <a:pt x="2483544" y="75545"/>
                  </a:lnTo>
                  <a:lnTo>
                    <a:pt x="2457037" y="36226"/>
                  </a:lnTo>
                  <a:lnTo>
                    <a:pt x="2417718" y="9719"/>
                  </a:lnTo>
                  <a:lnTo>
                    <a:pt x="2369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0" y="123697"/>
                  </a:moveTo>
                  <a:lnTo>
                    <a:pt x="9721" y="75545"/>
                  </a:lnTo>
                  <a:lnTo>
                    <a:pt x="36231" y="36226"/>
                  </a:lnTo>
                  <a:lnTo>
                    <a:pt x="75550" y="9719"/>
                  </a:lnTo>
                  <a:lnTo>
                    <a:pt x="123697" y="0"/>
                  </a:lnTo>
                  <a:lnTo>
                    <a:pt x="2369566" y="0"/>
                  </a:lnTo>
                  <a:lnTo>
                    <a:pt x="2417718" y="9719"/>
                  </a:lnTo>
                  <a:lnTo>
                    <a:pt x="2457037" y="36226"/>
                  </a:lnTo>
                  <a:lnTo>
                    <a:pt x="2483544" y="75545"/>
                  </a:lnTo>
                  <a:lnTo>
                    <a:pt x="2493264" y="123697"/>
                  </a:lnTo>
                  <a:lnTo>
                    <a:pt x="2493264" y="618489"/>
                  </a:lnTo>
                  <a:lnTo>
                    <a:pt x="2483544" y="666642"/>
                  </a:lnTo>
                  <a:lnTo>
                    <a:pt x="2457037" y="705961"/>
                  </a:lnTo>
                  <a:lnTo>
                    <a:pt x="2417718" y="732468"/>
                  </a:lnTo>
                  <a:lnTo>
                    <a:pt x="2369566" y="742188"/>
                  </a:lnTo>
                  <a:lnTo>
                    <a:pt x="123697" y="742188"/>
                  </a:lnTo>
                  <a:lnTo>
                    <a:pt x="75550" y="732468"/>
                  </a:lnTo>
                  <a:lnTo>
                    <a:pt x="36231" y="705961"/>
                  </a:lnTo>
                  <a:lnTo>
                    <a:pt x="9721" y="666642"/>
                  </a:lnTo>
                  <a:lnTo>
                    <a:pt x="0" y="618489"/>
                  </a:lnTo>
                  <a:lnTo>
                    <a:pt x="0" y="123697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32966" y="2561285"/>
            <a:ext cx="1226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r>
              <a:rPr sz="18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7302" y="1286510"/>
            <a:ext cx="1578610" cy="877569"/>
            <a:chOff x="1527302" y="1286510"/>
            <a:chExt cx="1578610" cy="877569"/>
          </a:xfrm>
        </p:grpSpPr>
        <p:sp>
          <p:nvSpPr>
            <p:cNvPr id="10" name="object 10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277748" y="0"/>
                  </a:moveTo>
                  <a:lnTo>
                    <a:pt x="92583" y="0"/>
                  </a:lnTo>
                  <a:lnTo>
                    <a:pt x="92583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8" y="663701"/>
                  </a:lnTo>
                  <a:lnTo>
                    <a:pt x="277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0" y="663701"/>
                  </a:moveTo>
                  <a:lnTo>
                    <a:pt x="92583" y="663701"/>
                  </a:lnTo>
                  <a:lnTo>
                    <a:pt x="92583" y="0"/>
                  </a:lnTo>
                  <a:lnTo>
                    <a:pt x="277748" y="0"/>
                  </a:lnTo>
                  <a:lnTo>
                    <a:pt x="277748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6" y="0"/>
                  </a:moveTo>
                  <a:lnTo>
                    <a:pt x="0" y="185165"/>
                  </a:lnTo>
                  <a:lnTo>
                    <a:pt x="92582" y="185165"/>
                  </a:lnTo>
                  <a:lnTo>
                    <a:pt x="92582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1" y="185165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1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2" y="848867"/>
                  </a:lnTo>
                  <a:lnTo>
                    <a:pt x="92582" y="185165"/>
                  </a:lnTo>
                  <a:lnTo>
                    <a:pt x="0" y="185165"/>
                  </a:lnTo>
                  <a:lnTo>
                    <a:pt x="185166" y="0"/>
                  </a:lnTo>
                  <a:lnTo>
                    <a:pt x="370331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897757" y="1474088"/>
          <a:ext cx="5151119" cy="11125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0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80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443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759577" y="1106246"/>
            <a:ext cx="1439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897757" y="3106292"/>
          <a:ext cx="5151119" cy="94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0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56"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215900" indent="22097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6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Traffic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677280" y="2738704"/>
            <a:ext cx="1605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utb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392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Security</a:t>
            </a:r>
            <a:r>
              <a:rPr sz="2800" spc="5" dirty="0"/>
              <a:t> </a:t>
            </a:r>
            <a:r>
              <a:rPr sz="2800" spc="-5" dirty="0"/>
              <a:t>Group</a:t>
            </a:r>
            <a:r>
              <a:rPr sz="2800" spc="5" dirty="0"/>
              <a:t> </a:t>
            </a:r>
            <a:r>
              <a:rPr sz="2800" spc="-5" dirty="0"/>
              <a:t>is</a:t>
            </a:r>
            <a:r>
              <a:rPr sz="2800" spc="-10" dirty="0"/>
              <a:t> </a:t>
            </a:r>
            <a:r>
              <a:rPr sz="2800" spc="-5" dirty="0"/>
              <a:t>Stateful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819911" y="2147316"/>
            <a:ext cx="2853055" cy="1423670"/>
            <a:chOff x="819911" y="2147316"/>
            <a:chExt cx="2853055" cy="1423670"/>
          </a:xfrm>
        </p:grpSpPr>
        <p:sp>
          <p:nvSpPr>
            <p:cNvPr id="4" name="object 4"/>
            <p:cNvSpPr/>
            <p:nvPr/>
          </p:nvSpPr>
          <p:spPr>
            <a:xfrm>
              <a:off x="819911" y="2147316"/>
              <a:ext cx="2853055" cy="1423670"/>
            </a:xfrm>
            <a:custGeom>
              <a:avLst/>
              <a:gdLst/>
              <a:ahLst/>
              <a:cxnLst/>
              <a:rect l="l" t="t" r="r" b="b"/>
              <a:pathLst>
                <a:path w="2853054" h="1423670">
                  <a:moveTo>
                    <a:pt x="2615691" y="0"/>
                  </a:moveTo>
                  <a:lnTo>
                    <a:pt x="237235" y="0"/>
                  </a:lnTo>
                  <a:lnTo>
                    <a:pt x="189427" y="4818"/>
                  </a:lnTo>
                  <a:lnTo>
                    <a:pt x="144896" y="18637"/>
                  </a:lnTo>
                  <a:lnTo>
                    <a:pt x="104598" y="40505"/>
                  </a:lnTo>
                  <a:lnTo>
                    <a:pt x="69488" y="69468"/>
                  </a:lnTo>
                  <a:lnTo>
                    <a:pt x="40518" y="104576"/>
                  </a:lnTo>
                  <a:lnTo>
                    <a:pt x="18644" y="144875"/>
                  </a:lnTo>
                  <a:lnTo>
                    <a:pt x="4820" y="189412"/>
                  </a:lnTo>
                  <a:lnTo>
                    <a:pt x="0" y="237235"/>
                  </a:lnTo>
                  <a:lnTo>
                    <a:pt x="0" y="1186179"/>
                  </a:lnTo>
                  <a:lnTo>
                    <a:pt x="4820" y="1234003"/>
                  </a:lnTo>
                  <a:lnTo>
                    <a:pt x="18644" y="1278540"/>
                  </a:lnTo>
                  <a:lnTo>
                    <a:pt x="40518" y="1318839"/>
                  </a:lnTo>
                  <a:lnTo>
                    <a:pt x="69488" y="1353946"/>
                  </a:lnTo>
                  <a:lnTo>
                    <a:pt x="104598" y="1382910"/>
                  </a:lnTo>
                  <a:lnTo>
                    <a:pt x="144896" y="1404778"/>
                  </a:lnTo>
                  <a:lnTo>
                    <a:pt x="189427" y="1418597"/>
                  </a:lnTo>
                  <a:lnTo>
                    <a:pt x="237235" y="1423415"/>
                  </a:lnTo>
                  <a:lnTo>
                    <a:pt x="2615691" y="1423415"/>
                  </a:lnTo>
                  <a:lnTo>
                    <a:pt x="2663515" y="1418597"/>
                  </a:lnTo>
                  <a:lnTo>
                    <a:pt x="2708052" y="1404778"/>
                  </a:lnTo>
                  <a:lnTo>
                    <a:pt x="2748351" y="1382910"/>
                  </a:lnTo>
                  <a:lnTo>
                    <a:pt x="2783459" y="1353946"/>
                  </a:lnTo>
                  <a:lnTo>
                    <a:pt x="2812422" y="1318839"/>
                  </a:lnTo>
                  <a:lnTo>
                    <a:pt x="2834290" y="1278540"/>
                  </a:lnTo>
                  <a:lnTo>
                    <a:pt x="2848109" y="1234003"/>
                  </a:lnTo>
                  <a:lnTo>
                    <a:pt x="2852928" y="1186179"/>
                  </a:lnTo>
                  <a:lnTo>
                    <a:pt x="2852928" y="237235"/>
                  </a:lnTo>
                  <a:lnTo>
                    <a:pt x="2848109" y="189412"/>
                  </a:lnTo>
                  <a:lnTo>
                    <a:pt x="2834290" y="144875"/>
                  </a:lnTo>
                  <a:lnTo>
                    <a:pt x="2812422" y="104576"/>
                  </a:lnTo>
                  <a:lnTo>
                    <a:pt x="2783459" y="69468"/>
                  </a:lnTo>
                  <a:lnTo>
                    <a:pt x="2748351" y="40505"/>
                  </a:lnTo>
                  <a:lnTo>
                    <a:pt x="2708052" y="18637"/>
                  </a:lnTo>
                  <a:lnTo>
                    <a:pt x="2663515" y="4818"/>
                  </a:lnTo>
                  <a:lnTo>
                    <a:pt x="26156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2369566" y="0"/>
                  </a:moveTo>
                  <a:lnTo>
                    <a:pt x="123697" y="0"/>
                  </a:lnTo>
                  <a:lnTo>
                    <a:pt x="75550" y="9719"/>
                  </a:lnTo>
                  <a:lnTo>
                    <a:pt x="36231" y="36226"/>
                  </a:lnTo>
                  <a:lnTo>
                    <a:pt x="9721" y="75545"/>
                  </a:lnTo>
                  <a:lnTo>
                    <a:pt x="0" y="123697"/>
                  </a:lnTo>
                  <a:lnTo>
                    <a:pt x="0" y="618489"/>
                  </a:lnTo>
                  <a:lnTo>
                    <a:pt x="9721" y="666642"/>
                  </a:lnTo>
                  <a:lnTo>
                    <a:pt x="36231" y="705961"/>
                  </a:lnTo>
                  <a:lnTo>
                    <a:pt x="75550" y="732468"/>
                  </a:lnTo>
                  <a:lnTo>
                    <a:pt x="123697" y="742188"/>
                  </a:lnTo>
                  <a:lnTo>
                    <a:pt x="2369566" y="742188"/>
                  </a:lnTo>
                  <a:lnTo>
                    <a:pt x="2417718" y="732468"/>
                  </a:lnTo>
                  <a:lnTo>
                    <a:pt x="2457037" y="705961"/>
                  </a:lnTo>
                  <a:lnTo>
                    <a:pt x="2483544" y="666642"/>
                  </a:lnTo>
                  <a:lnTo>
                    <a:pt x="2493264" y="618489"/>
                  </a:lnTo>
                  <a:lnTo>
                    <a:pt x="2493264" y="123697"/>
                  </a:lnTo>
                  <a:lnTo>
                    <a:pt x="2483544" y="75545"/>
                  </a:lnTo>
                  <a:lnTo>
                    <a:pt x="2457037" y="36226"/>
                  </a:lnTo>
                  <a:lnTo>
                    <a:pt x="2417718" y="9719"/>
                  </a:lnTo>
                  <a:lnTo>
                    <a:pt x="2369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0" y="123697"/>
                  </a:moveTo>
                  <a:lnTo>
                    <a:pt x="9721" y="75545"/>
                  </a:lnTo>
                  <a:lnTo>
                    <a:pt x="36231" y="36226"/>
                  </a:lnTo>
                  <a:lnTo>
                    <a:pt x="75550" y="9719"/>
                  </a:lnTo>
                  <a:lnTo>
                    <a:pt x="123697" y="0"/>
                  </a:lnTo>
                  <a:lnTo>
                    <a:pt x="2369566" y="0"/>
                  </a:lnTo>
                  <a:lnTo>
                    <a:pt x="2417718" y="9719"/>
                  </a:lnTo>
                  <a:lnTo>
                    <a:pt x="2457037" y="36226"/>
                  </a:lnTo>
                  <a:lnTo>
                    <a:pt x="2483544" y="75545"/>
                  </a:lnTo>
                  <a:lnTo>
                    <a:pt x="2493264" y="123697"/>
                  </a:lnTo>
                  <a:lnTo>
                    <a:pt x="2493264" y="618489"/>
                  </a:lnTo>
                  <a:lnTo>
                    <a:pt x="2483544" y="666642"/>
                  </a:lnTo>
                  <a:lnTo>
                    <a:pt x="2457037" y="705961"/>
                  </a:lnTo>
                  <a:lnTo>
                    <a:pt x="2417718" y="732468"/>
                  </a:lnTo>
                  <a:lnTo>
                    <a:pt x="2369566" y="742188"/>
                  </a:lnTo>
                  <a:lnTo>
                    <a:pt x="123697" y="742188"/>
                  </a:lnTo>
                  <a:lnTo>
                    <a:pt x="75550" y="732468"/>
                  </a:lnTo>
                  <a:lnTo>
                    <a:pt x="36231" y="705961"/>
                  </a:lnTo>
                  <a:lnTo>
                    <a:pt x="9721" y="666642"/>
                  </a:lnTo>
                  <a:lnTo>
                    <a:pt x="0" y="618489"/>
                  </a:lnTo>
                  <a:lnTo>
                    <a:pt x="0" y="123697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32966" y="2561285"/>
            <a:ext cx="1226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r>
              <a:rPr sz="18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27302" y="1286510"/>
            <a:ext cx="1578610" cy="877569"/>
            <a:chOff x="1527302" y="1286510"/>
            <a:chExt cx="1578610" cy="877569"/>
          </a:xfrm>
        </p:grpSpPr>
        <p:sp>
          <p:nvSpPr>
            <p:cNvPr id="9" name="object 9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277748" y="0"/>
                  </a:moveTo>
                  <a:lnTo>
                    <a:pt x="92583" y="0"/>
                  </a:lnTo>
                  <a:lnTo>
                    <a:pt x="92583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8" y="663701"/>
                  </a:lnTo>
                  <a:lnTo>
                    <a:pt x="277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0" y="663701"/>
                  </a:moveTo>
                  <a:lnTo>
                    <a:pt x="92583" y="663701"/>
                  </a:lnTo>
                  <a:lnTo>
                    <a:pt x="92583" y="0"/>
                  </a:lnTo>
                  <a:lnTo>
                    <a:pt x="277748" y="0"/>
                  </a:lnTo>
                  <a:lnTo>
                    <a:pt x="277748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6" y="0"/>
                  </a:moveTo>
                  <a:lnTo>
                    <a:pt x="0" y="185165"/>
                  </a:lnTo>
                  <a:lnTo>
                    <a:pt x="92582" y="185165"/>
                  </a:lnTo>
                  <a:lnTo>
                    <a:pt x="92582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1" y="185165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1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2" y="848867"/>
                  </a:lnTo>
                  <a:lnTo>
                    <a:pt x="92582" y="185165"/>
                  </a:lnTo>
                  <a:lnTo>
                    <a:pt x="0" y="185165"/>
                  </a:lnTo>
                  <a:lnTo>
                    <a:pt x="185166" y="0"/>
                  </a:lnTo>
                  <a:lnTo>
                    <a:pt x="370331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12389" y="1392682"/>
            <a:ext cx="9956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90" dirty="0">
                <a:solidFill>
                  <a:srgbClr val="464646"/>
                </a:solidFill>
                <a:latin typeface="Arial"/>
                <a:cs typeface="Arial"/>
              </a:rPr>
              <a:t>tb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225" dirty="0">
                <a:solidFill>
                  <a:srgbClr val="464646"/>
                </a:solidFill>
                <a:latin typeface="Arial"/>
                <a:cs typeface="Arial"/>
              </a:rPr>
              <a:t>response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2010" y="1392682"/>
            <a:ext cx="8305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5423" y="4127703"/>
            <a:ext cx="7165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If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request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is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allowed,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464646"/>
                </a:solidFill>
                <a:latin typeface="Microsoft Sans Serif"/>
                <a:cs typeface="Microsoft Sans Serif"/>
              </a:rPr>
              <a:t>response</a:t>
            </a: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for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request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is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automatically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allowed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70932" y="2147316"/>
            <a:ext cx="2851785" cy="1423670"/>
            <a:chOff x="5170932" y="2147316"/>
            <a:chExt cx="2851785" cy="1423670"/>
          </a:xfrm>
        </p:grpSpPr>
        <p:sp>
          <p:nvSpPr>
            <p:cNvPr id="17" name="object 17"/>
            <p:cNvSpPr/>
            <p:nvPr/>
          </p:nvSpPr>
          <p:spPr>
            <a:xfrm>
              <a:off x="5170932" y="2147316"/>
              <a:ext cx="2851785" cy="1423670"/>
            </a:xfrm>
            <a:custGeom>
              <a:avLst/>
              <a:gdLst/>
              <a:ahLst/>
              <a:cxnLst/>
              <a:rect l="l" t="t" r="r" b="b"/>
              <a:pathLst>
                <a:path w="2851784" h="1423670">
                  <a:moveTo>
                    <a:pt x="2614167" y="0"/>
                  </a:moveTo>
                  <a:lnTo>
                    <a:pt x="237235" y="0"/>
                  </a:lnTo>
                  <a:lnTo>
                    <a:pt x="189412" y="4818"/>
                  </a:lnTo>
                  <a:lnTo>
                    <a:pt x="144875" y="18637"/>
                  </a:lnTo>
                  <a:lnTo>
                    <a:pt x="104576" y="40505"/>
                  </a:lnTo>
                  <a:lnTo>
                    <a:pt x="69468" y="69468"/>
                  </a:lnTo>
                  <a:lnTo>
                    <a:pt x="40505" y="104576"/>
                  </a:lnTo>
                  <a:lnTo>
                    <a:pt x="18637" y="144875"/>
                  </a:lnTo>
                  <a:lnTo>
                    <a:pt x="4818" y="189412"/>
                  </a:lnTo>
                  <a:lnTo>
                    <a:pt x="0" y="237235"/>
                  </a:lnTo>
                  <a:lnTo>
                    <a:pt x="0" y="1186179"/>
                  </a:lnTo>
                  <a:lnTo>
                    <a:pt x="4818" y="1234003"/>
                  </a:lnTo>
                  <a:lnTo>
                    <a:pt x="18637" y="1278540"/>
                  </a:lnTo>
                  <a:lnTo>
                    <a:pt x="40505" y="1318839"/>
                  </a:lnTo>
                  <a:lnTo>
                    <a:pt x="69469" y="1353946"/>
                  </a:lnTo>
                  <a:lnTo>
                    <a:pt x="104576" y="1382910"/>
                  </a:lnTo>
                  <a:lnTo>
                    <a:pt x="144875" y="1404778"/>
                  </a:lnTo>
                  <a:lnTo>
                    <a:pt x="189412" y="1418597"/>
                  </a:lnTo>
                  <a:lnTo>
                    <a:pt x="237235" y="1423415"/>
                  </a:lnTo>
                  <a:lnTo>
                    <a:pt x="2614167" y="1423415"/>
                  </a:lnTo>
                  <a:lnTo>
                    <a:pt x="2661991" y="1418597"/>
                  </a:lnTo>
                  <a:lnTo>
                    <a:pt x="2706528" y="1404778"/>
                  </a:lnTo>
                  <a:lnTo>
                    <a:pt x="2746827" y="1382910"/>
                  </a:lnTo>
                  <a:lnTo>
                    <a:pt x="2781935" y="1353946"/>
                  </a:lnTo>
                  <a:lnTo>
                    <a:pt x="2810898" y="1318839"/>
                  </a:lnTo>
                  <a:lnTo>
                    <a:pt x="2832766" y="1278540"/>
                  </a:lnTo>
                  <a:lnTo>
                    <a:pt x="2846585" y="1234003"/>
                  </a:lnTo>
                  <a:lnTo>
                    <a:pt x="2851403" y="1186179"/>
                  </a:lnTo>
                  <a:lnTo>
                    <a:pt x="2851403" y="237235"/>
                  </a:lnTo>
                  <a:lnTo>
                    <a:pt x="2846585" y="189412"/>
                  </a:lnTo>
                  <a:lnTo>
                    <a:pt x="2832766" y="144875"/>
                  </a:lnTo>
                  <a:lnTo>
                    <a:pt x="2810898" y="104576"/>
                  </a:lnTo>
                  <a:lnTo>
                    <a:pt x="2781935" y="69468"/>
                  </a:lnTo>
                  <a:lnTo>
                    <a:pt x="2746827" y="40505"/>
                  </a:lnTo>
                  <a:lnTo>
                    <a:pt x="2706528" y="18637"/>
                  </a:lnTo>
                  <a:lnTo>
                    <a:pt x="2661991" y="4818"/>
                  </a:lnTo>
                  <a:lnTo>
                    <a:pt x="261416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50002" y="2346198"/>
              <a:ext cx="2494915" cy="742315"/>
            </a:xfrm>
            <a:custGeom>
              <a:avLst/>
              <a:gdLst/>
              <a:ahLst/>
              <a:cxnLst/>
              <a:rect l="l" t="t" r="r" b="b"/>
              <a:pathLst>
                <a:path w="2494915" h="742314">
                  <a:moveTo>
                    <a:pt x="2371090" y="0"/>
                  </a:moveTo>
                  <a:lnTo>
                    <a:pt x="123698" y="0"/>
                  </a:lnTo>
                  <a:lnTo>
                    <a:pt x="75545" y="9719"/>
                  </a:lnTo>
                  <a:lnTo>
                    <a:pt x="36226" y="36226"/>
                  </a:lnTo>
                  <a:lnTo>
                    <a:pt x="9719" y="75545"/>
                  </a:lnTo>
                  <a:lnTo>
                    <a:pt x="0" y="123697"/>
                  </a:lnTo>
                  <a:lnTo>
                    <a:pt x="0" y="618489"/>
                  </a:lnTo>
                  <a:lnTo>
                    <a:pt x="9719" y="666642"/>
                  </a:lnTo>
                  <a:lnTo>
                    <a:pt x="36226" y="705961"/>
                  </a:lnTo>
                  <a:lnTo>
                    <a:pt x="75545" y="732468"/>
                  </a:lnTo>
                  <a:lnTo>
                    <a:pt x="123698" y="742188"/>
                  </a:lnTo>
                  <a:lnTo>
                    <a:pt x="2371090" y="742188"/>
                  </a:lnTo>
                  <a:lnTo>
                    <a:pt x="2419242" y="732468"/>
                  </a:lnTo>
                  <a:lnTo>
                    <a:pt x="2458561" y="705961"/>
                  </a:lnTo>
                  <a:lnTo>
                    <a:pt x="2485068" y="666642"/>
                  </a:lnTo>
                  <a:lnTo>
                    <a:pt x="2494788" y="618489"/>
                  </a:lnTo>
                  <a:lnTo>
                    <a:pt x="2494788" y="123697"/>
                  </a:lnTo>
                  <a:lnTo>
                    <a:pt x="2485068" y="75545"/>
                  </a:lnTo>
                  <a:lnTo>
                    <a:pt x="2458561" y="36226"/>
                  </a:lnTo>
                  <a:lnTo>
                    <a:pt x="2419242" y="9719"/>
                  </a:lnTo>
                  <a:lnTo>
                    <a:pt x="2371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50002" y="2346198"/>
              <a:ext cx="2494915" cy="742315"/>
            </a:xfrm>
            <a:custGeom>
              <a:avLst/>
              <a:gdLst/>
              <a:ahLst/>
              <a:cxnLst/>
              <a:rect l="l" t="t" r="r" b="b"/>
              <a:pathLst>
                <a:path w="2494915" h="742314">
                  <a:moveTo>
                    <a:pt x="0" y="123697"/>
                  </a:moveTo>
                  <a:lnTo>
                    <a:pt x="9719" y="75545"/>
                  </a:lnTo>
                  <a:lnTo>
                    <a:pt x="36226" y="36226"/>
                  </a:lnTo>
                  <a:lnTo>
                    <a:pt x="75545" y="9719"/>
                  </a:lnTo>
                  <a:lnTo>
                    <a:pt x="123698" y="0"/>
                  </a:lnTo>
                  <a:lnTo>
                    <a:pt x="2371090" y="0"/>
                  </a:lnTo>
                  <a:lnTo>
                    <a:pt x="2419242" y="9719"/>
                  </a:lnTo>
                  <a:lnTo>
                    <a:pt x="2458561" y="36226"/>
                  </a:lnTo>
                  <a:lnTo>
                    <a:pt x="2485068" y="75545"/>
                  </a:lnTo>
                  <a:lnTo>
                    <a:pt x="2494788" y="123697"/>
                  </a:lnTo>
                  <a:lnTo>
                    <a:pt x="2494788" y="618489"/>
                  </a:lnTo>
                  <a:lnTo>
                    <a:pt x="2485068" y="666642"/>
                  </a:lnTo>
                  <a:lnTo>
                    <a:pt x="2458561" y="705961"/>
                  </a:lnTo>
                  <a:lnTo>
                    <a:pt x="2419242" y="732468"/>
                  </a:lnTo>
                  <a:lnTo>
                    <a:pt x="2371090" y="742188"/>
                  </a:lnTo>
                  <a:lnTo>
                    <a:pt x="123698" y="742188"/>
                  </a:lnTo>
                  <a:lnTo>
                    <a:pt x="75545" y="732468"/>
                  </a:lnTo>
                  <a:lnTo>
                    <a:pt x="36226" y="705961"/>
                  </a:lnTo>
                  <a:lnTo>
                    <a:pt x="9719" y="666642"/>
                  </a:lnTo>
                  <a:lnTo>
                    <a:pt x="0" y="618489"/>
                  </a:lnTo>
                  <a:lnTo>
                    <a:pt x="0" y="123697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983351" y="2561285"/>
            <a:ext cx="12274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99658" y="1286510"/>
            <a:ext cx="1452245" cy="874394"/>
            <a:chOff x="5899658" y="1286510"/>
            <a:chExt cx="1452245" cy="874394"/>
          </a:xfrm>
        </p:grpSpPr>
        <p:sp>
          <p:nvSpPr>
            <p:cNvPr id="22" name="object 22"/>
            <p:cNvSpPr/>
            <p:nvPr/>
          </p:nvSpPr>
          <p:spPr>
            <a:xfrm>
              <a:off x="6968490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277749" y="0"/>
                  </a:moveTo>
                  <a:lnTo>
                    <a:pt x="92582" y="0"/>
                  </a:lnTo>
                  <a:lnTo>
                    <a:pt x="92582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9" y="663701"/>
                  </a:lnTo>
                  <a:lnTo>
                    <a:pt x="277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68490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0" y="663701"/>
                  </a:moveTo>
                  <a:lnTo>
                    <a:pt x="92582" y="663701"/>
                  </a:lnTo>
                  <a:lnTo>
                    <a:pt x="92582" y="0"/>
                  </a:lnTo>
                  <a:lnTo>
                    <a:pt x="277749" y="0"/>
                  </a:lnTo>
                  <a:lnTo>
                    <a:pt x="277749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12358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5" y="0"/>
                  </a:moveTo>
                  <a:lnTo>
                    <a:pt x="0" y="185165"/>
                  </a:lnTo>
                  <a:lnTo>
                    <a:pt x="92582" y="185165"/>
                  </a:lnTo>
                  <a:lnTo>
                    <a:pt x="92582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1" y="185165"/>
                  </a:lnTo>
                  <a:lnTo>
                    <a:pt x="1851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12358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1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2" y="848867"/>
                  </a:lnTo>
                  <a:lnTo>
                    <a:pt x="92582" y="185165"/>
                  </a:lnTo>
                  <a:lnTo>
                    <a:pt x="0" y="185165"/>
                  </a:lnTo>
                  <a:lnTo>
                    <a:pt x="185165" y="0"/>
                  </a:lnTo>
                  <a:lnTo>
                    <a:pt x="370331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462773" y="1392682"/>
            <a:ext cx="8305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225" dirty="0">
                <a:solidFill>
                  <a:srgbClr val="464646"/>
                </a:solidFill>
                <a:latin typeface="Arial"/>
                <a:cs typeface="Arial"/>
              </a:rPr>
              <a:t>response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09490" y="1392682"/>
            <a:ext cx="9956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90" dirty="0">
                <a:solidFill>
                  <a:srgbClr val="464646"/>
                </a:solidFill>
                <a:latin typeface="Arial"/>
                <a:cs typeface="Arial"/>
              </a:rPr>
              <a:t>tb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72311" y="3033267"/>
            <a:ext cx="1548765" cy="83375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800">
              <a:latin typeface="Arial MT"/>
              <a:cs typeface="Arial MT"/>
            </a:endParaRPr>
          </a:p>
          <a:p>
            <a:pPr marL="66040">
              <a:lnSpc>
                <a:spcPct val="100000"/>
              </a:lnSpc>
              <a:spcBef>
                <a:spcPts val="1019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66942" y="3038729"/>
            <a:ext cx="1604645" cy="82296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75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90" dirty="0">
                <a:solidFill>
                  <a:srgbClr val="464646"/>
                </a:solidFill>
                <a:latin typeface="Arial"/>
                <a:cs typeface="Arial"/>
              </a:rPr>
              <a:t>tb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911" y="2147316"/>
            <a:ext cx="2853055" cy="1423670"/>
          </a:xfrm>
          <a:custGeom>
            <a:avLst/>
            <a:gdLst/>
            <a:ahLst/>
            <a:cxnLst/>
            <a:rect l="l" t="t" r="r" b="b"/>
            <a:pathLst>
              <a:path w="2853054" h="1423670">
                <a:moveTo>
                  <a:pt x="2615691" y="0"/>
                </a:moveTo>
                <a:lnTo>
                  <a:pt x="237235" y="0"/>
                </a:lnTo>
                <a:lnTo>
                  <a:pt x="189427" y="4818"/>
                </a:lnTo>
                <a:lnTo>
                  <a:pt x="144896" y="18637"/>
                </a:lnTo>
                <a:lnTo>
                  <a:pt x="104598" y="40505"/>
                </a:lnTo>
                <a:lnTo>
                  <a:pt x="69488" y="69468"/>
                </a:lnTo>
                <a:lnTo>
                  <a:pt x="40518" y="104576"/>
                </a:lnTo>
                <a:lnTo>
                  <a:pt x="18644" y="144875"/>
                </a:lnTo>
                <a:lnTo>
                  <a:pt x="4820" y="189412"/>
                </a:lnTo>
                <a:lnTo>
                  <a:pt x="0" y="237235"/>
                </a:lnTo>
                <a:lnTo>
                  <a:pt x="0" y="1186179"/>
                </a:lnTo>
                <a:lnTo>
                  <a:pt x="4820" y="1234003"/>
                </a:lnTo>
                <a:lnTo>
                  <a:pt x="18644" y="1278540"/>
                </a:lnTo>
                <a:lnTo>
                  <a:pt x="40518" y="1318839"/>
                </a:lnTo>
                <a:lnTo>
                  <a:pt x="69488" y="1353946"/>
                </a:lnTo>
                <a:lnTo>
                  <a:pt x="104598" y="1382910"/>
                </a:lnTo>
                <a:lnTo>
                  <a:pt x="144896" y="1404778"/>
                </a:lnTo>
                <a:lnTo>
                  <a:pt x="189427" y="1418597"/>
                </a:lnTo>
                <a:lnTo>
                  <a:pt x="237235" y="1423415"/>
                </a:lnTo>
                <a:lnTo>
                  <a:pt x="2615691" y="1423415"/>
                </a:lnTo>
                <a:lnTo>
                  <a:pt x="2663515" y="1418597"/>
                </a:lnTo>
                <a:lnTo>
                  <a:pt x="2708052" y="1404778"/>
                </a:lnTo>
                <a:lnTo>
                  <a:pt x="2748351" y="1382910"/>
                </a:lnTo>
                <a:lnTo>
                  <a:pt x="2783459" y="1353946"/>
                </a:lnTo>
                <a:lnTo>
                  <a:pt x="2812422" y="1318839"/>
                </a:lnTo>
                <a:lnTo>
                  <a:pt x="2834290" y="1278540"/>
                </a:lnTo>
                <a:lnTo>
                  <a:pt x="2848109" y="1234003"/>
                </a:lnTo>
                <a:lnTo>
                  <a:pt x="2852928" y="1186179"/>
                </a:lnTo>
                <a:lnTo>
                  <a:pt x="2852928" y="237235"/>
                </a:lnTo>
                <a:lnTo>
                  <a:pt x="2848109" y="189412"/>
                </a:lnTo>
                <a:lnTo>
                  <a:pt x="2834290" y="144875"/>
                </a:lnTo>
                <a:lnTo>
                  <a:pt x="2812422" y="104576"/>
                </a:lnTo>
                <a:lnTo>
                  <a:pt x="2783459" y="69468"/>
                </a:lnTo>
                <a:lnTo>
                  <a:pt x="2748351" y="40505"/>
                </a:lnTo>
                <a:lnTo>
                  <a:pt x="2708052" y="18637"/>
                </a:lnTo>
                <a:lnTo>
                  <a:pt x="2663515" y="4818"/>
                </a:lnTo>
                <a:lnTo>
                  <a:pt x="261569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72311" y="3163061"/>
            <a:ext cx="154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589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App</a:t>
            </a:r>
            <a:r>
              <a:rPr sz="2800" dirty="0"/>
              <a:t> </a:t>
            </a:r>
            <a:r>
              <a:rPr sz="2800" spc="-5" dirty="0"/>
              <a:t>Server</a:t>
            </a:r>
            <a:r>
              <a:rPr sz="2800" spc="-15" dirty="0"/>
              <a:t> </a:t>
            </a:r>
            <a:r>
              <a:rPr sz="2800" spc="-5" dirty="0"/>
              <a:t>Security</a:t>
            </a:r>
            <a:r>
              <a:rPr sz="2800" spc="10" dirty="0"/>
              <a:t> </a:t>
            </a:r>
            <a:r>
              <a:rPr sz="2800" spc="-5" dirty="0"/>
              <a:t>Group</a:t>
            </a:r>
            <a:endParaRPr sz="2800"/>
          </a:p>
        </p:txBody>
      </p:sp>
      <p:grpSp>
        <p:nvGrpSpPr>
          <p:cNvPr id="5" name="object 5"/>
          <p:cNvGrpSpPr/>
          <p:nvPr/>
        </p:nvGrpSpPr>
        <p:grpSpPr>
          <a:xfrm>
            <a:off x="987805" y="2333498"/>
            <a:ext cx="2519045" cy="767715"/>
            <a:chOff x="987805" y="2333498"/>
            <a:chExt cx="2519045" cy="767715"/>
          </a:xfrm>
        </p:grpSpPr>
        <p:sp>
          <p:nvSpPr>
            <p:cNvPr id="6" name="object 6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2369566" y="0"/>
                  </a:moveTo>
                  <a:lnTo>
                    <a:pt x="123697" y="0"/>
                  </a:lnTo>
                  <a:lnTo>
                    <a:pt x="75550" y="9719"/>
                  </a:lnTo>
                  <a:lnTo>
                    <a:pt x="36231" y="36226"/>
                  </a:lnTo>
                  <a:lnTo>
                    <a:pt x="9721" y="75545"/>
                  </a:lnTo>
                  <a:lnTo>
                    <a:pt x="0" y="123697"/>
                  </a:lnTo>
                  <a:lnTo>
                    <a:pt x="0" y="618489"/>
                  </a:lnTo>
                  <a:lnTo>
                    <a:pt x="9721" y="666642"/>
                  </a:lnTo>
                  <a:lnTo>
                    <a:pt x="36231" y="705961"/>
                  </a:lnTo>
                  <a:lnTo>
                    <a:pt x="75550" y="732468"/>
                  </a:lnTo>
                  <a:lnTo>
                    <a:pt x="123697" y="742188"/>
                  </a:lnTo>
                  <a:lnTo>
                    <a:pt x="2369566" y="742188"/>
                  </a:lnTo>
                  <a:lnTo>
                    <a:pt x="2417718" y="732468"/>
                  </a:lnTo>
                  <a:lnTo>
                    <a:pt x="2457037" y="705961"/>
                  </a:lnTo>
                  <a:lnTo>
                    <a:pt x="2483544" y="666642"/>
                  </a:lnTo>
                  <a:lnTo>
                    <a:pt x="2493264" y="618489"/>
                  </a:lnTo>
                  <a:lnTo>
                    <a:pt x="2493264" y="123697"/>
                  </a:lnTo>
                  <a:lnTo>
                    <a:pt x="2483544" y="75545"/>
                  </a:lnTo>
                  <a:lnTo>
                    <a:pt x="2457037" y="36226"/>
                  </a:lnTo>
                  <a:lnTo>
                    <a:pt x="2417718" y="9719"/>
                  </a:lnTo>
                  <a:lnTo>
                    <a:pt x="2369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0" y="123697"/>
                  </a:moveTo>
                  <a:lnTo>
                    <a:pt x="9721" y="75545"/>
                  </a:lnTo>
                  <a:lnTo>
                    <a:pt x="36231" y="36226"/>
                  </a:lnTo>
                  <a:lnTo>
                    <a:pt x="75550" y="9719"/>
                  </a:lnTo>
                  <a:lnTo>
                    <a:pt x="123697" y="0"/>
                  </a:lnTo>
                  <a:lnTo>
                    <a:pt x="2369566" y="0"/>
                  </a:lnTo>
                  <a:lnTo>
                    <a:pt x="2417718" y="9719"/>
                  </a:lnTo>
                  <a:lnTo>
                    <a:pt x="2457037" y="36226"/>
                  </a:lnTo>
                  <a:lnTo>
                    <a:pt x="2483544" y="75545"/>
                  </a:lnTo>
                  <a:lnTo>
                    <a:pt x="2493264" y="123697"/>
                  </a:lnTo>
                  <a:lnTo>
                    <a:pt x="2493264" y="618489"/>
                  </a:lnTo>
                  <a:lnTo>
                    <a:pt x="2483544" y="666642"/>
                  </a:lnTo>
                  <a:lnTo>
                    <a:pt x="2457037" y="705961"/>
                  </a:lnTo>
                  <a:lnTo>
                    <a:pt x="2417718" y="732468"/>
                  </a:lnTo>
                  <a:lnTo>
                    <a:pt x="2369566" y="742188"/>
                  </a:lnTo>
                  <a:lnTo>
                    <a:pt x="123697" y="742188"/>
                  </a:lnTo>
                  <a:lnTo>
                    <a:pt x="75550" y="732468"/>
                  </a:lnTo>
                  <a:lnTo>
                    <a:pt x="36231" y="705961"/>
                  </a:lnTo>
                  <a:lnTo>
                    <a:pt x="9721" y="666642"/>
                  </a:lnTo>
                  <a:lnTo>
                    <a:pt x="0" y="618489"/>
                  </a:lnTo>
                  <a:lnTo>
                    <a:pt x="0" y="123697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63445" y="2561285"/>
            <a:ext cx="1167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r>
              <a:rPr sz="18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7302" y="1286510"/>
            <a:ext cx="1578610" cy="877569"/>
            <a:chOff x="1527302" y="1286510"/>
            <a:chExt cx="1578610" cy="877569"/>
          </a:xfrm>
        </p:grpSpPr>
        <p:sp>
          <p:nvSpPr>
            <p:cNvPr id="10" name="object 10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277748" y="0"/>
                  </a:moveTo>
                  <a:lnTo>
                    <a:pt x="92583" y="0"/>
                  </a:lnTo>
                  <a:lnTo>
                    <a:pt x="92583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8" y="663701"/>
                  </a:lnTo>
                  <a:lnTo>
                    <a:pt x="277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0" y="663701"/>
                  </a:moveTo>
                  <a:lnTo>
                    <a:pt x="92583" y="663701"/>
                  </a:lnTo>
                  <a:lnTo>
                    <a:pt x="92583" y="0"/>
                  </a:lnTo>
                  <a:lnTo>
                    <a:pt x="277748" y="0"/>
                  </a:lnTo>
                  <a:lnTo>
                    <a:pt x="277748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6" y="0"/>
                  </a:moveTo>
                  <a:lnTo>
                    <a:pt x="0" y="185165"/>
                  </a:lnTo>
                  <a:lnTo>
                    <a:pt x="92582" y="185165"/>
                  </a:lnTo>
                  <a:lnTo>
                    <a:pt x="92582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1" y="185165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1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2" y="848867"/>
                  </a:lnTo>
                  <a:lnTo>
                    <a:pt x="92582" y="185165"/>
                  </a:lnTo>
                  <a:lnTo>
                    <a:pt x="0" y="185165"/>
                  </a:lnTo>
                  <a:lnTo>
                    <a:pt x="185166" y="0"/>
                  </a:lnTo>
                  <a:lnTo>
                    <a:pt x="370331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897757" y="1321816"/>
          <a:ext cx="5153659" cy="1112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WebServerSG-ID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80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WebServerSG-ID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443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759577" y="954151"/>
            <a:ext cx="143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897757" y="3106292"/>
          <a:ext cx="5153023" cy="94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5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215900" indent="22097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6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Traffic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677280" y="2738704"/>
            <a:ext cx="1605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utb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911" y="2147316"/>
            <a:ext cx="2853055" cy="1423670"/>
          </a:xfrm>
          <a:custGeom>
            <a:avLst/>
            <a:gdLst/>
            <a:ahLst/>
            <a:cxnLst/>
            <a:rect l="l" t="t" r="r" b="b"/>
            <a:pathLst>
              <a:path w="2853054" h="1423670">
                <a:moveTo>
                  <a:pt x="2615691" y="0"/>
                </a:moveTo>
                <a:lnTo>
                  <a:pt x="237235" y="0"/>
                </a:lnTo>
                <a:lnTo>
                  <a:pt x="189427" y="4818"/>
                </a:lnTo>
                <a:lnTo>
                  <a:pt x="144896" y="18637"/>
                </a:lnTo>
                <a:lnTo>
                  <a:pt x="104598" y="40505"/>
                </a:lnTo>
                <a:lnTo>
                  <a:pt x="69488" y="69468"/>
                </a:lnTo>
                <a:lnTo>
                  <a:pt x="40518" y="104576"/>
                </a:lnTo>
                <a:lnTo>
                  <a:pt x="18644" y="144875"/>
                </a:lnTo>
                <a:lnTo>
                  <a:pt x="4820" y="189412"/>
                </a:lnTo>
                <a:lnTo>
                  <a:pt x="0" y="237235"/>
                </a:lnTo>
                <a:lnTo>
                  <a:pt x="0" y="1186179"/>
                </a:lnTo>
                <a:lnTo>
                  <a:pt x="4820" y="1234003"/>
                </a:lnTo>
                <a:lnTo>
                  <a:pt x="18644" y="1278540"/>
                </a:lnTo>
                <a:lnTo>
                  <a:pt x="40518" y="1318839"/>
                </a:lnTo>
                <a:lnTo>
                  <a:pt x="69488" y="1353946"/>
                </a:lnTo>
                <a:lnTo>
                  <a:pt x="104598" y="1382910"/>
                </a:lnTo>
                <a:lnTo>
                  <a:pt x="144896" y="1404778"/>
                </a:lnTo>
                <a:lnTo>
                  <a:pt x="189427" y="1418597"/>
                </a:lnTo>
                <a:lnTo>
                  <a:pt x="237235" y="1423415"/>
                </a:lnTo>
                <a:lnTo>
                  <a:pt x="2615691" y="1423415"/>
                </a:lnTo>
                <a:lnTo>
                  <a:pt x="2663515" y="1418597"/>
                </a:lnTo>
                <a:lnTo>
                  <a:pt x="2708052" y="1404778"/>
                </a:lnTo>
                <a:lnTo>
                  <a:pt x="2748351" y="1382910"/>
                </a:lnTo>
                <a:lnTo>
                  <a:pt x="2783459" y="1353946"/>
                </a:lnTo>
                <a:lnTo>
                  <a:pt x="2812422" y="1318839"/>
                </a:lnTo>
                <a:lnTo>
                  <a:pt x="2834290" y="1278540"/>
                </a:lnTo>
                <a:lnTo>
                  <a:pt x="2848109" y="1234003"/>
                </a:lnTo>
                <a:lnTo>
                  <a:pt x="2852928" y="1186179"/>
                </a:lnTo>
                <a:lnTo>
                  <a:pt x="2852928" y="237235"/>
                </a:lnTo>
                <a:lnTo>
                  <a:pt x="2848109" y="189412"/>
                </a:lnTo>
                <a:lnTo>
                  <a:pt x="2834290" y="144875"/>
                </a:lnTo>
                <a:lnTo>
                  <a:pt x="2812422" y="104576"/>
                </a:lnTo>
                <a:lnTo>
                  <a:pt x="2783459" y="69468"/>
                </a:lnTo>
                <a:lnTo>
                  <a:pt x="2748351" y="40505"/>
                </a:lnTo>
                <a:lnTo>
                  <a:pt x="2708052" y="18637"/>
                </a:lnTo>
                <a:lnTo>
                  <a:pt x="2663515" y="4818"/>
                </a:lnTo>
                <a:lnTo>
                  <a:pt x="261569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72311" y="3163061"/>
            <a:ext cx="154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5482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Database</a:t>
            </a:r>
            <a:r>
              <a:rPr sz="2800" spc="25" dirty="0"/>
              <a:t> </a:t>
            </a:r>
            <a:r>
              <a:rPr sz="2800" spc="-5" dirty="0"/>
              <a:t>Server</a:t>
            </a:r>
            <a:r>
              <a:rPr sz="2800" spc="5" dirty="0"/>
              <a:t> </a:t>
            </a:r>
            <a:r>
              <a:rPr sz="2800" spc="-5" dirty="0"/>
              <a:t>Security</a:t>
            </a:r>
            <a:r>
              <a:rPr sz="2800" spc="5" dirty="0"/>
              <a:t> </a:t>
            </a:r>
            <a:r>
              <a:rPr sz="2800" spc="-5" dirty="0"/>
              <a:t>Group</a:t>
            </a:r>
            <a:endParaRPr sz="2800"/>
          </a:p>
        </p:txBody>
      </p:sp>
      <p:grpSp>
        <p:nvGrpSpPr>
          <p:cNvPr id="5" name="object 5"/>
          <p:cNvGrpSpPr/>
          <p:nvPr/>
        </p:nvGrpSpPr>
        <p:grpSpPr>
          <a:xfrm>
            <a:off x="987805" y="2333498"/>
            <a:ext cx="2519045" cy="767715"/>
            <a:chOff x="987805" y="2333498"/>
            <a:chExt cx="2519045" cy="767715"/>
          </a:xfrm>
        </p:grpSpPr>
        <p:sp>
          <p:nvSpPr>
            <p:cNvPr id="6" name="object 6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2369566" y="0"/>
                  </a:moveTo>
                  <a:lnTo>
                    <a:pt x="123697" y="0"/>
                  </a:lnTo>
                  <a:lnTo>
                    <a:pt x="75550" y="9719"/>
                  </a:lnTo>
                  <a:lnTo>
                    <a:pt x="36231" y="36226"/>
                  </a:lnTo>
                  <a:lnTo>
                    <a:pt x="9721" y="75545"/>
                  </a:lnTo>
                  <a:lnTo>
                    <a:pt x="0" y="123697"/>
                  </a:lnTo>
                  <a:lnTo>
                    <a:pt x="0" y="618489"/>
                  </a:lnTo>
                  <a:lnTo>
                    <a:pt x="9721" y="666642"/>
                  </a:lnTo>
                  <a:lnTo>
                    <a:pt x="36231" y="705961"/>
                  </a:lnTo>
                  <a:lnTo>
                    <a:pt x="75550" y="732468"/>
                  </a:lnTo>
                  <a:lnTo>
                    <a:pt x="123697" y="742188"/>
                  </a:lnTo>
                  <a:lnTo>
                    <a:pt x="2369566" y="742188"/>
                  </a:lnTo>
                  <a:lnTo>
                    <a:pt x="2417718" y="732468"/>
                  </a:lnTo>
                  <a:lnTo>
                    <a:pt x="2457037" y="705961"/>
                  </a:lnTo>
                  <a:lnTo>
                    <a:pt x="2483544" y="666642"/>
                  </a:lnTo>
                  <a:lnTo>
                    <a:pt x="2493264" y="618489"/>
                  </a:lnTo>
                  <a:lnTo>
                    <a:pt x="2493264" y="123697"/>
                  </a:lnTo>
                  <a:lnTo>
                    <a:pt x="2483544" y="75545"/>
                  </a:lnTo>
                  <a:lnTo>
                    <a:pt x="2457037" y="36226"/>
                  </a:lnTo>
                  <a:lnTo>
                    <a:pt x="2417718" y="9719"/>
                  </a:lnTo>
                  <a:lnTo>
                    <a:pt x="2369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0" y="123697"/>
                  </a:moveTo>
                  <a:lnTo>
                    <a:pt x="9721" y="75545"/>
                  </a:lnTo>
                  <a:lnTo>
                    <a:pt x="36231" y="36226"/>
                  </a:lnTo>
                  <a:lnTo>
                    <a:pt x="75550" y="9719"/>
                  </a:lnTo>
                  <a:lnTo>
                    <a:pt x="123697" y="0"/>
                  </a:lnTo>
                  <a:lnTo>
                    <a:pt x="2369566" y="0"/>
                  </a:lnTo>
                  <a:lnTo>
                    <a:pt x="2417718" y="9719"/>
                  </a:lnTo>
                  <a:lnTo>
                    <a:pt x="2457037" y="36226"/>
                  </a:lnTo>
                  <a:lnTo>
                    <a:pt x="2483544" y="75545"/>
                  </a:lnTo>
                  <a:lnTo>
                    <a:pt x="2493264" y="123697"/>
                  </a:lnTo>
                  <a:lnTo>
                    <a:pt x="2493264" y="618489"/>
                  </a:lnTo>
                  <a:lnTo>
                    <a:pt x="2483544" y="666642"/>
                  </a:lnTo>
                  <a:lnTo>
                    <a:pt x="2457037" y="705961"/>
                  </a:lnTo>
                  <a:lnTo>
                    <a:pt x="2417718" y="732468"/>
                  </a:lnTo>
                  <a:lnTo>
                    <a:pt x="2369566" y="742188"/>
                  </a:lnTo>
                  <a:lnTo>
                    <a:pt x="123697" y="742188"/>
                  </a:lnTo>
                  <a:lnTo>
                    <a:pt x="75550" y="732468"/>
                  </a:lnTo>
                  <a:lnTo>
                    <a:pt x="36231" y="705961"/>
                  </a:lnTo>
                  <a:lnTo>
                    <a:pt x="9721" y="666642"/>
                  </a:lnTo>
                  <a:lnTo>
                    <a:pt x="0" y="618489"/>
                  </a:lnTo>
                  <a:lnTo>
                    <a:pt x="0" y="123697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76933" y="2561285"/>
            <a:ext cx="17386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Database</a:t>
            </a:r>
            <a:r>
              <a:rPr sz="18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7302" y="1286510"/>
            <a:ext cx="1578610" cy="877569"/>
            <a:chOff x="1527302" y="1286510"/>
            <a:chExt cx="1578610" cy="877569"/>
          </a:xfrm>
        </p:grpSpPr>
        <p:sp>
          <p:nvSpPr>
            <p:cNvPr id="10" name="object 10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277748" y="0"/>
                  </a:moveTo>
                  <a:lnTo>
                    <a:pt x="92583" y="0"/>
                  </a:lnTo>
                  <a:lnTo>
                    <a:pt x="92583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8" y="663701"/>
                  </a:lnTo>
                  <a:lnTo>
                    <a:pt x="277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0" y="663701"/>
                  </a:moveTo>
                  <a:lnTo>
                    <a:pt x="92583" y="663701"/>
                  </a:lnTo>
                  <a:lnTo>
                    <a:pt x="92583" y="0"/>
                  </a:lnTo>
                  <a:lnTo>
                    <a:pt x="277748" y="0"/>
                  </a:lnTo>
                  <a:lnTo>
                    <a:pt x="277748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6" y="0"/>
                  </a:moveTo>
                  <a:lnTo>
                    <a:pt x="0" y="185165"/>
                  </a:lnTo>
                  <a:lnTo>
                    <a:pt x="92582" y="185165"/>
                  </a:lnTo>
                  <a:lnTo>
                    <a:pt x="92582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1" y="185165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1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2" y="848867"/>
                  </a:lnTo>
                  <a:lnTo>
                    <a:pt x="92582" y="185165"/>
                  </a:lnTo>
                  <a:lnTo>
                    <a:pt x="0" y="185165"/>
                  </a:lnTo>
                  <a:lnTo>
                    <a:pt x="185166" y="0"/>
                  </a:lnTo>
                  <a:lnTo>
                    <a:pt x="370331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897757" y="1321816"/>
          <a:ext cx="5153024" cy="9499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AppServerSG-ID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3306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MySQL</a:t>
                      </a:r>
                      <a:endParaRPr sz="1600">
                        <a:latin typeface="Consolas"/>
                        <a:cs typeface="Consolas"/>
                      </a:endParaRPr>
                    </a:p>
                    <a:p>
                      <a:pPr marL="363855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Aurora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759577" y="954151"/>
            <a:ext cx="143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897757" y="3106292"/>
          <a:ext cx="5153023" cy="94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5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215900" indent="22097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6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Traffic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677280" y="2738704"/>
            <a:ext cx="1605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utb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3298" y="3159505"/>
            <a:ext cx="3498850" cy="1179195"/>
            <a:chOff x="733298" y="3159505"/>
            <a:chExt cx="3498850" cy="1179195"/>
          </a:xfrm>
        </p:grpSpPr>
        <p:sp>
          <p:nvSpPr>
            <p:cNvPr id="3" name="object 3"/>
            <p:cNvSpPr/>
            <p:nvPr/>
          </p:nvSpPr>
          <p:spPr>
            <a:xfrm>
              <a:off x="745998" y="3172205"/>
              <a:ext cx="3473450" cy="1153795"/>
            </a:xfrm>
            <a:custGeom>
              <a:avLst/>
              <a:gdLst/>
              <a:ahLst/>
              <a:cxnLst/>
              <a:rect l="l" t="t" r="r" b="b"/>
              <a:pathLst>
                <a:path w="3473450" h="1153795">
                  <a:moveTo>
                    <a:pt x="3280917" y="0"/>
                  </a:moveTo>
                  <a:lnTo>
                    <a:pt x="192277" y="0"/>
                  </a:lnTo>
                  <a:lnTo>
                    <a:pt x="148192" y="5079"/>
                  </a:lnTo>
                  <a:lnTo>
                    <a:pt x="107722" y="19546"/>
                  </a:lnTo>
                  <a:lnTo>
                    <a:pt x="72021" y="42247"/>
                  </a:lnTo>
                  <a:lnTo>
                    <a:pt x="42243" y="72026"/>
                  </a:lnTo>
                  <a:lnTo>
                    <a:pt x="19544" y="107727"/>
                  </a:lnTo>
                  <a:lnTo>
                    <a:pt x="5078" y="148196"/>
                  </a:lnTo>
                  <a:lnTo>
                    <a:pt x="0" y="192277"/>
                  </a:lnTo>
                  <a:lnTo>
                    <a:pt x="0" y="961390"/>
                  </a:lnTo>
                  <a:lnTo>
                    <a:pt x="5078" y="1005475"/>
                  </a:lnTo>
                  <a:lnTo>
                    <a:pt x="19544" y="1045945"/>
                  </a:lnTo>
                  <a:lnTo>
                    <a:pt x="42243" y="1081646"/>
                  </a:lnTo>
                  <a:lnTo>
                    <a:pt x="72021" y="1111424"/>
                  </a:lnTo>
                  <a:lnTo>
                    <a:pt x="107722" y="1134123"/>
                  </a:lnTo>
                  <a:lnTo>
                    <a:pt x="148192" y="1148589"/>
                  </a:lnTo>
                  <a:lnTo>
                    <a:pt x="192277" y="1153668"/>
                  </a:lnTo>
                  <a:lnTo>
                    <a:pt x="3280917" y="1153668"/>
                  </a:lnTo>
                  <a:lnTo>
                    <a:pt x="3324999" y="1148589"/>
                  </a:lnTo>
                  <a:lnTo>
                    <a:pt x="3365468" y="1134123"/>
                  </a:lnTo>
                  <a:lnTo>
                    <a:pt x="3401169" y="1111424"/>
                  </a:lnTo>
                  <a:lnTo>
                    <a:pt x="3430948" y="1081646"/>
                  </a:lnTo>
                  <a:lnTo>
                    <a:pt x="3453649" y="1045945"/>
                  </a:lnTo>
                  <a:lnTo>
                    <a:pt x="3468116" y="1005475"/>
                  </a:lnTo>
                  <a:lnTo>
                    <a:pt x="3473196" y="961390"/>
                  </a:lnTo>
                  <a:lnTo>
                    <a:pt x="3473196" y="192277"/>
                  </a:lnTo>
                  <a:lnTo>
                    <a:pt x="3468116" y="148196"/>
                  </a:lnTo>
                  <a:lnTo>
                    <a:pt x="3453649" y="107727"/>
                  </a:lnTo>
                  <a:lnTo>
                    <a:pt x="3430948" y="72026"/>
                  </a:lnTo>
                  <a:lnTo>
                    <a:pt x="3401169" y="42247"/>
                  </a:lnTo>
                  <a:lnTo>
                    <a:pt x="3365468" y="19546"/>
                  </a:lnTo>
                  <a:lnTo>
                    <a:pt x="3324999" y="5079"/>
                  </a:lnTo>
                  <a:lnTo>
                    <a:pt x="3280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5998" y="3172205"/>
              <a:ext cx="3473450" cy="1153795"/>
            </a:xfrm>
            <a:custGeom>
              <a:avLst/>
              <a:gdLst/>
              <a:ahLst/>
              <a:cxnLst/>
              <a:rect l="l" t="t" r="r" b="b"/>
              <a:pathLst>
                <a:path w="3473450" h="1153795">
                  <a:moveTo>
                    <a:pt x="0" y="192277"/>
                  </a:moveTo>
                  <a:lnTo>
                    <a:pt x="5078" y="148196"/>
                  </a:lnTo>
                  <a:lnTo>
                    <a:pt x="19544" y="107727"/>
                  </a:lnTo>
                  <a:lnTo>
                    <a:pt x="42243" y="72026"/>
                  </a:lnTo>
                  <a:lnTo>
                    <a:pt x="72021" y="42247"/>
                  </a:lnTo>
                  <a:lnTo>
                    <a:pt x="107722" y="19546"/>
                  </a:lnTo>
                  <a:lnTo>
                    <a:pt x="148192" y="5079"/>
                  </a:lnTo>
                  <a:lnTo>
                    <a:pt x="192277" y="0"/>
                  </a:lnTo>
                  <a:lnTo>
                    <a:pt x="3280917" y="0"/>
                  </a:lnTo>
                  <a:lnTo>
                    <a:pt x="3324999" y="5079"/>
                  </a:lnTo>
                  <a:lnTo>
                    <a:pt x="3365468" y="19546"/>
                  </a:lnTo>
                  <a:lnTo>
                    <a:pt x="3401169" y="42247"/>
                  </a:lnTo>
                  <a:lnTo>
                    <a:pt x="3430948" y="72026"/>
                  </a:lnTo>
                  <a:lnTo>
                    <a:pt x="3453649" y="107727"/>
                  </a:lnTo>
                  <a:lnTo>
                    <a:pt x="3468116" y="148196"/>
                  </a:lnTo>
                  <a:lnTo>
                    <a:pt x="3473196" y="192277"/>
                  </a:lnTo>
                  <a:lnTo>
                    <a:pt x="3473196" y="961390"/>
                  </a:lnTo>
                  <a:lnTo>
                    <a:pt x="3468116" y="1005475"/>
                  </a:lnTo>
                  <a:lnTo>
                    <a:pt x="3453649" y="1045945"/>
                  </a:lnTo>
                  <a:lnTo>
                    <a:pt x="3430948" y="1081646"/>
                  </a:lnTo>
                  <a:lnTo>
                    <a:pt x="3401169" y="1111424"/>
                  </a:lnTo>
                  <a:lnTo>
                    <a:pt x="3365468" y="1134123"/>
                  </a:lnTo>
                  <a:lnTo>
                    <a:pt x="3324999" y="1148589"/>
                  </a:lnTo>
                  <a:lnTo>
                    <a:pt x="3280917" y="1153668"/>
                  </a:lnTo>
                  <a:lnTo>
                    <a:pt x="192277" y="1153668"/>
                  </a:lnTo>
                  <a:lnTo>
                    <a:pt x="148192" y="1148589"/>
                  </a:lnTo>
                  <a:lnTo>
                    <a:pt x="107722" y="1134123"/>
                  </a:lnTo>
                  <a:lnTo>
                    <a:pt x="72021" y="1111424"/>
                  </a:lnTo>
                  <a:lnTo>
                    <a:pt x="42243" y="1081646"/>
                  </a:lnTo>
                  <a:lnTo>
                    <a:pt x="19544" y="1045945"/>
                  </a:lnTo>
                  <a:lnTo>
                    <a:pt x="5078" y="1005475"/>
                  </a:lnTo>
                  <a:lnTo>
                    <a:pt x="0" y="961390"/>
                  </a:lnTo>
                  <a:lnTo>
                    <a:pt x="0" y="192277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7760" y="3311651"/>
              <a:ext cx="1358265" cy="771525"/>
            </a:xfrm>
            <a:custGeom>
              <a:avLst/>
              <a:gdLst/>
              <a:ahLst/>
              <a:cxnLst/>
              <a:rect l="l" t="t" r="r" b="b"/>
              <a:pathLst>
                <a:path w="1358264" h="771525">
                  <a:moveTo>
                    <a:pt x="1229360" y="0"/>
                  </a:moveTo>
                  <a:lnTo>
                    <a:pt x="128524" y="0"/>
                  </a:lnTo>
                  <a:lnTo>
                    <a:pt x="78497" y="10098"/>
                  </a:lnTo>
                  <a:lnTo>
                    <a:pt x="37644" y="37639"/>
                  </a:lnTo>
                  <a:lnTo>
                    <a:pt x="10100" y="78491"/>
                  </a:lnTo>
                  <a:lnTo>
                    <a:pt x="0" y="128524"/>
                  </a:lnTo>
                  <a:lnTo>
                    <a:pt x="0" y="642620"/>
                  </a:lnTo>
                  <a:lnTo>
                    <a:pt x="10100" y="692646"/>
                  </a:lnTo>
                  <a:lnTo>
                    <a:pt x="37644" y="733499"/>
                  </a:lnTo>
                  <a:lnTo>
                    <a:pt x="78497" y="761043"/>
                  </a:lnTo>
                  <a:lnTo>
                    <a:pt x="128524" y="771144"/>
                  </a:lnTo>
                  <a:lnTo>
                    <a:pt x="1229360" y="771144"/>
                  </a:lnTo>
                  <a:lnTo>
                    <a:pt x="1279392" y="761043"/>
                  </a:lnTo>
                  <a:lnTo>
                    <a:pt x="1320244" y="733499"/>
                  </a:lnTo>
                  <a:lnTo>
                    <a:pt x="1347785" y="692646"/>
                  </a:lnTo>
                  <a:lnTo>
                    <a:pt x="1357884" y="642620"/>
                  </a:lnTo>
                  <a:lnTo>
                    <a:pt x="1357884" y="128524"/>
                  </a:lnTo>
                  <a:lnTo>
                    <a:pt x="1347785" y="78491"/>
                  </a:lnTo>
                  <a:lnTo>
                    <a:pt x="1320244" y="37639"/>
                  </a:lnTo>
                  <a:lnTo>
                    <a:pt x="1279392" y="10098"/>
                  </a:lnTo>
                  <a:lnTo>
                    <a:pt x="12293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79042" y="3437381"/>
              <a:ext cx="650875" cy="365760"/>
            </a:xfrm>
            <a:custGeom>
              <a:avLst/>
              <a:gdLst/>
              <a:ahLst/>
              <a:cxnLst/>
              <a:rect l="l" t="t" r="r" b="b"/>
              <a:pathLst>
                <a:path w="650875" h="365760">
                  <a:moveTo>
                    <a:pt x="589788" y="0"/>
                  </a:moveTo>
                  <a:lnTo>
                    <a:pt x="60960" y="0"/>
                  </a:lnTo>
                  <a:lnTo>
                    <a:pt x="37236" y="4792"/>
                  </a:lnTo>
                  <a:lnTo>
                    <a:pt x="17859" y="17859"/>
                  </a:lnTo>
                  <a:lnTo>
                    <a:pt x="4792" y="37236"/>
                  </a:lnTo>
                  <a:lnTo>
                    <a:pt x="0" y="60960"/>
                  </a:lnTo>
                  <a:lnTo>
                    <a:pt x="0" y="304800"/>
                  </a:lnTo>
                  <a:lnTo>
                    <a:pt x="4792" y="328523"/>
                  </a:lnTo>
                  <a:lnTo>
                    <a:pt x="17859" y="347900"/>
                  </a:lnTo>
                  <a:lnTo>
                    <a:pt x="37236" y="360967"/>
                  </a:lnTo>
                  <a:lnTo>
                    <a:pt x="60960" y="365760"/>
                  </a:lnTo>
                  <a:lnTo>
                    <a:pt x="589788" y="365760"/>
                  </a:lnTo>
                  <a:lnTo>
                    <a:pt x="613511" y="360967"/>
                  </a:lnTo>
                  <a:lnTo>
                    <a:pt x="632888" y="347900"/>
                  </a:lnTo>
                  <a:lnTo>
                    <a:pt x="645955" y="328523"/>
                  </a:lnTo>
                  <a:lnTo>
                    <a:pt x="650747" y="304800"/>
                  </a:lnTo>
                  <a:lnTo>
                    <a:pt x="650747" y="60960"/>
                  </a:lnTo>
                  <a:lnTo>
                    <a:pt x="645955" y="37236"/>
                  </a:lnTo>
                  <a:lnTo>
                    <a:pt x="632888" y="17859"/>
                  </a:lnTo>
                  <a:lnTo>
                    <a:pt x="613511" y="4792"/>
                  </a:lnTo>
                  <a:lnTo>
                    <a:pt x="5897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79042" y="3437381"/>
              <a:ext cx="650875" cy="365760"/>
            </a:xfrm>
            <a:custGeom>
              <a:avLst/>
              <a:gdLst/>
              <a:ahLst/>
              <a:cxnLst/>
              <a:rect l="l" t="t" r="r" b="b"/>
              <a:pathLst>
                <a:path w="650875" h="365760">
                  <a:moveTo>
                    <a:pt x="0" y="60960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589788" y="0"/>
                  </a:lnTo>
                  <a:lnTo>
                    <a:pt x="613511" y="4792"/>
                  </a:lnTo>
                  <a:lnTo>
                    <a:pt x="632888" y="17859"/>
                  </a:lnTo>
                  <a:lnTo>
                    <a:pt x="645955" y="37236"/>
                  </a:lnTo>
                  <a:lnTo>
                    <a:pt x="650747" y="60960"/>
                  </a:lnTo>
                  <a:lnTo>
                    <a:pt x="650747" y="304800"/>
                  </a:lnTo>
                  <a:lnTo>
                    <a:pt x="645955" y="328523"/>
                  </a:lnTo>
                  <a:lnTo>
                    <a:pt x="632888" y="347900"/>
                  </a:lnTo>
                  <a:lnTo>
                    <a:pt x="613511" y="360967"/>
                  </a:lnTo>
                  <a:lnTo>
                    <a:pt x="589788" y="365760"/>
                  </a:lnTo>
                  <a:lnTo>
                    <a:pt x="60960" y="365760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6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33298" y="2018029"/>
            <a:ext cx="3498850" cy="1022350"/>
            <a:chOff x="733298" y="2018029"/>
            <a:chExt cx="3498850" cy="1022350"/>
          </a:xfrm>
        </p:grpSpPr>
        <p:sp>
          <p:nvSpPr>
            <p:cNvPr id="9" name="object 9"/>
            <p:cNvSpPr/>
            <p:nvPr/>
          </p:nvSpPr>
          <p:spPr>
            <a:xfrm>
              <a:off x="745998" y="2030729"/>
              <a:ext cx="3473450" cy="996950"/>
            </a:xfrm>
            <a:custGeom>
              <a:avLst/>
              <a:gdLst/>
              <a:ahLst/>
              <a:cxnLst/>
              <a:rect l="l" t="t" r="r" b="b"/>
              <a:pathLst>
                <a:path w="3473450" h="996950">
                  <a:moveTo>
                    <a:pt x="3307079" y="0"/>
                  </a:moveTo>
                  <a:lnTo>
                    <a:pt x="166115" y="0"/>
                  </a:lnTo>
                  <a:lnTo>
                    <a:pt x="121955" y="5937"/>
                  </a:lnTo>
                  <a:lnTo>
                    <a:pt x="82273" y="22690"/>
                  </a:lnTo>
                  <a:lnTo>
                    <a:pt x="48653" y="48672"/>
                  </a:lnTo>
                  <a:lnTo>
                    <a:pt x="22679" y="82295"/>
                  </a:lnTo>
                  <a:lnTo>
                    <a:pt x="5933" y="121972"/>
                  </a:lnTo>
                  <a:lnTo>
                    <a:pt x="0" y="166115"/>
                  </a:lnTo>
                  <a:lnTo>
                    <a:pt x="0" y="830580"/>
                  </a:lnTo>
                  <a:lnTo>
                    <a:pt x="5933" y="874723"/>
                  </a:lnTo>
                  <a:lnTo>
                    <a:pt x="22679" y="914400"/>
                  </a:lnTo>
                  <a:lnTo>
                    <a:pt x="48653" y="948023"/>
                  </a:lnTo>
                  <a:lnTo>
                    <a:pt x="82273" y="974005"/>
                  </a:lnTo>
                  <a:lnTo>
                    <a:pt x="121955" y="990758"/>
                  </a:lnTo>
                  <a:lnTo>
                    <a:pt x="166115" y="996695"/>
                  </a:lnTo>
                  <a:lnTo>
                    <a:pt x="3307079" y="996695"/>
                  </a:lnTo>
                  <a:lnTo>
                    <a:pt x="3351223" y="990758"/>
                  </a:lnTo>
                  <a:lnTo>
                    <a:pt x="3390900" y="974005"/>
                  </a:lnTo>
                  <a:lnTo>
                    <a:pt x="3424523" y="948023"/>
                  </a:lnTo>
                  <a:lnTo>
                    <a:pt x="3450505" y="914400"/>
                  </a:lnTo>
                  <a:lnTo>
                    <a:pt x="3467258" y="874723"/>
                  </a:lnTo>
                  <a:lnTo>
                    <a:pt x="3473196" y="830580"/>
                  </a:lnTo>
                  <a:lnTo>
                    <a:pt x="3473196" y="166115"/>
                  </a:lnTo>
                  <a:lnTo>
                    <a:pt x="3467258" y="121972"/>
                  </a:lnTo>
                  <a:lnTo>
                    <a:pt x="3450505" y="82295"/>
                  </a:lnTo>
                  <a:lnTo>
                    <a:pt x="3424523" y="48672"/>
                  </a:lnTo>
                  <a:lnTo>
                    <a:pt x="3390900" y="22690"/>
                  </a:lnTo>
                  <a:lnTo>
                    <a:pt x="3351223" y="5937"/>
                  </a:lnTo>
                  <a:lnTo>
                    <a:pt x="33070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5998" y="2030729"/>
              <a:ext cx="3473450" cy="996950"/>
            </a:xfrm>
            <a:custGeom>
              <a:avLst/>
              <a:gdLst/>
              <a:ahLst/>
              <a:cxnLst/>
              <a:rect l="l" t="t" r="r" b="b"/>
              <a:pathLst>
                <a:path w="3473450" h="996950">
                  <a:moveTo>
                    <a:pt x="0" y="166115"/>
                  </a:moveTo>
                  <a:lnTo>
                    <a:pt x="5933" y="121972"/>
                  </a:lnTo>
                  <a:lnTo>
                    <a:pt x="22679" y="82295"/>
                  </a:lnTo>
                  <a:lnTo>
                    <a:pt x="48653" y="48672"/>
                  </a:lnTo>
                  <a:lnTo>
                    <a:pt x="82273" y="22690"/>
                  </a:lnTo>
                  <a:lnTo>
                    <a:pt x="121955" y="5937"/>
                  </a:lnTo>
                  <a:lnTo>
                    <a:pt x="166115" y="0"/>
                  </a:lnTo>
                  <a:lnTo>
                    <a:pt x="3307079" y="0"/>
                  </a:lnTo>
                  <a:lnTo>
                    <a:pt x="3351223" y="5937"/>
                  </a:lnTo>
                  <a:lnTo>
                    <a:pt x="3390900" y="22690"/>
                  </a:lnTo>
                  <a:lnTo>
                    <a:pt x="3424523" y="48672"/>
                  </a:lnTo>
                  <a:lnTo>
                    <a:pt x="3450505" y="82295"/>
                  </a:lnTo>
                  <a:lnTo>
                    <a:pt x="3467258" y="121972"/>
                  </a:lnTo>
                  <a:lnTo>
                    <a:pt x="3473196" y="166115"/>
                  </a:lnTo>
                  <a:lnTo>
                    <a:pt x="3473196" y="830580"/>
                  </a:lnTo>
                  <a:lnTo>
                    <a:pt x="3467258" y="874723"/>
                  </a:lnTo>
                  <a:lnTo>
                    <a:pt x="3450505" y="914400"/>
                  </a:lnTo>
                  <a:lnTo>
                    <a:pt x="3424523" y="948023"/>
                  </a:lnTo>
                  <a:lnTo>
                    <a:pt x="3390900" y="974005"/>
                  </a:lnTo>
                  <a:lnTo>
                    <a:pt x="3351223" y="990758"/>
                  </a:lnTo>
                  <a:lnTo>
                    <a:pt x="3307079" y="996695"/>
                  </a:lnTo>
                  <a:lnTo>
                    <a:pt x="166115" y="996695"/>
                  </a:lnTo>
                  <a:lnTo>
                    <a:pt x="121955" y="990758"/>
                  </a:lnTo>
                  <a:lnTo>
                    <a:pt x="82273" y="974005"/>
                  </a:lnTo>
                  <a:lnTo>
                    <a:pt x="48653" y="948023"/>
                  </a:lnTo>
                  <a:lnTo>
                    <a:pt x="22679" y="914400"/>
                  </a:lnTo>
                  <a:lnTo>
                    <a:pt x="5933" y="874723"/>
                  </a:lnTo>
                  <a:lnTo>
                    <a:pt x="0" y="830580"/>
                  </a:lnTo>
                  <a:lnTo>
                    <a:pt x="0" y="166115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7464" y="2121407"/>
              <a:ext cx="1356360" cy="772795"/>
            </a:xfrm>
            <a:custGeom>
              <a:avLst/>
              <a:gdLst/>
              <a:ahLst/>
              <a:cxnLst/>
              <a:rect l="l" t="t" r="r" b="b"/>
              <a:pathLst>
                <a:path w="1356360" h="772794">
                  <a:moveTo>
                    <a:pt x="1227582" y="0"/>
                  </a:moveTo>
                  <a:lnTo>
                    <a:pt x="128778" y="0"/>
                  </a:lnTo>
                  <a:lnTo>
                    <a:pt x="78652" y="10120"/>
                  </a:lnTo>
                  <a:lnTo>
                    <a:pt x="37718" y="37718"/>
                  </a:lnTo>
                  <a:lnTo>
                    <a:pt x="10120" y="78652"/>
                  </a:lnTo>
                  <a:lnTo>
                    <a:pt x="0" y="128778"/>
                  </a:lnTo>
                  <a:lnTo>
                    <a:pt x="0" y="643890"/>
                  </a:lnTo>
                  <a:lnTo>
                    <a:pt x="10120" y="694015"/>
                  </a:lnTo>
                  <a:lnTo>
                    <a:pt x="37718" y="734949"/>
                  </a:lnTo>
                  <a:lnTo>
                    <a:pt x="78652" y="762547"/>
                  </a:lnTo>
                  <a:lnTo>
                    <a:pt x="128778" y="772668"/>
                  </a:lnTo>
                  <a:lnTo>
                    <a:pt x="1227582" y="772668"/>
                  </a:lnTo>
                  <a:lnTo>
                    <a:pt x="1277707" y="762547"/>
                  </a:lnTo>
                  <a:lnTo>
                    <a:pt x="1318641" y="734949"/>
                  </a:lnTo>
                  <a:lnTo>
                    <a:pt x="1346239" y="694015"/>
                  </a:lnTo>
                  <a:lnTo>
                    <a:pt x="1356360" y="643890"/>
                  </a:lnTo>
                  <a:lnTo>
                    <a:pt x="1356360" y="128778"/>
                  </a:lnTo>
                  <a:lnTo>
                    <a:pt x="1346239" y="78652"/>
                  </a:lnTo>
                  <a:lnTo>
                    <a:pt x="1318641" y="37718"/>
                  </a:lnTo>
                  <a:lnTo>
                    <a:pt x="1277707" y="10120"/>
                  </a:lnTo>
                  <a:lnTo>
                    <a:pt x="122758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57222" y="2247137"/>
              <a:ext cx="650875" cy="365760"/>
            </a:xfrm>
            <a:custGeom>
              <a:avLst/>
              <a:gdLst/>
              <a:ahLst/>
              <a:cxnLst/>
              <a:rect l="l" t="t" r="r" b="b"/>
              <a:pathLst>
                <a:path w="650875" h="365760">
                  <a:moveTo>
                    <a:pt x="589788" y="0"/>
                  </a:moveTo>
                  <a:lnTo>
                    <a:pt x="60959" y="0"/>
                  </a:lnTo>
                  <a:lnTo>
                    <a:pt x="37236" y="4792"/>
                  </a:lnTo>
                  <a:lnTo>
                    <a:pt x="17859" y="17859"/>
                  </a:lnTo>
                  <a:lnTo>
                    <a:pt x="4792" y="37236"/>
                  </a:lnTo>
                  <a:lnTo>
                    <a:pt x="0" y="60960"/>
                  </a:lnTo>
                  <a:lnTo>
                    <a:pt x="0" y="304800"/>
                  </a:lnTo>
                  <a:lnTo>
                    <a:pt x="4792" y="328523"/>
                  </a:lnTo>
                  <a:lnTo>
                    <a:pt x="17859" y="347900"/>
                  </a:lnTo>
                  <a:lnTo>
                    <a:pt x="37236" y="360967"/>
                  </a:lnTo>
                  <a:lnTo>
                    <a:pt x="60959" y="365760"/>
                  </a:lnTo>
                  <a:lnTo>
                    <a:pt x="589788" y="365760"/>
                  </a:lnTo>
                  <a:lnTo>
                    <a:pt x="613511" y="360967"/>
                  </a:lnTo>
                  <a:lnTo>
                    <a:pt x="632888" y="347900"/>
                  </a:lnTo>
                  <a:lnTo>
                    <a:pt x="645955" y="328523"/>
                  </a:lnTo>
                  <a:lnTo>
                    <a:pt x="650747" y="304800"/>
                  </a:lnTo>
                  <a:lnTo>
                    <a:pt x="650747" y="60960"/>
                  </a:lnTo>
                  <a:lnTo>
                    <a:pt x="645955" y="37236"/>
                  </a:lnTo>
                  <a:lnTo>
                    <a:pt x="632888" y="17859"/>
                  </a:lnTo>
                  <a:lnTo>
                    <a:pt x="613511" y="4792"/>
                  </a:lnTo>
                  <a:lnTo>
                    <a:pt x="5897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57222" y="2247137"/>
              <a:ext cx="650875" cy="365760"/>
            </a:xfrm>
            <a:custGeom>
              <a:avLst/>
              <a:gdLst/>
              <a:ahLst/>
              <a:cxnLst/>
              <a:rect l="l" t="t" r="r" b="b"/>
              <a:pathLst>
                <a:path w="650875" h="365760">
                  <a:moveTo>
                    <a:pt x="0" y="60960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589788" y="0"/>
                  </a:lnTo>
                  <a:lnTo>
                    <a:pt x="613511" y="4792"/>
                  </a:lnTo>
                  <a:lnTo>
                    <a:pt x="632888" y="17859"/>
                  </a:lnTo>
                  <a:lnTo>
                    <a:pt x="645955" y="37236"/>
                  </a:lnTo>
                  <a:lnTo>
                    <a:pt x="650747" y="60960"/>
                  </a:lnTo>
                  <a:lnTo>
                    <a:pt x="650747" y="304800"/>
                  </a:lnTo>
                  <a:lnTo>
                    <a:pt x="645955" y="328523"/>
                  </a:lnTo>
                  <a:lnTo>
                    <a:pt x="632888" y="347900"/>
                  </a:lnTo>
                  <a:lnTo>
                    <a:pt x="613511" y="360967"/>
                  </a:lnTo>
                  <a:lnTo>
                    <a:pt x="589788" y="365760"/>
                  </a:lnTo>
                  <a:lnTo>
                    <a:pt x="60959" y="365760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6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593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Security</a:t>
            </a:r>
            <a:r>
              <a:rPr sz="2800" spc="-45" dirty="0"/>
              <a:t> </a:t>
            </a:r>
            <a:r>
              <a:rPr sz="2800" spc="-5" dirty="0"/>
              <a:t>Group</a:t>
            </a:r>
            <a:endParaRPr sz="2800"/>
          </a:p>
        </p:txBody>
      </p:sp>
      <p:sp>
        <p:nvSpPr>
          <p:cNvPr id="15" name="object 15"/>
          <p:cNvSpPr txBox="1"/>
          <p:nvPr/>
        </p:nvSpPr>
        <p:spPr>
          <a:xfrm>
            <a:off x="2020061" y="2305304"/>
            <a:ext cx="930275" cy="51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WebServerSG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3298" y="1594358"/>
            <a:ext cx="3619500" cy="327660"/>
            <a:chOff x="733298" y="1594358"/>
            <a:chExt cx="3619500" cy="327660"/>
          </a:xfrm>
        </p:grpSpPr>
        <p:sp>
          <p:nvSpPr>
            <p:cNvPr id="17" name="object 17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3543300" y="0"/>
                  </a:moveTo>
                  <a:lnTo>
                    <a:pt x="50292" y="0"/>
                  </a:lnTo>
                  <a:lnTo>
                    <a:pt x="30716" y="3946"/>
                  </a:lnTo>
                  <a:lnTo>
                    <a:pt x="14730" y="14716"/>
                  </a:lnTo>
                  <a:lnTo>
                    <a:pt x="3952" y="30700"/>
                  </a:lnTo>
                  <a:lnTo>
                    <a:pt x="0" y="50291"/>
                  </a:lnTo>
                  <a:lnTo>
                    <a:pt x="0" y="251459"/>
                  </a:lnTo>
                  <a:lnTo>
                    <a:pt x="3952" y="271051"/>
                  </a:lnTo>
                  <a:lnTo>
                    <a:pt x="14730" y="287035"/>
                  </a:lnTo>
                  <a:lnTo>
                    <a:pt x="30716" y="297805"/>
                  </a:lnTo>
                  <a:lnTo>
                    <a:pt x="50292" y="301751"/>
                  </a:lnTo>
                  <a:lnTo>
                    <a:pt x="3543300" y="301751"/>
                  </a:lnTo>
                  <a:lnTo>
                    <a:pt x="3562891" y="297805"/>
                  </a:lnTo>
                  <a:lnTo>
                    <a:pt x="3578875" y="287035"/>
                  </a:lnTo>
                  <a:lnTo>
                    <a:pt x="3589645" y="271051"/>
                  </a:lnTo>
                  <a:lnTo>
                    <a:pt x="3593591" y="251459"/>
                  </a:lnTo>
                  <a:lnTo>
                    <a:pt x="3593591" y="50291"/>
                  </a:lnTo>
                  <a:lnTo>
                    <a:pt x="3589645" y="30700"/>
                  </a:lnTo>
                  <a:lnTo>
                    <a:pt x="3578875" y="14716"/>
                  </a:lnTo>
                  <a:lnTo>
                    <a:pt x="3562891" y="3946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0" y="50291"/>
                  </a:moveTo>
                  <a:lnTo>
                    <a:pt x="3952" y="30700"/>
                  </a:lnTo>
                  <a:lnTo>
                    <a:pt x="14730" y="14716"/>
                  </a:lnTo>
                  <a:lnTo>
                    <a:pt x="30716" y="3946"/>
                  </a:lnTo>
                  <a:lnTo>
                    <a:pt x="50292" y="0"/>
                  </a:lnTo>
                  <a:lnTo>
                    <a:pt x="3543300" y="0"/>
                  </a:lnTo>
                  <a:lnTo>
                    <a:pt x="3562891" y="3946"/>
                  </a:lnTo>
                  <a:lnTo>
                    <a:pt x="3578875" y="14716"/>
                  </a:lnTo>
                  <a:lnTo>
                    <a:pt x="3589645" y="30700"/>
                  </a:lnTo>
                  <a:lnTo>
                    <a:pt x="3593591" y="50291"/>
                  </a:lnTo>
                  <a:lnTo>
                    <a:pt x="3593591" y="251459"/>
                  </a:lnTo>
                  <a:lnTo>
                    <a:pt x="3589645" y="271051"/>
                  </a:lnTo>
                  <a:lnTo>
                    <a:pt x="3578875" y="287035"/>
                  </a:lnTo>
                  <a:lnTo>
                    <a:pt x="3562891" y="297805"/>
                  </a:lnTo>
                  <a:lnTo>
                    <a:pt x="3543300" y="301751"/>
                  </a:lnTo>
                  <a:lnTo>
                    <a:pt x="50292" y="301751"/>
                  </a:lnTo>
                  <a:lnTo>
                    <a:pt x="30716" y="297805"/>
                  </a:lnTo>
                  <a:lnTo>
                    <a:pt x="14730" y="287035"/>
                  </a:lnTo>
                  <a:lnTo>
                    <a:pt x="3952" y="271051"/>
                  </a:lnTo>
                  <a:lnTo>
                    <a:pt x="0" y="251459"/>
                  </a:lnTo>
                  <a:lnTo>
                    <a:pt x="0" y="5029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87955" y="1601215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ut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66214" y="4416348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3298" y="1120394"/>
            <a:ext cx="3619500" cy="325755"/>
            <a:chOff x="733298" y="1120394"/>
            <a:chExt cx="3619500" cy="325755"/>
          </a:xfrm>
        </p:grpSpPr>
        <p:sp>
          <p:nvSpPr>
            <p:cNvPr id="22" name="object 22"/>
            <p:cNvSpPr/>
            <p:nvPr/>
          </p:nvSpPr>
          <p:spPr>
            <a:xfrm>
              <a:off x="745998" y="1133094"/>
              <a:ext cx="3594100" cy="300355"/>
            </a:xfrm>
            <a:custGeom>
              <a:avLst/>
              <a:gdLst/>
              <a:ahLst/>
              <a:cxnLst/>
              <a:rect l="l" t="t" r="r" b="b"/>
              <a:pathLst>
                <a:path w="3594100" h="300355">
                  <a:moveTo>
                    <a:pt x="3543554" y="0"/>
                  </a:moveTo>
                  <a:lnTo>
                    <a:pt x="50037" y="0"/>
                  </a:lnTo>
                  <a:lnTo>
                    <a:pt x="30560" y="3925"/>
                  </a:lnTo>
                  <a:lnTo>
                    <a:pt x="14655" y="14636"/>
                  </a:lnTo>
                  <a:lnTo>
                    <a:pt x="3932" y="30539"/>
                  </a:lnTo>
                  <a:lnTo>
                    <a:pt x="0" y="50037"/>
                  </a:lnTo>
                  <a:lnTo>
                    <a:pt x="0" y="250189"/>
                  </a:lnTo>
                  <a:lnTo>
                    <a:pt x="3932" y="269688"/>
                  </a:lnTo>
                  <a:lnTo>
                    <a:pt x="14655" y="285591"/>
                  </a:lnTo>
                  <a:lnTo>
                    <a:pt x="30560" y="296302"/>
                  </a:lnTo>
                  <a:lnTo>
                    <a:pt x="50037" y="300227"/>
                  </a:lnTo>
                  <a:lnTo>
                    <a:pt x="3543554" y="300227"/>
                  </a:lnTo>
                  <a:lnTo>
                    <a:pt x="3563052" y="296302"/>
                  </a:lnTo>
                  <a:lnTo>
                    <a:pt x="3578955" y="285591"/>
                  </a:lnTo>
                  <a:lnTo>
                    <a:pt x="3589666" y="269688"/>
                  </a:lnTo>
                  <a:lnTo>
                    <a:pt x="3593591" y="250189"/>
                  </a:lnTo>
                  <a:lnTo>
                    <a:pt x="3593591" y="50037"/>
                  </a:lnTo>
                  <a:lnTo>
                    <a:pt x="3589666" y="30539"/>
                  </a:lnTo>
                  <a:lnTo>
                    <a:pt x="3578955" y="14636"/>
                  </a:lnTo>
                  <a:lnTo>
                    <a:pt x="3563052" y="3925"/>
                  </a:lnTo>
                  <a:lnTo>
                    <a:pt x="3543554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5998" y="1133094"/>
              <a:ext cx="3594100" cy="300355"/>
            </a:xfrm>
            <a:custGeom>
              <a:avLst/>
              <a:gdLst/>
              <a:ahLst/>
              <a:cxnLst/>
              <a:rect l="l" t="t" r="r" b="b"/>
              <a:pathLst>
                <a:path w="3594100" h="300355">
                  <a:moveTo>
                    <a:pt x="0" y="50037"/>
                  </a:moveTo>
                  <a:lnTo>
                    <a:pt x="3932" y="30539"/>
                  </a:lnTo>
                  <a:lnTo>
                    <a:pt x="14655" y="14636"/>
                  </a:lnTo>
                  <a:lnTo>
                    <a:pt x="30560" y="3925"/>
                  </a:lnTo>
                  <a:lnTo>
                    <a:pt x="50037" y="0"/>
                  </a:lnTo>
                  <a:lnTo>
                    <a:pt x="3543554" y="0"/>
                  </a:lnTo>
                  <a:lnTo>
                    <a:pt x="3563052" y="3925"/>
                  </a:lnTo>
                  <a:lnTo>
                    <a:pt x="3578955" y="14636"/>
                  </a:lnTo>
                  <a:lnTo>
                    <a:pt x="3589666" y="30539"/>
                  </a:lnTo>
                  <a:lnTo>
                    <a:pt x="3593591" y="50037"/>
                  </a:lnTo>
                  <a:lnTo>
                    <a:pt x="3593591" y="250189"/>
                  </a:lnTo>
                  <a:lnTo>
                    <a:pt x="3589666" y="269688"/>
                  </a:lnTo>
                  <a:lnTo>
                    <a:pt x="3578955" y="285591"/>
                  </a:lnTo>
                  <a:lnTo>
                    <a:pt x="3563052" y="296302"/>
                  </a:lnTo>
                  <a:lnTo>
                    <a:pt x="3543554" y="300227"/>
                  </a:lnTo>
                  <a:lnTo>
                    <a:pt x="50037" y="300227"/>
                  </a:lnTo>
                  <a:lnTo>
                    <a:pt x="30560" y="296302"/>
                  </a:lnTo>
                  <a:lnTo>
                    <a:pt x="14655" y="285591"/>
                  </a:lnTo>
                  <a:lnTo>
                    <a:pt x="3932" y="269688"/>
                  </a:lnTo>
                  <a:lnTo>
                    <a:pt x="0" y="250189"/>
                  </a:lnTo>
                  <a:lnTo>
                    <a:pt x="0" y="50037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63700" y="1126997"/>
            <a:ext cx="1760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62583" y="3495294"/>
            <a:ext cx="887730" cy="51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1100" spc="-5" dirty="0">
                <a:solidFill>
                  <a:srgbClr val="FFFFFF"/>
                </a:solidFill>
                <a:latin typeface="Arial MT"/>
                <a:cs typeface="Arial MT"/>
              </a:rPr>
              <a:t>AppServerSG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673095" y="3311652"/>
            <a:ext cx="1358265" cy="771525"/>
            <a:chOff x="2673095" y="3311652"/>
            <a:chExt cx="1358265" cy="771525"/>
          </a:xfrm>
        </p:grpSpPr>
        <p:sp>
          <p:nvSpPr>
            <p:cNvPr id="27" name="object 27"/>
            <p:cNvSpPr/>
            <p:nvPr/>
          </p:nvSpPr>
          <p:spPr>
            <a:xfrm>
              <a:off x="2673095" y="3311652"/>
              <a:ext cx="1358265" cy="771525"/>
            </a:xfrm>
            <a:custGeom>
              <a:avLst/>
              <a:gdLst/>
              <a:ahLst/>
              <a:cxnLst/>
              <a:rect l="l" t="t" r="r" b="b"/>
              <a:pathLst>
                <a:path w="1358264" h="771525">
                  <a:moveTo>
                    <a:pt x="1229359" y="0"/>
                  </a:moveTo>
                  <a:lnTo>
                    <a:pt x="128524" y="0"/>
                  </a:lnTo>
                  <a:lnTo>
                    <a:pt x="78491" y="10098"/>
                  </a:lnTo>
                  <a:lnTo>
                    <a:pt x="37639" y="37639"/>
                  </a:lnTo>
                  <a:lnTo>
                    <a:pt x="10098" y="78491"/>
                  </a:lnTo>
                  <a:lnTo>
                    <a:pt x="0" y="128524"/>
                  </a:lnTo>
                  <a:lnTo>
                    <a:pt x="0" y="642620"/>
                  </a:lnTo>
                  <a:lnTo>
                    <a:pt x="10098" y="692646"/>
                  </a:lnTo>
                  <a:lnTo>
                    <a:pt x="37639" y="733499"/>
                  </a:lnTo>
                  <a:lnTo>
                    <a:pt x="78491" y="761043"/>
                  </a:lnTo>
                  <a:lnTo>
                    <a:pt x="128524" y="771144"/>
                  </a:lnTo>
                  <a:lnTo>
                    <a:pt x="1229359" y="771144"/>
                  </a:lnTo>
                  <a:lnTo>
                    <a:pt x="1279392" y="761043"/>
                  </a:lnTo>
                  <a:lnTo>
                    <a:pt x="1320244" y="733499"/>
                  </a:lnTo>
                  <a:lnTo>
                    <a:pt x="1347785" y="692646"/>
                  </a:lnTo>
                  <a:lnTo>
                    <a:pt x="1357883" y="642620"/>
                  </a:lnTo>
                  <a:lnTo>
                    <a:pt x="1357883" y="128524"/>
                  </a:lnTo>
                  <a:lnTo>
                    <a:pt x="1347785" y="78491"/>
                  </a:lnTo>
                  <a:lnTo>
                    <a:pt x="1320244" y="37639"/>
                  </a:lnTo>
                  <a:lnTo>
                    <a:pt x="1279392" y="10098"/>
                  </a:lnTo>
                  <a:lnTo>
                    <a:pt x="12293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22853" y="3437382"/>
              <a:ext cx="652780" cy="365760"/>
            </a:xfrm>
            <a:custGeom>
              <a:avLst/>
              <a:gdLst/>
              <a:ahLst/>
              <a:cxnLst/>
              <a:rect l="l" t="t" r="r" b="b"/>
              <a:pathLst>
                <a:path w="652779" h="365760">
                  <a:moveTo>
                    <a:pt x="591311" y="0"/>
                  </a:moveTo>
                  <a:lnTo>
                    <a:pt x="60959" y="0"/>
                  </a:lnTo>
                  <a:lnTo>
                    <a:pt x="37236" y="4792"/>
                  </a:lnTo>
                  <a:lnTo>
                    <a:pt x="17859" y="17859"/>
                  </a:lnTo>
                  <a:lnTo>
                    <a:pt x="4792" y="37236"/>
                  </a:lnTo>
                  <a:lnTo>
                    <a:pt x="0" y="60960"/>
                  </a:lnTo>
                  <a:lnTo>
                    <a:pt x="0" y="304800"/>
                  </a:lnTo>
                  <a:lnTo>
                    <a:pt x="4792" y="328523"/>
                  </a:lnTo>
                  <a:lnTo>
                    <a:pt x="17859" y="347900"/>
                  </a:lnTo>
                  <a:lnTo>
                    <a:pt x="37236" y="360967"/>
                  </a:lnTo>
                  <a:lnTo>
                    <a:pt x="60959" y="365760"/>
                  </a:lnTo>
                  <a:lnTo>
                    <a:pt x="591311" y="365760"/>
                  </a:lnTo>
                  <a:lnTo>
                    <a:pt x="615035" y="360967"/>
                  </a:lnTo>
                  <a:lnTo>
                    <a:pt x="634412" y="347900"/>
                  </a:lnTo>
                  <a:lnTo>
                    <a:pt x="647479" y="328523"/>
                  </a:lnTo>
                  <a:lnTo>
                    <a:pt x="652271" y="304800"/>
                  </a:lnTo>
                  <a:lnTo>
                    <a:pt x="652271" y="60960"/>
                  </a:lnTo>
                  <a:lnTo>
                    <a:pt x="647479" y="37236"/>
                  </a:lnTo>
                  <a:lnTo>
                    <a:pt x="634412" y="17859"/>
                  </a:lnTo>
                  <a:lnTo>
                    <a:pt x="615035" y="4792"/>
                  </a:lnTo>
                  <a:lnTo>
                    <a:pt x="59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22853" y="3437382"/>
              <a:ext cx="652780" cy="365760"/>
            </a:xfrm>
            <a:custGeom>
              <a:avLst/>
              <a:gdLst/>
              <a:ahLst/>
              <a:cxnLst/>
              <a:rect l="l" t="t" r="r" b="b"/>
              <a:pathLst>
                <a:path w="652779" h="365760">
                  <a:moveTo>
                    <a:pt x="0" y="60960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591311" y="0"/>
                  </a:lnTo>
                  <a:lnTo>
                    <a:pt x="615035" y="4792"/>
                  </a:lnTo>
                  <a:lnTo>
                    <a:pt x="634412" y="17859"/>
                  </a:lnTo>
                  <a:lnTo>
                    <a:pt x="647479" y="37236"/>
                  </a:lnTo>
                  <a:lnTo>
                    <a:pt x="652271" y="60960"/>
                  </a:lnTo>
                  <a:lnTo>
                    <a:pt x="652271" y="304800"/>
                  </a:lnTo>
                  <a:lnTo>
                    <a:pt x="647479" y="328523"/>
                  </a:lnTo>
                  <a:lnTo>
                    <a:pt x="634412" y="347900"/>
                  </a:lnTo>
                  <a:lnTo>
                    <a:pt x="615035" y="360967"/>
                  </a:lnTo>
                  <a:lnTo>
                    <a:pt x="591311" y="365760"/>
                  </a:lnTo>
                  <a:lnTo>
                    <a:pt x="60959" y="365760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6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935351" y="3495294"/>
            <a:ext cx="833119" cy="51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1100" spc="-5" dirty="0">
                <a:solidFill>
                  <a:srgbClr val="FFFFFF"/>
                </a:solidFill>
                <a:latin typeface="Arial MT"/>
                <a:cs typeface="Arial MT"/>
              </a:rPr>
              <a:t>DBServerSG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654294" y="2063750"/>
            <a:ext cx="2278380" cy="571500"/>
            <a:chOff x="5654294" y="2063750"/>
            <a:chExt cx="2278380" cy="571500"/>
          </a:xfrm>
        </p:grpSpPr>
        <p:sp>
          <p:nvSpPr>
            <p:cNvPr id="32" name="object 32"/>
            <p:cNvSpPr/>
            <p:nvPr/>
          </p:nvSpPr>
          <p:spPr>
            <a:xfrm>
              <a:off x="5666994" y="2076450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2161539" y="0"/>
                  </a:moveTo>
                  <a:lnTo>
                    <a:pt x="90931" y="0"/>
                  </a:lnTo>
                  <a:lnTo>
                    <a:pt x="55560" y="7153"/>
                  </a:lnTo>
                  <a:lnTo>
                    <a:pt x="26654" y="26654"/>
                  </a:lnTo>
                  <a:lnTo>
                    <a:pt x="7153" y="55560"/>
                  </a:lnTo>
                  <a:lnTo>
                    <a:pt x="0" y="90931"/>
                  </a:lnTo>
                  <a:lnTo>
                    <a:pt x="0" y="454660"/>
                  </a:lnTo>
                  <a:lnTo>
                    <a:pt x="7153" y="490031"/>
                  </a:lnTo>
                  <a:lnTo>
                    <a:pt x="26654" y="518937"/>
                  </a:lnTo>
                  <a:lnTo>
                    <a:pt x="55560" y="538438"/>
                  </a:lnTo>
                  <a:lnTo>
                    <a:pt x="90931" y="545592"/>
                  </a:lnTo>
                  <a:lnTo>
                    <a:pt x="2161539" y="545592"/>
                  </a:lnTo>
                  <a:lnTo>
                    <a:pt x="2196911" y="538438"/>
                  </a:lnTo>
                  <a:lnTo>
                    <a:pt x="2225817" y="518937"/>
                  </a:lnTo>
                  <a:lnTo>
                    <a:pt x="2245318" y="490031"/>
                  </a:lnTo>
                  <a:lnTo>
                    <a:pt x="2252472" y="454660"/>
                  </a:lnTo>
                  <a:lnTo>
                    <a:pt x="2252472" y="90931"/>
                  </a:lnTo>
                  <a:lnTo>
                    <a:pt x="2245318" y="55560"/>
                  </a:lnTo>
                  <a:lnTo>
                    <a:pt x="2225817" y="26654"/>
                  </a:lnTo>
                  <a:lnTo>
                    <a:pt x="2196911" y="7153"/>
                  </a:lnTo>
                  <a:lnTo>
                    <a:pt x="21615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66994" y="2076450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0" y="90931"/>
                  </a:moveTo>
                  <a:lnTo>
                    <a:pt x="7153" y="55560"/>
                  </a:lnTo>
                  <a:lnTo>
                    <a:pt x="26654" y="26654"/>
                  </a:lnTo>
                  <a:lnTo>
                    <a:pt x="55560" y="7153"/>
                  </a:lnTo>
                  <a:lnTo>
                    <a:pt x="90931" y="0"/>
                  </a:lnTo>
                  <a:lnTo>
                    <a:pt x="2161539" y="0"/>
                  </a:lnTo>
                  <a:lnTo>
                    <a:pt x="2196911" y="7153"/>
                  </a:lnTo>
                  <a:lnTo>
                    <a:pt x="2225817" y="26654"/>
                  </a:lnTo>
                  <a:lnTo>
                    <a:pt x="2245318" y="55560"/>
                  </a:lnTo>
                  <a:lnTo>
                    <a:pt x="2252472" y="90931"/>
                  </a:lnTo>
                  <a:lnTo>
                    <a:pt x="2252472" y="454660"/>
                  </a:lnTo>
                  <a:lnTo>
                    <a:pt x="2245318" y="490031"/>
                  </a:lnTo>
                  <a:lnTo>
                    <a:pt x="2225817" y="518937"/>
                  </a:lnTo>
                  <a:lnTo>
                    <a:pt x="2196911" y="538438"/>
                  </a:lnTo>
                  <a:lnTo>
                    <a:pt x="2161539" y="545592"/>
                  </a:lnTo>
                  <a:lnTo>
                    <a:pt x="90931" y="545592"/>
                  </a:lnTo>
                  <a:lnTo>
                    <a:pt x="55560" y="538438"/>
                  </a:lnTo>
                  <a:lnTo>
                    <a:pt x="26654" y="518937"/>
                  </a:lnTo>
                  <a:lnTo>
                    <a:pt x="7153" y="490031"/>
                  </a:lnTo>
                  <a:lnTo>
                    <a:pt x="0" y="454660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47866" y="2193493"/>
            <a:ext cx="4914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654294" y="2997961"/>
            <a:ext cx="2278380" cy="571500"/>
            <a:chOff x="5654294" y="2997961"/>
            <a:chExt cx="2278380" cy="571500"/>
          </a:xfrm>
        </p:grpSpPr>
        <p:sp>
          <p:nvSpPr>
            <p:cNvPr id="36" name="object 36"/>
            <p:cNvSpPr/>
            <p:nvPr/>
          </p:nvSpPr>
          <p:spPr>
            <a:xfrm>
              <a:off x="5666994" y="3010661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2161539" y="0"/>
                  </a:moveTo>
                  <a:lnTo>
                    <a:pt x="90931" y="0"/>
                  </a:lnTo>
                  <a:lnTo>
                    <a:pt x="55560" y="7153"/>
                  </a:lnTo>
                  <a:lnTo>
                    <a:pt x="26654" y="26654"/>
                  </a:lnTo>
                  <a:lnTo>
                    <a:pt x="7153" y="55560"/>
                  </a:lnTo>
                  <a:lnTo>
                    <a:pt x="0" y="90931"/>
                  </a:lnTo>
                  <a:lnTo>
                    <a:pt x="0" y="454660"/>
                  </a:lnTo>
                  <a:lnTo>
                    <a:pt x="7153" y="490031"/>
                  </a:lnTo>
                  <a:lnTo>
                    <a:pt x="26654" y="518937"/>
                  </a:lnTo>
                  <a:lnTo>
                    <a:pt x="55560" y="538438"/>
                  </a:lnTo>
                  <a:lnTo>
                    <a:pt x="90931" y="545591"/>
                  </a:lnTo>
                  <a:lnTo>
                    <a:pt x="2161539" y="545591"/>
                  </a:lnTo>
                  <a:lnTo>
                    <a:pt x="2196911" y="538438"/>
                  </a:lnTo>
                  <a:lnTo>
                    <a:pt x="2225817" y="518937"/>
                  </a:lnTo>
                  <a:lnTo>
                    <a:pt x="2245318" y="490031"/>
                  </a:lnTo>
                  <a:lnTo>
                    <a:pt x="2252472" y="454660"/>
                  </a:lnTo>
                  <a:lnTo>
                    <a:pt x="2252472" y="90931"/>
                  </a:lnTo>
                  <a:lnTo>
                    <a:pt x="2245318" y="55560"/>
                  </a:lnTo>
                  <a:lnTo>
                    <a:pt x="2225817" y="26654"/>
                  </a:lnTo>
                  <a:lnTo>
                    <a:pt x="2196911" y="7153"/>
                  </a:lnTo>
                  <a:lnTo>
                    <a:pt x="21615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66994" y="3010661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0" y="90931"/>
                  </a:moveTo>
                  <a:lnTo>
                    <a:pt x="7153" y="55560"/>
                  </a:lnTo>
                  <a:lnTo>
                    <a:pt x="26654" y="26654"/>
                  </a:lnTo>
                  <a:lnTo>
                    <a:pt x="55560" y="7153"/>
                  </a:lnTo>
                  <a:lnTo>
                    <a:pt x="90931" y="0"/>
                  </a:lnTo>
                  <a:lnTo>
                    <a:pt x="2161539" y="0"/>
                  </a:lnTo>
                  <a:lnTo>
                    <a:pt x="2196911" y="7153"/>
                  </a:lnTo>
                  <a:lnTo>
                    <a:pt x="2225817" y="26654"/>
                  </a:lnTo>
                  <a:lnTo>
                    <a:pt x="2245318" y="55560"/>
                  </a:lnTo>
                  <a:lnTo>
                    <a:pt x="2252472" y="90931"/>
                  </a:lnTo>
                  <a:lnTo>
                    <a:pt x="2252472" y="454660"/>
                  </a:lnTo>
                  <a:lnTo>
                    <a:pt x="2245318" y="490031"/>
                  </a:lnTo>
                  <a:lnTo>
                    <a:pt x="2225817" y="518937"/>
                  </a:lnTo>
                  <a:lnTo>
                    <a:pt x="2196911" y="538438"/>
                  </a:lnTo>
                  <a:lnTo>
                    <a:pt x="2161539" y="545591"/>
                  </a:lnTo>
                  <a:lnTo>
                    <a:pt x="90931" y="545591"/>
                  </a:lnTo>
                  <a:lnTo>
                    <a:pt x="55560" y="538438"/>
                  </a:lnTo>
                  <a:lnTo>
                    <a:pt x="26654" y="518937"/>
                  </a:lnTo>
                  <a:lnTo>
                    <a:pt x="7153" y="490031"/>
                  </a:lnTo>
                  <a:lnTo>
                    <a:pt x="0" y="454660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78345" y="3127629"/>
            <a:ext cx="431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654294" y="3930650"/>
            <a:ext cx="2278380" cy="571500"/>
            <a:chOff x="5654294" y="3930650"/>
            <a:chExt cx="2278380" cy="571500"/>
          </a:xfrm>
        </p:grpSpPr>
        <p:sp>
          <p:nvSpPr>
            <p:cNvPr id="40" name="object 40"/>
            <p:cNvSpPr/>
            <p:nvPr/>
          </p:nvSpPr>
          <p:spPr>
            <a:xfrm>
              <a:off x="5666994" y="3943350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2161539" y="0"/>
                  </a:moveTo>
                  <a:lnTo>
                    <a:pt x="90931" y="0"/>
                  </a:lnTo>
                  <a:lnTo>
                    <a:pt x="55560" y="7146"/>
                  </a:lnTo>
                  <a:lnTo>
                    <a:pt x="26654" y="26635"/>
                  </a:lnTo>
                  <a:lnTo>
                    <a:pt x="7153" y="55539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53" y="490052"/>
                  </a:lnTo>
                  <a:lnTo>
                    <a:pt x="26654" y="518956"/>
                  </a:lnTo>
                  <a:lnTo>
                    <a:pt x="55560" y="538445"/>
                  </a:lnTo>
                  <a:lnTo>
                    <a:pt x="90931" y="545592"/>
                  </a:lnTo>
                  <a:lnTo>
                    <a:pt x="2161539" y="545592"/>
                  </a:lnTo>
                  <a:lnTo>
                    <a:pt x="2196911" y="538445"/>
                  </a:lnTo>
                  <a:lnTo>
                    <a:pt x="2225817" y="518956"/>
                  </a:lnTo>
                  <a:lnTo>
                    <a:pt x="2245318" y="490052"/>
                  </a:lnTo>
                  <a:lnTo>
                    <a:pt x="2252472" y="454659"/>
                  </a:lnTo>
                  <a:lnTo>
                    <a:pt x="2252472" y="90931"/>
                  </a:lnTo>
                  <a:lnTo>
                    <a:pt x="2245318" y="55539"/>
                  </a:lnTo>
                  <a:lnTo>
                    <a:pt x="2225817" y="26635"/>
                  </a:lnTo>
                  <a:lnTo>
                    <a:pt x="2196911" y="7146"/>
                  </a:lnTo>
                  <a:lnTo>
                    <a:pt x="21615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66994" y="3943350"/>
              <a:ext cx="2252980" cy="546100"/>
            </a:xfrm>
            <a:custGeom>
              <a:avLst/>
              <a:gdLst/>
              <a:ahLst/>
              <a:cxnLst/>
              <a:rect l="l" t="t" r="r" b="b"/>
              <a:pathLst>
                <a:path w="2252979" h="546100">
                  <a:moveTo>
                    <a:pt x="0" y="90931"/>
                  </a:moveTo>
                  <a:lnTo>
                    <a:pt x="7153" y="55539"/>
                  </a:lnTo>
                  <a:lnTo>
                    <a:pt x="26654" y="26635"/>
                  </a:lnTo>
                  <a:lnTo>
                    <a:pt x="55560" y="7146"/>
                  </a:lnTo>
                  <a:lnTo>
                    <a:pt x="90931" y="0"/>
                  </a:lnTo>
                  <a:lnTo>
                    <a:pt x="2161539" y="0"/>
                  </a:lnTo>
                  <a:lnTo>
                    <a:pt x="2196911" y="7146"/>
                  </a:lnTo>
                  <a:lnTo>
                    <a:pt x="2225817" y="26635"/>
                  </a:lnTo>
                  <a:lnTo>
                    <a:pt x="2245318" y="55539"/>
                  </a:lnTo>
                  <a:lnTo>
                    <a:pt x="2252472" y="90931"/>
                  </a:lnTo>
                  <a:lnTo>
                    <a:pt x="2252472" y="454659"/>
                  </a:lnTo>
                  <a:lnTo>
                    <a:pt x="2245318" y="490052"/>
                  </a:lnTo>
                  <a:lnTo>
                    <a:pt x="2225817" y="518956"/>
                  </a:lnTo>
                  <a:lnTo>
                    <a:pt x="2196911" y="538445"/>
                  </a:lnTo>
                  <a:lnTo>
                    <a:pt x="2161539" y="545592"/>
                  </a:lnTo>
                  <a:lnTo>
                    <a:pt x="90931" y="545592"/>
                  </a:lnTo>
                  <a:lnTo>
                    <a:pt x="55560" y="538445"/>
                  </a:lnTo>
                  <a:lnTo>
                    <a:pt x="26654" y="518956"/>
                  </a:lnTo>
                  <a:lnTo>
                    <a:pt x="7153" y="490052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293358" y="4061256"/>
            <a:ext cx="1002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ase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673595" y="1260322"/>
            <a:ext cx="234950" cy="2818130"/>
            <a:chOff x="6673595" y="1260322"/>
            <a:chExt cx="234950" cy="2818130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3595" y="1260322"/>
              <a:ext cx="234670" cy="95100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755129" y="1282445"/>
              <a:ext cx="76200" cy="794385"/>
            </a:xfrm>
            <a:custGeom>
              <a:avLst/>
              <a:gdLst/>
              <a:ahLst/>
              <a:cxnLst/>
              <a:rect l="l" t="t" r="r" b="b"/>
              <a:pathLst>
                <a:path w="76200" h="794385">
                  <a:moveTo>
                    <a:pt x="25400" y="717676"/>
                  </a:moveTo>
                  <a:lnTo>
                    <a:pt x="0" y="717676"/>
                  </a:lnTo>
                  <a:lnTo>
                    <a:pt x="38100" y="793876"/>
                  </a:lnTo>
                  <a:lnTo>
                    <a:pt x="69850" y="730376"/>
                  </a:lnTo>
                  <a:lnTo>
                    <a:pt x="25400" y="730376"/>
                  </a:lnTo>
                  <a:lnTo>
                    <a:pt x="25400" y="717676"/>
                  </a:lnTo>
                  <a:close/>
                </a:path>
                <a:path w="76200" h="794385">
                  <a:moveTo>
                    <a:pt x="50800" y="0"/>
                  </a:moveTo>
                  <a:lnTo>
                    <a:pt x="25400" y="0"/>
                  </a:lnTo>
                  <a:lnTo>
                    <a:pt x="25400" y="730376"/>
                  </a:lnTo>
                  <a:lnTo>
                    <a:pt x="50800" y="730376"/>
                  </a:lnTo>
                  <a:lnTo>
                    <a:pt x="50800" y="0"/>
                  </a:lnTo>
                  <a:close/>
                </a:path>
                <a:path w="76200" h="794385">
                  <a:moveTo>
                    <a:pt x="76200" y="717676"/>
                  </a:moveTo>
                  <a:lnTo>
                    <a:pt x="50800" y="717676"/>
                  </a:lnTo>
                  <a:lnTo>
                    <a:pt x="50800" y="730376"/>
                  </a:lnTo>
                  <a:lnTo>
                    <a:pt x="69850" y="730376"/>
                  </a:lnTo>
                  <a:lnTo>
                    <a:pt x="76200" y="717676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3595" y="2599944"/>
              <a:ext cx="234670" cy="54406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755129" y="2622041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03"/>
                  </a:moveTo>
                  <a:lnTo>
                    <a:pt x="0" y="311403"/>
                  </a:lnTo>
                  <a:lnTo>
                    <a:pt x="38100" y="387603"/>
                  </a:lnTo>
                  <a:lnTo>
                    <a:pt x="69850" y="324103"/>
                  </a:lnTo>
                  <a:lnTo>
                    <a:pt x="25400" y="324103"/>
                  </a:lnTo>
                  <a:lnTo>
                    <a:pt x="25400" y="311403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03"/>
                  </a:lnTo>
                  <a:lnTo>
                    <a:pt x="50800" y="324103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03"/>
                  </a:moveTo>
                  <a:lnTo>
                    <a:pt x="50800" y="311403"/>
                  </a:lnTo>
                  <a:lnTo>
                    <a:pt x="50800" y="324103"/>
                  </a:lnTo>
                  <a:lnTo>
                    <a:pt x="69850" y="324103"/>
                  </a:lnTo>
                  <a:lnTo>
                    <a:pt x="76200" y="311403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3595" y="3534156"/>
              <a:ext cx="234670" cy="54406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755129" y="3556253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04"/>
                  </a:moveTo>
                  <a:lnTo>
                    <a:pt x="0" y="311404"/>
                  </a:lnTo>
                  <a:lnTo>
                    <a:pt x="38100" y="387642"/>
                  </a:lnTo>
                  <a:lnTo>
                    <a:pt x="69834" y="324142"/>
                  </a:lnTo>
                  <a:lnTo>
                    <a:pt x="25400" y="324142"/>
                  </a:lnTo>
                  <a:lnTo>
                    <a:pt x="25400" y="311404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42"/>
                  </a:lnTo>
                  <a:lnTo>
                    <a:pt x="50800" y="324142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04"/>
                  </a:moveTo>
                  <a:lnTo>
                    <a:pt x="50800" y="311404"/>
                  </a:lnTo>
                  <a:lnTo>
                    <a:pt x="50800" y="324142"/>
                  </a:lnTo>
                  <a:lnTo>
                    <a:pt x="69834" y="324142"/>
                  </a:lnTo>
                  <a:lnTo>
                    <a:pt x="76200" y="311404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872478" y="1494485"/>
            <a:ext cx="59309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HTTP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392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Security</a:t>
            </a:r>
            <a:r>
              <a:rPr sz="2800" spc="5" dirty="0"/>
              <a:t> </a:t>
            </a:r>
            <a:r>
              <a:rPr sz="2800" spc="-5" dirty="0"/>
              <a:t>Group</a:t>
            </a:r>
            <a:r>
              <a:rPr sz="2800" spc="5" dirty="0"/>
              <a:t> </a:t>
            </a:r>
            <a:r>
              <a:rPr sz="2800" spc="-5" dirty="0"/>
              <a:t>is</a:t>
            </a:r>
            <a:r>
              <a:rPr sz="2800" spc="-10" dirty="0"/>
              <a:t> </a:t>
            </a:r>
            <a:r>
              <a:rPr sz="2800" spc="-5" dirty="0"/>
              <a:t>Stateful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819911" y="2147316"/>
            <a:ext cx="2853055" cy="1423670"/>
            <a:chOff x="819911" y="2147316"/>
            <a:chExt cx="2853055" cy="1423670"/>
          </a:xfrm>
        </p:grpSpPr>
        <p:sp>
          <p:nvSpPr>
            <p:cNvPr id="4" name="object 4"/>
            <p:cNvSpPr/>
            <p:nvPr/>
          </p:nvSpPr>
          <p:spPr>
            <a:xfrm>
              <a:off x="819911" y="2147316"/>
              <a:ext cx="2853055" cy="1423670"/>
            </a:xfrm>
            <a:custGeom>
              <a:avLst/>
              <a:gdLst/>
              <a:ahLst/>
              <a:cxnLst/>
              <a:rect l="l" t="t" r="r" b="b"/>
              <a:pathLst>
                <a:path w="2853054" h="1423670">
                  <a:moveTo>
                    <a:pt x="2615691" y="0"/>
                  </a:moveTo>
                  <a:lnTo>
                    <a:pt x="237235" y="0"/>
                  </a:lnTo>
                  <a:lnTo>
                    <a:pt x="189427" y="4818"/>
                  </a:lnTo>
                  <a:lnTo>
                    <a:pt x="144896" y="18637"/>
                  </a:lnTo>
                  <a:lnTo>
                    <a:pt x="104598" y="40505"/>
                  </a:lnTo>
                  <a:lnTo>
                    <a:pt x="69488" y="69468"/>
                  </a:lnTo>
                  <a:lnTo>
                    <a:pt x="40518" y="104576"/>
                  </a:lnTo>
                  <a:lnTo>
                    <a:pt x="18644" y="144875"/>
                  </a:lnTo>
                  <a:lnTo>
                    <a:pt x="4820" y="189412"/>
                  </a:lnTo>
                  <a:lnTo>
                    <a:pt x="0" y="237235"/>
                  </a:lnTo>
                  <a:lnTo>
                    <a:pt x="0" y="1186179"/>
                  </a:lnTo>
                  <a:lnTo>
                    <a:pt x="4820" y="1234003"/>
                  </a:lnTo>
                  <a:lnTo>
                    <a:pt x="18644" y="1278540"/>
                  </a:lnTo>
                  <a:lnTo>
                    <a:pt x="40518" y="1318839"/>
                  </a:lnTo>
                  <a:lnTo>
                    <a:pt x="69488" y="1353946"/>
                  </a:lnTo>
                  <a:lnTo>
                    <a:pt x="104598" y="1382910"/>
                  </a:lnTo>
                  <a:lnTo>
                    <a:pt x="144896" y="1404778"/>
                  </a:lnTo>
                  <a:lnTo>
                    <a:pt x="189427" y="1418597"/>
                  </a:lnTo>
                  <a:lnTo>
                    <a:pt x="237235" y="1423415"/>
                  </a:lnTo>
                  <a:lnTo>
                    <a:pt x="2615691" y="1423415"/>
                  </a:lnTo>
                  <a:lnTo>
                    <a:pt x="2663515" y="1418597"/>
                  </a:lnTo>
                  <a:lnTo>
                    <a:pt x="2708052" y="1404778"/>
                  </a:lnTo>
                  <a:lnTo>
                    <a:pt x="2748351" y="1382910"/>
                  </a:lnTo>
                  <a:lnTo>
                    <a:pt x="2783459" y="1353946"/>
                  </a:lnTo>
                  <a:lnTo>
                    <a:pt x="2812422" y="1318839"/>
                  </a:lnTo>
                  <a:lnTo>
                    <a:pt x="2834290" y="1278540"/>
                  </a:lnTo>
                  <a:lnTo>
                    <a:pt x="2848109" y="1234003"/>
                  </a:lnTo>
                  <a:lnTo>
                    <a:pt x="2852928" y="1186179"/>
                  </a:lnTo>
                  <a:lnTo>
                    <a:pt x="2852928" y="237235"/>
                  </a:lnTo>
                  <a:lnTo>
                    <a:pt x="2848109" y="189412"/>
                  </a:lnTo>
                  <a:lnTo>
                    <a:pt x="2834290" y="144875"/>
                  </a:lnTo>
                  <a:lnTo>
                    <a:pt x="2812422" y="104576"/>
                  </a:lnTo>
                  <a:lnTo>
                    <a:pt x="2783459" y="69468"/>
                  </a:lnTo>
                  <a:lnTo>
                    <a:pt x="2748351" y="40505"/>
                  </a:lnTo>
                  <a:lnTo>
                    <a:pt x="2708052" y="18637"/>
                  </a:lnTo>
                  <a:lnTo>
                    <a:pt x="2663515" y="4818"/>
                  </a:lnTo>
                  <a:lnTo>
                    <a:pt x="26156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2369566" y="0"/>
                  </a:moveTo>
                  <a:lnTo>
                    <a:pt x="123697" y="0"/>
                  </a:lnTo>
                  <a:lnTo>
                    <a:pt x="75550" y="9719"/>
                  </a:lnTo>
                  <a:lnTo>
                    <a:pt x="36231" y="36226"/>
                  </a:lnTo>
                  <a:lnTo>
                    <a:pt x="9721" y="75545"/>
                  </a:lnTo>
                  <a:lnTo>
                    <a:pt x="0" y="123697"/>
                  </a:lnTo>
                  <a:lnTo>
                    <a:pt x="0" y="618489"/>
                  </a:lnTo>
                  <a:lnTo>
                    <a:pt x="9721" y="666642"/>
                  </a:lnTo>
                  <a:lnTo>
                    <a:pt x="36231" y="705961"/>
                  </a:lnTo>
                  <a:lnTo>
                    <a:pt x="75550" y="732468"/>
                  </a:lnTo>
                  <a:lnTo>
                    <a:pt x="123697" y="742188"/>
                  </a:lnTo>
                  <a:lnTo>
                    <a:pt x="2369566" y="742188"/>
                  </a:lnTo>
                  <a:lnTo>
                    <a:pt x="2417718" y="732468"/>
                  </a:lnTo>
                  <a:lnTo>
                    <a:pt x="2457037" y="705961"/>
                  </a:lnTo>
                  <a:lnTo>
                    <a:pt x="2483544" y="666642"/>
                  </a:lnTo>
                  <a:lnTo>
                    <a:pt x="2493264" y="618489"/>
                  </a:lnTo>
                  <a:lnTo>
                    <a:pt x="2493264" y="123697"/>
                  </a:lnTo>
                  <a:lnTo>
                    <a:pt x="2483544" y="75545"/>
                  </a:lnTo>
                  <a:lnTo>
                    <a:pt x="2457037" y="36226"/>
                  </a:lnTo>
                  <a:lnTo>
                    <a:pt x="2417718" y="9719"/>
                  </a:lnTo>
                  <a:lnTo>
                    <a:pt x="2369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0505" y="2346198"/>
              <a:ext cx="2493645" cy="742315"/>
            </a:xfrm>
            <a:custGeom>
              <a:avLst/>
              <a:gdLst/>
              <a:ahLst/>
              <a:cxnLst/>
              <a:rect l="l" t="t" r="r" b="b"/>
              <a:pathLst>
                <a:path w="2493645" h="742314">
                  <a:moveTo>
                    <a:pt x="0" y="123697"/>
                  </a:moveTo>
                  <a:lnTo>
                    <a:pt x="9721" y="75545"/>
                  </a:lnTo>
                  <a:lnTo>
                    <a:pt x="36231" y="36226"/>
                  </a:lnTo>
                  <a:lnTo>
                    <a:pt x="75550" y="9719"/>
                  </a:lnTo>
                  <a:lnTo>
                    <a:pt x="123697" y="0"/>
                  </a:lnTo>
                  <a:lnTo>
                    <a:pt x="2369566" y="0"/>
                  </a:lnTo>
                  <a:lnTo>
                    <a:pt x="2417718" y="9719"/>
                  </a:lnTo>
                  <a:lnTo>
                    <a:pt x="2457037" y="36226"/>
                  </a:lnTo>
                  <a:lnTo>
                    <a:pt x="2483544" y="75545"/>
                  </a:lnTo>
                  <a:lnTo>
                    <a:pt x="2493264" y="123697"/>
                  </a:lnTo>
                  <a:lnTo>
                    <a:pt x="2493264" y="618489"/>
                  </a:lnTo>
                  <a:lnTo>
                    <a:pt x="2483544" y="666642"/>
                  </a:lnTo>
                  <a:lnTo>
                    <a:pt x="2457037" y="705961"/>
                  </a:lnTo>
                  <a:lnTo>
                    <a:pt x="2417718" y="732468"/>
                  </a:lnTo>
                  <a:lnTo>
                    <a:pt x="2369566" y="742188"/>
                  </a:lnTo>
                  <a:lnTo>
                    <a:pt x="123697" y="742188"/>
                  </a:lnTo>
                  <a:lnTo>
                    <a:pt x="75550" y="732468"/>
                  </a:lnTo>
                  <a:lnTo>
                    <a:pt x="36231" y="705961"/>
                  </a:lnTo>
                  <a:lnTo>
                    <a:pt x="9721" y="666642"/>
                  </a:lnTo>
                  <a:lnTo>
                    <a:pt x="0" y="618489"/>
                  </a:lnTo>
                  <a:lnTo>
                    <a:pt x="0" y="123697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32966" y="2561285"/>
            <a:ext cx="1226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r>
              <a:rPr sz="18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27302" y="1286510"/>
            <a:ext cx="1578610" cy="877569"/>
            <a:chOff x="1527302" y="1286510"/>
            <a:chExt cx="1578610" cy="877569"/>
          </a:xfrm>
        </p:grpSpPr>
        <p:sp>
          <p:nvSpPr>
            <p:cNvPr id="9" name="object 9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277748" y="0"/>
                  </a:moveTo>
                  <a:lnTo>
                    <a:pt x="92583" y="0"/>
                  </a:lnTo>
                  <a:lnTo>
                    <a:pt x="92583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8" y="663701"/>
                  </a:lnTo>
                  <a:lnTo>
                    <a:pt x="277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40002" y="1302258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0" y="663701"/>
                  </a:moveTo>
                  <a:lnTo>
                    <a:pt x="92583" y="663701"/>
                  </a:lnTo>
                  <a:lnTo>
                    <a:pt x="92583" y="0"/>
                  </a:lnTo>
                  <a:lnTo>
                    <a:pt x="277748" y="0"/>
                  </a:lnTo>
                  <a:lnTo>
                    <a:pt x="277748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6" y="0"/>
                  </a:moveTo>
                  <a:lnTo>
                    <a:pt x="0" y="185165"/>
                  </a:lnTo>
                  <a:lnTo>
                    <a:pt x="92582" y="185165"/>
                  </a:lnTo>
                  <a:lnTo>
                    <a:pt x="92582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1" y="185165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2626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1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2" y="848867"/>
                  </a:lnTo>
                  <a:lnTo>
                    <a:pt x="92582" y="185165"/>
                  </a:lnTo>
                  <a:lnTo>
                    <a:pt x="0" y="185165"/>
                  </a:lnTo>
                  <a:lnTo>
                    <a:pt x="185166" y="0"/>
                  </a:lnTo>
                  <a:lnTo>
                    <a:pt x="370331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12389" y="1392682"/>
            <a:ext cx="9956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90" dirty="0">
                <a:solidFill>
                  <a:srgbClr val="464646"/>
                </a:solidFill>
                <a:latin typeface="Arial"/>
                <a:cs typeface="Arial"/>
              </a:rPr>
              <a:t>tb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225" dirty="0">
                <a:solidFill>
                  <a:srgbClr val="464646"/>
                </a:solidFill>
                <a:latin typeface="Arial"/>
                <a:cs typeface="Arial"/>
              </a:rPr>
              <a:t>response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2010" y="1392682"/>
            <a:ext cx="8305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5423" y="4127703"/>
            <a:ext cx="7165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If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request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is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allowed,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464646"/>
                </a:solidFill>
                <a:latin typeface="Microsoft Sans Serif"/>
                <a:cs typeface="Microsoft Sans Serif"/>
              </a:rPr>
              <a:t>response</a:t>
            </a: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for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request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is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automatically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allowed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70932" y="2147316"/>
            <a:ext cx="2851785" cy="1423670"/>
            <a:chOff x="5170932" y="2147316"/>
            <a:chExt cx="2851785" cy="1423670"/>
          </a:xfrm>
        </p:grpSpPr>
        <p:sp>
          <p:nvSpPr>
            <p:cNvPr id="17" name="object 17"/>
            <p:cNvSpPr/>
            <p:nvPr/>
          </p:nvSpPr>
          <p:spPr>
            <a:xfrm>
              <a:off x="5170932" y="2147316"/>
              <a:ext cx="2851785" cy="1423670"/>
            </a:xfrm>
            <a:custGeom>
              <a:avLst/>
              <a:gdLst/>
              <a:ahLst/>
              <a:cxnLst/>
              <a:rect l="l" t="t" r="r" b="b"/>
              <a:pathLst>
                <a:path w="2851784" h="1423670">
                  <a:moveTo>
                    <a:pt x="2614167" y="0"/>
                  </a:moveTo>
                  <a:lnTo>
                    <a:pt x="237235" y="0"/>
                  </a:lnTo>
                  <a:lnTo>
                    <a:pt x="189412" y="4818"/>
                  </a:lnTo>
                  <a:lnTo>
                    <a:pt x="144875" y="18637"/>
                  </a:lnTo>
                  <a:lnTo>
                    <a:pt x="104576" y="40505"/>
                  </a:lnTo>
                  <a:lnTo>
                    <a:pt x="69468" y="69468"/>
                  </a:lnTo>
                  <a:lnTo>
                    <a:pt x="40505" y="104576"/>
                  </a:lnTo>
                  <a:lnTo>
                    <a:pt x="18637" y="144875"/>
                  </a:lnTo>
                  <a:lnTo>
                    <a:pt x="4818" y="189412"/>
                  </a:lnTo>
                  <a:lnTo>
                    <a:pt x="0" y="237235"/>
                  </a:lnTo>
                  <a:lnTo>
                    <a:pt x="0" y="1186179"/>
                  </a:lnTo>
                  <a:lnTo>
                    <a:pt x="4818" y="1234003"/>
                  </a:lnTo>
                  <a:lnTo>
                    <a:pt x="18637" y="1278540"/>
                  </a:lnTo>
                  <a:lnTo>
                    <a:pt x="40505" y="1318839"/>
                  </a:lnTo>
                  <a:lnTo>
                    <a:pt x="69469" y="1353946"/>
                  </a:lnTo>
                  <a:lnTo>
                    <a:pt x="104576" y="1382910"/>
                  </a:lnTo>
                  <a:lnTo>
                    <a:pt x="144875" y="1404778"/>
                  </a:lnTo>
                  <a:lnTo>
                    <a:pt x="189412" y="1418597"/>
                  </a:lnTo>
                  <a:lnTo>
                    <a:pt x="237235" y="1423415"/>
                  </a:lnTo>
                  <a:lnTo>
                    <a:pt x="2614167" y="1423415"/>
                  </a:lnTo>
                  <a:lnTo>
                    <a:pt x="2661991" y="1418597"/>
                  </a:lnTo>
                  <a:lnTo>
                    <a:pt x="2706528" y="1404778"/>
                  </a:lnTo>
                  <a:lnTo>
                    <a:pt x="2746827" y="1382910"/>
                  </a:lnTo>
                  <a:lnTo>
                    <a:pt x="2781935" y="1353946"/>
                  </a:lnTo>
                  <a:lnTo>
                    <a:pt x="2810898" y="1318839"/>
                  </a:lnTo>
                  <a:lnTo>
                    <a:pt x="2832766" y="1278540"/>
                  </a:lnTo>
                  <a:lnTo>
                    <a:pt x="2846585" y="1234003"/>
                  </a:lnTo>
                  <a:lnTo>
                    <a:pt x="2851403" y="1186179"/>
                  </a:lnTo>
                  <a:lnTo>
                    <a:pt x="2851403" y="237235"/>
                  </a:lnTo>
                  <a:lnTo>
                    <a:pt x="2846585" y="189412"/>
                  </a:lnTo>
                  <a:lnTo>
                    <a:pt x="2832766" y="144875"/>
                  </a:lnTo>
                  <a:lnTo>
                    <a:pt x="2810898" y="104576"/>
                  </a:lnTo>
                  <a:lnTo>
                    <a:pt x="2781935" y="69468"/>
                  </a:lnTo>
                  <a:lnTo>
                    <a:pt x="2746827" y="40505"/>
                  </a:lnTo>
                  <a:lnTo>
                    <a:pt x="2706528" y="18637"/>
                  </a:lnTo>
                  <a:lnTo>
                    <a:pt x="2661991" y="4818"/>
                  </a:lnTo>
                  <a:lnTo>
                    <a:pt x="261416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50002" y="2346198"/>
              <a:ext cx="2494915" cy="742315"/>
            </a:xfrm>
            <a:custGeom>
              <a:avLst/>
              <a:gdLst/>
              <a:ahLst/>
              <a:cxnLst/>
              <a:rect l="l" t="t" r="r" b="b"/>
              <a:pathLst>
                <a:path w="2494915" h="742314">
                  <a:moveTo>
                    <a:pt x="2371090" y="0"/>
                  </a:moveTo>
                  <a:lnTo>
                    <a:pt x="123698" y="0"/>
                  </a:lnTo>
                  <a:lnTo>
                    <a:pt x="75545" y="9719"/>
                  </a:lnTo>
                  <a:lnTo>
                    <a:pt x="36226" y="36226"/>
                  </a:lnTo>
                  <a:lnTo>
                    <a:pt x="9719" y="75545"/>
                  </a:lnTo>
                  <a:lnTo>
                    <a:pt x="0" y="123697"/>
                  </a:lnTo>
                  <a:lnTo>
                    <a:pt x="0" y="618489"/>
                  </a:lnTo>
                  <a:lnTo>
                    <a:pt x="9719" y="666642"/>
                  </a:lnTo>
                  <a:lnTo>
                    <a:pt x="36226" y="705961"/>
                  </a:lnTo>
                  <a:lnTo>
                    <a:pt x="75545" y="732468"/>
                  </a:lnTo>
                  <a:lnTo>
                    <a:pt x="123698" y="742188"/>
                  </a:lnTo>
                  <a:lnTo>
                    <a:pt x="2371090" y="742188"/>
                  </a:lnTo>
                  <a:lnTo>
                    <a:pt x="2419242" y="732468"/>
                  </a:lnTo>
                  <a:lnTo>
                    <a:pt x="2458561" y="705961"/>
                  </a:lnTo>
                  <a:lnTo>
                    <a:pt x="2485068" y="666642"/>
                  </a:lnTo>
                  <a:lnTo>
                    <a:pt x="2494788" y="618489"/>
                  </a:lnTo>
                  <a:lnTo>
                    <a:pt x="2494788" y="123697"/>
                  </a:lnTo>
                  <a:lnTo>
                    <a:pt x="2485068" y="75545"/>
                  </a:lnTo>
                  <a:lnTo>
                    <a:pt x="2458561" y="36226"/>
                  </a:lnTo>
                  <a:lnTo>
                    <a:pt x="2419242" y="9719"/>
                  </a:lnTo>
                  <a:lnTo>
                    <a:pt x="2371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50002" y="2346198"/>
              <a:ext cx="2494915" cy="742315"/>
            </a:xfrm>
            <a:custGeom>
              <a:avLst/>
              <a:gdLst/>
              <a:ahLst/>
              <a:cxnLst/>
              <a:rect l="l" t="t" r="r" b="b"/>
              <a:pathLst>
                <a:path w="2494915" h="742314">
                  <a:moveTo>
                    <a:pt x="0" y="123697"/>
                  </a:moveTo>
                  <a:lnTo>
                    <a:pt x="9719" y="75545"/>
                  </a:lnTo>
                  <a:lnTo>
                    <a:pt x="36226" y="36226"/>
                  </a:lnTo>
                  <a:lnTo>
                    <a:pt x="75545" y="9719"/>
                  </a:lnTo>
                  <a:lnTo>
                    <a:pt x="123698" y="0"/>
                  </a:lnTo>
                  <a:lnTo>
                    <a:pt x="2371090" y="0"/>
                  </a:lnTo>
                  <a:lnTo>
                    <a:pt x="2419242" y="9719"/>
                  </a:lnTo>
                  <a:lnTo>
                    <a:pt x="2458561" y="36226"/>
                  </a:lnTo>
                  <a:lnTo>
                    <a:pt x="2485068" y="75545"/>
                  </a:lnTo>
                  <a:lnTo>
                    <a:pt x="2494788" y="123697"/>
                  </a:lnTo>
                  <a:lnTo>
                    <a:pt x="2494788" y="618489"/>
                  </a:lnTo>
                  <a:lnTo>
                    <a:pt x="2485068" y="666642"/>
                  </a:lnTo>
                  <a:lnTo>
                    <a:pt x="2458561" y="705961"/>
                  </a:lnTo>
                  <a:lnTo>
                    <a:pt x="2419242" y="732468"/>
                  </a:lnTo>
                  <a:lnTo>
                    <a:pt x="2371090" y="742188"/>
                  </a:lnTo>
                  <a:lnTo>
                    <a:pt x="123698" y="742188"/>
                  </a:lnTo>
                  <a:lnTo>
                    <a:pt x="75545" y="732468"/>
                  </a:lnTo>
                  <a:lnTo>
                    <a:pt x="36226" y="705961"/>
                  </a:lnTo>
                  <a:lnTo>
                    <a:pt x="9719" y="666642"/>
                  </a:lnTo>
                  <a:lnTo>
                    <a:pt x="0" y="618489"/>
                  </a:lnTo>
                  <a:lnTo>
                    <a:pt x="0" y="123697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983351" y="2561285"/>
            <a:ext cx="12274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99658" y="1286510"/>
            <a:ext cx="1452245" cy="874394"/>
            <a:chOff x="5899658" y="1286510"/>
            <a:chExt cx="1452245" cy="874394"/>
          </a:xfrm>
        </p:grpSpPr>
        <p:sp>
          <p:nvSpPr>
            <p:cNvPr id="22" name="object 22"/>
            <p:cNvSpPr/>
            <p:nvPr/>
          </p:nvSpPr>
          <p:spPr>
            <a:xfrm>
              <a:off x="6968490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277749" y="0"/>
                  </a:moveTo>
                  <a:lnTo>
                    <a:pt x="92582" y="0"/>
                  </a:lnTo>
                  <a:lnTo>
                    <a:pt x="92582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9" y="663701"/>
                  </a:lnTo>
                  <a:lnTo>
                    <a:pt x="277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68490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0" y="663701"/>
                  </a:moveTo>
                  <a:lnTo>
                    <a:pt x="92582" y="663701"/>
                  </a:lnTo>
                  <a:lnTo>
                    <a:pt x="92582" y="0"/>
                  </a:lnTo>
                  <a:lnTo>
                    <a:pt x="277749" y="0"/>
                  </a:lnTo>
                  <a:lnTo>
                    <a:pt x="277749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12358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5" y="0"/>
                  </a:moveTo>
                  <a:lnTo>
                    <a:pt x="0" y="185165"/>
                  </a:lnTo>
                  <a:lnTo>
                    <a:pt x="92582" y="185165"/>
                  </a:lnTo>
                  <a:lnTo>
                    <a:pt x="92582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1" y="185165"/>
                  </a:lnTo>
                  <a:lnTo>
                    <a:pt x="1851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12358" y="1299210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1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2" y="848867"/>
                  </a:lnTo>
                  <a:lnTo>
                    <a:pt x="92582" y="185165"/>
                  </a:lnTo>
                  <a:lnTo>
                    <a:pt x="0" y="185165"/>
                  </a:lnTo>
                  <a:lnTo>
                    <a:pt x="185165" y="0"/>
                  </a:lnTo>
                  <a:lnTo>
                    <a:pt x="370331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462773" y="1392682"/>
            <a:ext cx="8305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225" dirty="0">
                <a:solidFill>
                  <a:srgbClr val="464646"/>
                </a:solidFill>
                <a:latin typeface="Arial"/>
                <a:cs typeface="Arial"/>
              </a:rPr>
              <a:t>response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09490" y="1392682"/>
            <a:ext cx="9956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90" dirty="0">
                <a:solidFill>
                  <a:srgbClr val="464646"/>
                </a:solidFill>
                <a:latin typeface="Arial"/>
                <a:cs typeface="Arial"/>
              </a:rPr>
              <a:t>tb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72311" y="3033267"/>
            <a:ext cx="1548765" cy="83375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800">
              <a:latin typeface="Arial MT"/>
              <a:cs typeface="Arial MT"/>
            </a:endParaRPr>
          </a:p>
          <a:p>
            <a:pPr marL="66040">
              <a:lnSpc>
                <a:spcPct val="100000"/>
              </a:lnSpc>
              <a:spcBef>
                <a:spcPts val="1019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66942" y="3038729"/>
            <a:ext cx="1604645" cy="82296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75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90" dirty="0">
                <a:solidFill>
                  <a:srgbClr val="464646"/>
                </a:solidFill>
                <a:latin typeface="Arial"/>
                <a:cs typeface="Arial"/>
              </a:rPr>
              <a:t>tb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700" y="2170176"/>
            <a:ext cx="3253740" cy="1973580"/>
          </a:xfrm>
          <a:custGeom>
            <a:avLst/>
            <a:gdLst/>
            <a:ahLst/>
            <a:cxnLst/>
            <a:rect l="l" t="t" r="r" b="b"/>
            <a:pathLst>
              <a:path w="3253740" h="1973579">
                <a:moveTo>
                  <a:pt x="2924810" y="0"/>
                </a:moveTo>
                <a:lnTo>
                  <a:pt x="328930" y="0"/>
                </a:lnTo>
                <a:lnTo>
                  <a:pt x="280323" y="3567"/>
                </a:lnTo>
                <a:lnTo>
                  <a:pt x="233931" y="13930"/>
                </a:lnTo>
                <a:lnTo>
                  <a:pt x="190262" y="30580"/>
                </a:lnTo>
                <a:lnTo>
                  <a:pt x="149825" y="53006"/>
                </a:lnTo>
                <a:lnTo>
                  <a:pt x="113128" y="80698"/>
                </a:lnTo>
                <a:lnTo>
                  <a:pt x="80681" y="113149"/>
                </a:lnTo>
                <a:lnTo>
                  <a:pt x="52993" y="149847"/>
                </a:lnTo>
                <a:lnTo>
                  <a:pt x="30571" y="190284"/>
                </a:lnTo>
                <a:lnTo>
                  <a:pt x="13926" y="233950"/>
                </a:lnTo>
                <a:lnTo>
                  <a:pt x="3566" y="280335"/>
                </a:lnTo>
                <a:lnTo>
                  <a:pt x="0" y="328930"/>
                </a:lnTo>
                <a:lnTo>
                  <a:pt x="0" y="1644650"/>
                </a:lnTo>
                <a:lnTo>
                  <a:pt x="3566" y="1693256"/>
                </a:lnTo>
                <a:lnTo>
                  <a:pt x="13926" y="1739648"/>
                </a:lnTo>
                <a:lnTo>
                  <a:pt x="30571" y="1783317"/>
                </a:lnTo>
                <a:lnTo>
                  <a:pt x="52993" y="1823754"/>
                </a:lnTo>
                <a:lnTo>
                  <a:pt x="80681" y="1860451"/>
                </a:lnTo>
                <a:lnTo>
                  <a:pt x="113128" y="1892898"/>
                </a:lnTo>
                <a:lnTo>
                  <a:pt x="149825" y="1920586"/>
                </a:lnTo>
                <a:lnTo>
                  <a:pt x="190262" y="1943008"/>
                </a:lnTo>
                <a:lnTo>
                  <a:pt x="233931" y="1959653"/>
                </a:lnTo>
                <a:lnTo>
                  <a:pt x="280323" y="1970013"/>
                </a:lnTo>
                <a:lnTo>
                  <a:pt x="328930" y="1973580"/>
                </a:lnTo>
                <a:lnTo>
                  <a:pt x="2924810" y="1973580"/>
                </a:lnTo>
                <a:lnTo>
                  <a:pt x="2973404" y="1970013"/>
                </a:lnTo>
                <a:lnTo>
                  <a:pt x="3019789" y="1959653"/>
                </a:lnTo>
                <a:lnTo>
                  <a:pt x="3063455" y="1943008"/>
                </a:lnTo>
                <a:lnTo>
                  <a:pt x="3103892" y="1920586"/>
                </a:lnTo>
                <a:lnTo>
                  <a:pt x="3140590" y="1892898"/>
                </a:lnTo>
                <a:lnTo>
                  <a:pt x="3173041" y="1860451"/>
                </a:lnTo>
                <a:lnTo>
                  <a:pt x="3200733" y="1823754"/>
                </a:lnTo>
                <a:lnTo>
                  <a:pt x="3223159" y="1783317"/>
                </a:lnTo>
                <a:lnTo>
                  <a:pt x="3239809" y="1739648"/>
                </a:lnTo>
                <a:lnTo>
                  <a:pt x="3250172" y="1693256"/>
                </a:lnTo>
                <a:lnTo>
                  <a:pt x="3253740" y="1644650"/>
                </a:lnTo>
                <a:lnTo>
                  <a:pt x="3253740" y="328930"/>
                </a:lnTo>
                <a:lnTo>
                  <a:pt x="3250172" y="280335"/>
                </a:lnTo>
                <a:lnTo>
                  <a:pt x="3239809" y="233950"/>
                </a:lnTo>
                <a:lnTo>
                  <a:pt x="3223159" y="190284"/>
                </a:lnTo>
                <a:lnTo>
                  <a:pt x="3200733" y="149847"/>
                </a:lnTo>
                <a:lnTo>
                  <a:pt x="3173041" y="113149"/>
                </a:lnTo>
                <a:lnTo>
                  <a:pt x="3140590" y="80698"/>
                </a:lnTo>
                <a:lnTo>
                  <a:pt x="3103892" y="53006"/>
                </a:lnTo>
                <a:lnTo>
                  <a:pt x="3063455" y="30580"/>
                </a:lnTo>
                <a:lnTo>
                  <a:pt x="3019789" y="13930"/>
                </a:lnTo>
                <a:lnTo>
                  <a:pt x="2973404" y="3567"/>
                </a:lnTo>
                <a:lnTo>
                  <a:pt x="292481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29917" y="3702202"/>
            <a:ext cx="525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onsolas"/>
                <a:cs typeface="Consolas"/>
              </a:rPr>
              <a:t>NACL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7976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5285" algn="l"/>
              </a:tabLst>
            </a:pPr>
            <a:r>
              <a:rPr sz="2400" dirty="0"/>
              <a:t>Network</a:t>
            </a:r>
            <a:r>
              <a:rPr sz="2400" spc="-114" dirty="0"/>
              <a:t> </a:t>
            </a:r>
            <a:r>
              <a:rPr sz="2400" spc="-5" dirty="0"/>
              <a:t>Access</a:t>
            </a:r>
            <a:r>
              <a:rPr sz="2400" spc="50" dirty="0"/>
              <a:t> </a:t>
            </a:r>
            <a:r>
              <a:rPr sz="2400" spc="-5" dirty="0"/>
              <a:t>Control </a:t>
            </a:r>
            <a:r>
              <a:rPr sz="2400" dirty="0"/>
              <a:t>List</a:t>
            </a:r>
            <a:r>
              <a:rPr sz="2400" spc="10" dirty="0"/>
              <a:t> </a:t>
            </a:r>
            <a:r>
              <a:rPr sz="2400" spc="-5" dirty="0"/>
              <a:t>(NACL)	</a:t>
            </a:r>
            <a:r>
              <a:rPr sz="2400" dirty="0"/>
              <a:t>–</a:t>
            </a:r>
            <a:r>
              <a:rPr sz="2400" spc="-40" dirty="0"/>
              <a:t> </a:t>
            </a:r>
            <a:r>
              <a:rPr sz="2400" spc="-5" dirty="0"/>
              <a:t>Subnet</a:t>
            </a:r>
            <a:r>
              <a:rPr sz="2400" spc="-25" dirty="0"/>
              <a:t> </a:t>
            </a:r>
            <a:r>
              <a:rPr sz="2400" dirty="0"/>
              <a:t>Firewall</a:t>
            </a:r>
            <a:endParaRPr sz="2400"/>
          </a:p>
        </p:txBody>
      </p:sp>
      <p:grpSp>
        <p:nvGrpSpPr>
          <p:cNvPr id="5" name="object 5"/>
          <p:cNvGrpSpPr/>
          <p:nvPr/>
        </p:nvGrpSpPr>
        <p:grpSpPr>
          <a:xfrm>
            <a:off x="492505" y="2371598"/>
            <a:ext cx="2800985" cy="1299845"/>
            <a:chOff x="492505" y="2371598"/>
            <a:chExt cx="2800985" cy="1299845"/>
          </a:xfrm>
        </p:grpSpPr>
        <p:sp>
          <p:nvSpPr>
            <p:cNvPr id="6" name="object 6"/>
            <p:cNvSpPr/>
            <p:nvPr/>
          </p:nvSpPr>
          <p:spPr>
            <a:xfrm>
              <a:off x="505205" y="2384298"/>
              <a:ext cx="2775585" cy="1274445"/>
            </a:xfrm>
            <a:custGeom>
              <a:avLst/>
              <a:gdLst/>
              <a:ahLst/>
              <a:cxnLst/>
              <a:rect l="l" t="t" r="r" b="b"/>
              <a:pathLst>
                <a:path w="2775585" h="1274445">
                  <a:moveTo>
                    <a:pt x="2562860" y="0"/>
                  </a:moveTo>
                  <a:lnTo>
                    <a:pt x="212344" y="0"/>
                  </a:lnTo>
                  <a:lnTo>
                    <a:pt x="163656" y="5610"/>
                  </a:lnTo>
                  <a:lnTo>
                    <a:pt x="118961" y="21592"/>
                  </a:lnTo>
                  <a:lnTo>
                    <a:pt x="79534" y="46666"/>
                  </a:lnTo>
                  <a:lnTo>
                    <a:pt x="46650" y="79556"/>
                  </a:lnTo>
                  <a:lnTo>
                    <a:pt x="21583" y="118983"/>
                  </a:lnTo>
                  <a:lnTo>
                    <a:pt x="5608" y="163672"/>
                  </a:lnTo>
                  <a:lnTo>
                    <a:pt x="0" y="212344"/>
                  </a:lnTo>
                  <a:lnTo>
                    <a:pt x="0" y="1061720"/>
                  </a:lnTo>
                  <a:lnTo>
                    <a:pt x="5608" y="1110391"/>
                  </a:lnTo>
                  <a:lnTo>
                    <a:pt x="21583" y="1155080"/>
                  </a:lnTo>
                  <a:lnTo>
                    <a:pt x="46650" y="1194507"/>
                  </a:lnTo>
                  <a:lnTo>
                    <a:pt x="79534" y="1227397"/>
                  </a:lnTo>
                  <a:lnTo>
                    <a:pt x="118961" y="1252471"/>
                  </a:lnTo>
                  <a:lnTo>
                    <a:pt x="163656" y="1268453"/>
                  </a:lnTo>
                  <a:lnTo>
                    <a:pt x="212344" y="1274064"/>
                  </a:lnTo>
                  <a:lnTo>
                    <a:pt x="2562860" y="1274064"/>
                  </a:lnTo>
                  <a:lnTo>
                    <a:pt x="2611531" y="1268453"/>
                  </a:lnTo>
                  <a:lnTo>
                    <a:pt x="2656220" y="1252471"/>
                  </a:lnTo>
                  <a:lnTo>
                    <a:pt x="2695647" y="1227397"/>
                  </a:lnTo>
                  <a:lnTo>
                    <a:pt x="2728537" y="1194507"/>
                  </a:lnTo>
                  <a:lnTo>
                    <a:pt x="2753611" y="1155080"/>
                  </a:lnTo>
                  <a:lnTo>
                    <a:pt x="2769593" y="1110391"/>
                  </a:lnTo>
                  <a:lnTo>
                    <a:pt x="2775204" y="1061720"/>
                  </a:lnTo>
                  <a:lnTo>
                    <a:pt x="2775204" y="212344"/>
                  </a:lnTo>
                  <a:lnTo>
                    <a:pt x="2769593" y="163672"/>
                  </a:lnTo>
                  <a:lnTo>
                    <a:pt x="2753611" y="118983"/>
                  </a:lnTo>
                  <a:lnTo>
                    <a:pt x="2728537" y="79556"/>
                  </a:lnTo>
                  <a:lnTo>
                    <a:pt x="2695647" y="46666"/>
                  </a:lnTo>
                  <a:lnTo>
                    <a:pt x="2656220" y="21592"/>
                  </a:lnTo>
                  <a:lnTo>
                    <a:pt x="2611531" y="5610"/>
                  </a:lnTo>
                  <a:lnTo>
                    <a:pt x="256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5205" y="2384298"/>
              <a:ext cx="2775585" cy="1274445"/>
            </a:xfrm>
            <a:custGeom>
              <a:avLst/>
              <a:gdLst/>
              <a:ahLst/>
              <a:cxnLst/>
              <a:rect l="l" t="t" r="r" b="b"/>
              <a:pathLst>
                <a:path w="2775585" h="1274445">
                  <a:moveTo>
                    <a:pt x="0" y="212344"/>
                  </a:moveTo>
                  <a:lnTo>
                    <a:pt x="5608" y="163672"/>
                  </a:lnTo>
                  <a:lnTo>
                    <a:pt x="21583" y="118983"/>
                  </a:lnTo>
                  <a:lnTo>
                    <a:pt x="46650" y="79556"/>
                  </a:lnTo>
                  <a:lnTo>
                    <a:pt x="79534" y="46666"/>
                  </a:lnTo>
                  <a:lnTo>
                    <a:pt x="118961" y="21592"/>
                  </a:lnTo>
                  <a:lnTo>
                    <a:pt x="163656" y="5610"/>
                  </a:lnTo>
                  <a:lnTo>
                    <a:pt x="212344" y="0"/>
                  </a:lnTo>
                  <a:lnTo>
                    <a:pt x="2562860" y="0"/>
                  </a:lnTo>
                  <a:lnTo>
                    <a:pt x="2611531" y="5610"/>
                  </a:lnTo>
                  <a:lnTo>
                    <a:pt x="2656220" y="21592"/>
                  </a:lnTo>
                  <a:lnTo>
                    <a:pt x="2695647" y="46666"/>
                  </a:lnTo>
                  <a:lnTo>
                    <a:pt x="2728537" y="79556"/>
                  </a:lnTo>
                  <a:lnTo>
                    <a:pt x="2753611" y="118983"/>
                  </a:lnTo>
                  <a:lnTo>
                    <a:pt x="2769593" y="163672"/>
                  </a:lnTo>
                  <a:lnTo>
                    <a:pt x="2775204" y="212344"/>
                  </a:lnTo>
                  <a:lnTo>
                    <a:pt x="2775204" y="1061720"/>
                  </a:lnTo>
                  <a:lnTo>
                    <a:pt x="2769593" y="1110391"/>
                  </a:lnTo>
                  <a:lnTo>
                    <a:pt x="2753611" y="1155080"/>
                  </a:lnTo>
                  <a:lnTo>
                    <a:pt x="2728537" y="1194507"/>
                  </a:lnTo>
                  <a:lnTo>
                    <a:pt x="2695647" y="1227397"/>
                  </a:lnTo>
                  <a:lnTo>
                    <a:pt x="2656220" y="1252471"/>
                  </a:lnTo>
                  <a:lnTo>
                    <a:pt x="2611531" y="1268453"/>
                  </a:lnTo>
                  <a:lnTo>
                    <a:pt x="2562860" y="1274064"/>
                  </a:lnTo>
                  <a:lnTo>
                    <a:pt x="212344" y="1274064"/>
                  </a:lnTo>
                  <a:lnTo>
                    <a:pt x="163656" y="1268453"/>
                  </a:lnTo>
                  <a:lnTo>
                    <a:pt x="118961" y="1252471"/>
                  </a:lnTo>
                  <a:lnTo>
                    <a:pt x="79534" y="1227397"/>
                  </a:lnTo>
                  <a:lnTo>
                    <a:pt x="46650" y="1194507"/>
                  </a:lnTo>
                  <a:lnTo>
                    <a:pt x="21583" y="1155080"/>
                  </a:lnTo>
                  <a:lnTo>
                    <a:pt x="5608" y="1110391"/>
                  </a:lnTo>
                  <a:lnTo>
                    <a:pt x="0" y="1061720"/>
                  </a:lnTo>
                  <a:lnTo>
                    <a:pt x="0" y="21234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84197" y="3313252"/>
            <a:ext cx="614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464646"/>
                </a:solidFill>
                <a:latin typeface="Consolas"/>
                <a:cs typeface="Consolas"/>
              </a:rPr>
              <a:t>S</a:t>
            </a:r>
            <a:r>
              <a:rPr sz="1400" spc="5" dirty="0">
                <a:solidFill>
                  <a:srgbClr val="464646"/>
                </a:solidFill>
                <a:latin typeface="Consolas"/>
                <a:cs typeface="Consolas"/>
              </a:rPr>
              <a:t>u</a:t>
            </a:r>
            <a:r>
              <a:rPr sz="1400" spc="-10" dirty="0">
                <a:solidFill>
                  <a:srgbClr val="464646"/>
                </a:solidFill>
                <a:latin typeface="Consolas"/>
                <a:cs typeface="Consolas"/>
              </a:rPr>
              <a:t>b</a:t>
            </a:r>
            <a:r>
              <a:rPr sz="1400" spc="5" dirty="0">
                <a:solidFill>
                  <a:srgbClr val="464646"/>
                </a:solidFill>
                <a:latin typeface="Consolas"/>
                <a:cs typeface="Consolas"/>
              </a:rPr>
              <a:t>n</a:t>
            </a:r>
            <a:r>
              <a:rPr sz="1400" spc="-10" dirty="0">
                <a:solidFill>
                  <a:srgbClr val="464646"/>
                </a:solidFill>
                <a:latin typeface="Consolas"/>
                <a:cs typeface="Consolas"/>
              </a:rPr>
              <a:t>e</a:t>
            </a:r>
            <a:r>
              <a:rPr sz="1400" dirty="0">
                <a:solidFill>
                  <a:srgbClr val="464646"/>
                </a:solidFill>
                <a:latin typeface="Consolas"/>
                <a:cs typeface="Consolas"/>
              </a:rPr>
              <a:t>t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7577" y="2594101"/>
            <a:ext cx="1177925" cy="619760"/>
            <a:chOff x="687577" y="2594101"/>
            <a:chExt cx="1177925" cy="619760"/>
          </a:xfrm>
        </p:grpSpPr>
        <p:sp>
          <p:nvSpPr>
            <p:cNvPr id="10" name="object 10"/>
            <p:cNvSpPr/>
            <p:nvPr/>
          </p:nvSpPr>
          <p:spPr>
            <a:xfrm>
              <a:off x="700277" y="2606801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1053084" y="0"/>
                  </a:moveTo>
                  <a:lnTo>
                    <a:pt x="99059" y="0"/>
                  </a:lnTo>
                  <a:lnTo>
                    <a:pt x="60500" y="7780"/>
                  </a:lnTo>
                  <a:lnTo>
                    <a:pt x="29013" y="29003"/>
                  </a:lnTo>
                  <a:lnTo>
                    <a:pt x="7784" y="60489"/>
                  </a:lnTo>
                  <a:lnTo>
                    <a:pt x="0" y="99060"/>
                  </a:lnTo>
                  <a:lnTo>
                    <a:pt x="0" y="495300"/>
                  </a:lnTo>
                  <a:lnTo>
                    <a:pt x="7784" y="533870"/>
                  </a:lnTo>
                  <a:lnTo>
                    <a:pt x="29013" y="565356"/>
                  </a:lnTo>
                  <a:lnTo>
                    <a:pt x="60500" y="586579"/>
                  </a:lnTo>
                  <a:lnTo>
                    <a:pt x="99059" y="594360"/>
                  </a:lnTo>
                  <a:lnTo>
                    <a:pt x="1053084" y="594360"/>
                  </a:lnTo>
                  <a:lnTo>
                    <a:pt x="1091654" y="586579"/>
                  </a:lnTo>
                  <a:lnTo>
                    <a:pt x="1123140" y="565356"/>
                  </a:lnTo>
                  <a:lnTo>
                    <a:pt x="1144363" y="533870"/>
                  </a:lnTo>
                  <a:lnTo>
                    <a:pt x="1152144" y="495300"/>
                  </a:lnTo>
                  <a:lnTo>
                    <a:pt x="1152144" y="99060"/>
                  </a:lnTo>
                  <a:lnTo>
                    <a:pt x="1144363" y="60489"/>
                  </a:lnTo>
                  <a:lnTo>
                    <a:pt x="1123140" y="29003"/>
                  </a:lnTo>
                  <a:lnTo>
                    <a:pt x="1091654" y="7780"/>
                  </a:lnTo>
                  <a:lnTo>
                    <a:pt x="1053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0277" y="2606801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0" y="99060"/>
                  </a:moveTo>
                  <a:lnTo>
                    <a:pt x="7784" y="60489"/>
                  </a:lnTo>
                  <a:lnTo>
                    <a:pt x="29013" y="29003"/>
                  </a:lnTo>
                  <a:lnTo>
                    <a:pt x="60500" y="7780"/>
                  </a:lnTo>
                  <a:lnTo>
                    <a:pt x="99059" y="0"/>
                  </a:lnTo>
                  <a:lnTo>
                    <a:pt x="1053084" y="0"/>
                  </a:lnTo>
                  <a:lnTo>
                    <a:pt x="1091654" y="7780"/>
                  </a:lnTo>
                  <a:lnTo>
                    <a:pt x="1123140" y="29003"/>
                  </a:lnTo>
                  <a:lnTo>
                    <a:pt x="1144363" y="60489"/>
                  </a:lnTo>
                  <a:lnTo>
                    <a:pt x="1152144" y="99060"/>
                  </a:lnTo>
                  <a:lnTo>
                    <a:pt x="1152144" y="495300"/>
                  </a:lnTo>
                  <a:lnTo>
                    <a:pt x="1144363" y="533870"/>
                  </a:lnTo>
                  <a:lnTo>
                    <a:pt x="1123140" y="565356"/>
                  </a:lnTo>
                  <a:lnTo>
                    <a:pt x="1091654" y="586579"/>
                  </a:lnTo>
                  <a:lnTo>
                    <a:pt x="1053084" y="594360"/>
                  </a:lnTo>
                  <a:lnTo>
                    <a:pt x="99059" y="594360"/>
                  </a:lnTo>
                  <a:lnTo>
                    <a:pt x="60500" y="586579"/>
                  </a:lnTo>
                  <a:lnTo>
                    <a:pt x="29013" y="565356"/>
                  </a:lnTo>
                  <a:lnTo>
                    <a:pt x="7784" y="533870"/>
                  </a:lnTo>
                  <a:lnTo>
                    <a:pt x="0" y="495300"/>
                  </a:lnTo>
                  <a:lnTo>
                    <a:pt x="0" y="9906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53541" y="2778633"/>
            <a:ext cx="8439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Instan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55545" y="2591054"/>
            <a:ext cx="1177925" cy="619760"/>
            <a:chOff x="1955545" y="2591054"/>
            <a:chExt cx="1177925" cy="619760"/>
          </a:xfrm>
        </p:grpSpPr>
        <p:sp>
          <p:nvSpPr>
            <p:cNvPr id="14" name="object 14"/>
            <p:cNvSpPr/>
            <p:nvPr/>
          </p:nvSpPr>
          <p:spPr>
            <a:xfrm>
              <a:off x="1968245" y="2603754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1053084" y="0"/>
                  </a:moveTo>
                  <a:lnTo>
                    <a:pt x="99060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59"/>
                  </a:lnTo>
                  <a:lnTo>
                    <a:pt x="0" y="495300"/>
                  </a:lnTo>
                  <a:lnTo>
                    <a:pt x="7780" y="533870"/>
                  </a:lnTo>
                  <a:lnTo>
                    <a:pt x="29003" y="565356"/>
                  </a:lnTo>
                  <a:lnTo>
                    <a:pt x="60489" y="586579"/>
                  </a:lnTo>
                  <a:lnTo>
                    <a:pt x="99060" y="594359"/>
                  </a:lnTo>
                  <a:lnTo>
                    <a:pt x="1053084" y="594359"/>
                  </a:lnTo>
                  <a:lnTo>
                    <a:pt x="1091654" y="586579"/>
                  </a:lnTo>
                  <a:lnTo>
                    <a:pt x="1123140" y="565356"/>
                  </a:lnTo>
                  <a:lnTo>
                    <a:pt x="1144363" y="533870"/>
                  </a:lnTo>
                  <a:lnTo>
                    <a:pt x="1152144" y="495300"/>
                  </a:lnTo>
                  <a:lnTo>
                    <a:pt x="1152144" y="99059"/>
                  </a:lnTo>
                  <a:lnTo>
                    <a:pt x="1144363" y="60489"/>
                  </a:lnTo>
                  <a:lnTo>
                    <a:pt x="1123140" y="29003"/>
                  </a:lnTo>
                  <a:lnTo>
                    <a:pt x="1091654" y="7780"/>
                  </a:lnTo>
                  <a:lnTo>
                    <a:pt x="1053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68245" y="2603754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0" y="99059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60" y="0"/>
                  </a:lnTo>
                  <a:lnTo>
                    <a:pt x="1053084" y="0"/>
                  </a:lnTo>
                  <a:lnTo>
                    <a:pt x="1091654" y="7780"/>
                  </a:lnTo>
                  <a:lnTo>
                    <a:pt x="1123140" y="29003"/>
                  </a:lnTo>
                  <a:lnTo>
                    <a:pt x="1144363" y="60489"/>
                  </a:lnTo>
                  <a:lnTo>
                    <a:pt x="1152144" y="99059"/>
                  </a:lnTo>
                  <a:lnTo>
                    <a:pt x="1152144" y="495300"/>
                  </a:lnTo>
                  <a:lnTo>
                    <a:pt x="1144363" y="533870"/>
                  </a:lnTo>
                  <a:lnTo>
                    <a:pt x="1123140" y="565356"/>
                  </a:lnTo>
                  <a:lnTo>
                    <a:pt x="1091654" y="586579"/>
                  </a:lnTo>
                  <a:lnTo>
                    <a:pt x="1053084" y="594359"/>
                  </a:lnTo>
                  <a:lnTo>
                    <a:pt x="99060" y="594359"/>
                  </a:lnTo>
                  <a:lnTo>
                    <a:pt x="60489" y="586579"/>
                  </a:lnTo>
                  <a:lnTo>
                    <a:pt x="29003" y="565356"/>
                  </a:lnTo>
                  <a:lnTo>
                    <a:pt x="7780" y="533870"/>
                  </a:lnTo>
                  <a:lnTo>
                    <a:pt x="0" y="495300"/>
                  </a:lnTo>
                  <a:lnTo>
                    <a:pt x="0" y="9905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22170" y="2775585"/>
            <a:ext cx="8439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Instan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08786" y="1309369"/>
            <a:ext cx="1275080" cy="874394"/>
            <a:chOff x="1208786" y="1309369"/>
            <a:chExt cx="1275080" cy="874394"/>
          </a:xfrm>
        </p:grpSpPr>
        <p:sp>
          <p:nvSpPr>
            <p:cNvPr id="18" name="object 18"/>
            <p:cNvSpPr/>
            <p:nvPr/>
          </p:nvSpPr>
          <p:spPr>
            <a:xfrm>
              <a:off x="1221486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277748" y="0"/>
                  </a:moveTo>
                  <a:lnTo>
                    <a:pt x="92582" y="0"/>
                  </a:lnTo>
                  <a:lnTo>
                    <a:pt x="92582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8" y="663701"/>
                  </a:lnTo>
                  <a:lnTo>
                    <a:pt x="277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21486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0" y="663701"/>
                  </a:moveTo>
                  <a:lnTo>
                    <a:pt x="92582" y="663701"/>
                  </a:lnTo>
                  <a:lnTo>
                    <a:pt x="92582" y="0"/>
                  </a:lnTo>
                  <a:lnTo>
                    <a:pt x="277748" y="0"/>
                  </a:lnTo>
                  <a:lnTo>
                    <a:pt x="277748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00833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6" y="0"/>
                  </a:moveTo>
                  <a:lnTo>
                    <a:pt x="0" y="185165"/>
                  </a:lnTo>
                  <a:lnTo>
                    <a:pt x="92583" y="185165"/>
                  </a:lnTo>
                  <a:lnTo>
                    <a:pt x="92583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2" y="185165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00833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2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3" y="848867"/>
                  </a:lnTo>
                  <a:lnTo>
                    <a:pt x="92583" y="185165"/>
                  </a:lnTo>
                  <a:lnTo>
                    <a:pt x="0" y="185165"/>
                  </a:lnTo>
                  <a:lnTo>
                    <a:pt x="185166" y="0"/>
                  </a:lnTo>
                  <a:lnTo>
                    <a:pt x="370332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61005" y="1415034"/>
            <a:ext cx="9956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90" dirty="0">
                <a:solidFill>
                  <a:srgbClr val="464646"/>
                </a:solidFill>
                <a:latin typeface="Arial"/>
                <a:cs typeface="Arial"/>
              </a:rPr>
              <a:t>tb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traffic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4408" y="1426286"/>
            <a:ext cx="831215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traffic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31258" y="1438783"/>
            <a:ext cx="3594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14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fi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LL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u="sng" spc="-170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D</a:t>
            </a:r>
            <a:r>
              <a:rPr sz="1800" b="1" u="sng" spc="-114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E</a:t>
            </a:r>
            <a:r>
              <a:rPr sz="1800" b="1" u="sng" spc="-6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NIED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1258" y="2261997"/>
            <a:ext cx="2955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4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85" dirty="0">
                <a:solidFill>
                  <a:srgbClr val="464646"/>
                </a:solidFill>
                <a:latin typeface="Arial"/>
                <a:cs typeface="Arial"/>
              </a:rPr>
              <a:t>ce</a:t>
            </a:r>
            <a:r>
              <a:rPr sz="1800" b="1" spc="-28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e 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ma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ic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14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85" dirty="0">
                <a:solidFill>
                  <a:srgbClr val="464646"/>
                </a:solidFill>
                <a:latin typeface="Arial"/>
                <a:cs typeface="Arial"/>
              </a:rPr>
              <a:t>cted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31258" y="3085338"/>
            <a:ext cx="4017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u="sng" spc="10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S</a:t>
            </a:r>
            <a:r>
              <a:rPr sz="1800" b="1" u="sng" spc="30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t</a:t>
            </a:r>
            <a:r>
              <a:rPr sz="1800" b="1" u="sng" spc="-10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a</a:t>
            </a:r>
            <a:r>
              <a:rPr sz="1800" b="1" u="sng" spc="-150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tel</a:t>
            </a:r>
            <a:r>
              <a:rPr sz="1800" b="1" u="sng" spc="-19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e</a:t>
            </a:r>
            <a:r>
              <a:rPr sz="1800" b="1" u="sng" spc="-22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s</a:t>
            </a:r>
            <a:r>
              <a:rPr sz="1800" b="1" u="sng" spc="-220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s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al</a:t>
            </a:r>
            <a:r>
              <a:rPr sz="1800" b="1" spc="-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–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5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ee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h 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5" dirty="0">
                <a:solidFill>
                  <a:srgbClr val="464646"/>
                </a:solidFill>
                <a:latin typeface="Arial"/>
                <a:cs typeface="Arial"/>
              </a:rPr>
              <a:t>ffic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31258" y="3907942"/>
            <a:ext cx="40081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lu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te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 </a:t>
            </a:r>
            <a:r>
              <a:rPr sz="1800" b="1" spc="-100" dirty="0">
                <a:solidFill>
                  <a:srgbClr val="464646"/>
                </a:solidFill>
                <a:latin typeface="Arial"/>
                <a:cs typeface="Arial"/>
              </a:rPr>
              <a:t>– 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ered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che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fic 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id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65" dirty="0">
                <a:solidFill>
                  <a:srgbClr val="464646"/>
                </a:solidFill>
                <a:latin typeface="Arial"/>
                <a:cs typeface="Arial"/>
              </a:rPr>
              <a:t>ome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6700" y="2170176"/>
            <a:ext cx="3253740" cy="1973580"/>
            <a:chOff x="266700" y="2170176"/>
            <a:chExt cx="3253740" cy="1973580"/>
          </a:xfrm>
        </p:grpSpPr>
        <p:sp>
          <p:nvSpPr>
            <p:cNvPr id="3" name="object 3"/>
            <p:cNvSpPr/>
            <p:nvPr/>
          </p:nvSpPr>
          <p:spPr>
            <a:xfrm>
              <a:off x="266700" y="2170176"/>
              <a:ext cx="3253740" cy="1973580"/>
            </a:xfrm>
            <a:custGeom>
              <a:avLst/>
              <a:gdLst/>
              <a:ahLst/>
              <a:cxnLst/>
              <a:rect l="l" t="t" r="r" b="b"/>
              <a:pathLst>
                <a:path w="3253740" h="1973579">
                  <a:moveTo>
                    <a:pt x="2924810" y="0"/>
                  </a:moveTo>
                  <a:lnTo>
                    <a:pt x="328930" y="0"/>
                  </a:lnTo>
                  <a:lnTo>
                    <a:pt x="280323" y="3567"/>
                  </a:lnTo>
                  <a:lnTo>
                    <a:pt x="233931" y="13930"/>
                  </a:lnTo>
                  <a:lnTo>
                    <a:pt x="190262" y="30580"/>
                  </a:lnTo>
                  <a:lnTo>
                    <a:pt x="149825" y="53006"/>
                  </a:lnTo>
                  <a:lnTo>
                    <a:pt x="113128" y="80698"/>
                  </a:lnTo>
                  <a:lnTo>
                    <a:pt x="80681" y="113149"/>
                  </a:lnTo>
                  <a:lnTo>
                    <a:pt x="52993" y="149847"/>
                  </a:lnTo>
                  <a:lnTo>
                    <a:pt x="30571" y="190284"/>
                  </a:lnTo>
                  <a:lnTo>
                    <a:pt x="13926" y="233950"/>
                  </a:lnTo>
                  <a:lnTo>
                    <a:pt x="3566" y="280335"/>
                  </a:lnTo>
                  <a:lnTo>
                    <a:pt x="0" y="328930"/>
                  </a:lnTo>
                  <a:lnTo>
                    <a:pt x="0" y="1644650"/>
                  </a:lnTo>
                  <a:lnTo>
                    <a:pt x="3566" y="1693256"/>
                  </a:lnTo>
                  <a:lnTo>
                    <a:pt x="13926" y="1739648"/>
                  </a:lnTo>
                  <a:lnTo>
                    <a:pt x="30571" y="1783317"/>
                  </a:lnTo>
                  <a:lnTo>
                    <a:pt x="52993" y="1823754"/>
                  </a:lnTo>
                  <a:lnTo>
                    <a:pt x="80681" y="1860451"/>
                  </a:lnTo>
                  <a:lnTo>
                    <a:pt x="113128" y="1892898"/>
                  </a:lnTo>
                  <a:lnTo>
                    <a:pt x="149825" y="1920586"/>
                  </a:lnTo>
                  <a:lnTo>
                    <a:pt x="190262" y="1943008"/>
                  </a:lnTo>
                  <a:lnTo>
                    <a:pt x="233931" y="1959653"/>
                  </a:lnTo>
                  <a:lnTo>
                    <a:pt x="280323" y="1970013"/>
                  </a:lnTo>
                  <a:lnTo>
                    <a:pt x="328930" y="1973580"/>
                  </a:lnTo>
                  <a:lnTo>
                    <a:pt x="2924810" y="1973580"/>
                  </a:lnTo>
                  <a:lnTo>
                    <a:pt x="2973404" y="1970013"/>
                  </a:lnTo>
                  <a:lnTo>
                    <a:pt x="3019789" y="1959653"/>
                  </a:lnTo>
                  <a:lnTo>
                    <a:pt x="3063455" y="1943008"/>
                  </a:lnTo>
                  <a:lnTo>
                    <a:pt x="3103892" y="1920586"/>
                  </a:lnTo>
                  <a:lnTo>
                    <a:pt x="3140590" y="1892898"/>
                  </a:lnTo>
                  <a:lnTo>
                    <a:pt x="3173041" y="1860451"/>
                  </a:lnTo>
                  <a:lnTo>
                    <a:pt x="3200733" y="1823754"/>
                  </a:lnTo>
                  <a:lnTo>
                    <a:pt x="3223159" y="1783317"/>
                  </a:lnTo>
                  <a:lnTo>
                    <a:pt x="3239809" y="1739648"/>
                  </a:lnTo>
                  <a:lnTo>
                    <a:pt x="3250172" y="1693256"/>
                  </a:lnTo>
                  <a:lnTo>
                    <a:pt x="3253740" y="1644650"/>
                  </a:lnTo>
                  <a:lnTo>
                    <a:pt x="3253740" y="328930"/>
                  </a:lnTo>
                  <a:lnTo>
                    <a:pt x="3250172" y="280335"/>
                  </a:lnTo>
                  <a:lnTo>
                    <a:pt x="3239809" y="233950"/>
                  </a:lnTo>
                  <a:lnTo>
                    <a:pt x="3223159" y="190284"/>
                  </a:lnTo>
                  <a:lnTo>
                    <a:pt x="3200733" y="149847"/>
                  </a:lnTo>
                  <a:lnTo>
                    <a:pt x="3173041" y="113149"/>
                  </a:lnTo>
                  <a:lnTo>
                    <a:pt x="3140590" y="80698"/>
                  </a:lnTo>
                  <a:lnTo>
                    <a:pt x="3103892" y="53006"/>
                  </a:lnTo>
                  <a:lnTo>
                    <a:pt x="3063455" y="30580"/>
                  </a:lnTo>
                  <a:lnTo>
                    <a:pt x="3019789" y="13930"/>
                  </a:lnTo>
                  <a:lnTo>
                    <a:pt x="2973404" y="3567"/>
                  </a:lnTo>
                  <a:lnTo>
                    <a:pt x="292481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5206" y="2384298"/>
              <a:ext cx="2775585" cy="1274445"/>
            </a:xfrm>
            <a:custGeom>
              <a:avLst/>
              <a:gdLst/>
              <a:ahLst/>
              <a:cxnLst/>
              <a:rect l="l" t="t" r="r" b="b"/>
              <a:pathLst>
                <a:path w="2775585" h="1274445">
                  <a:moveTo>
                    <a:pt x="2562860" y="0"/>
                  </a:moveTo>
                  <a:lnTo>
                    <a:pt x="212344" y="0"/>
                  </a:lnTo>
                  <a:lnTo>
                    <a:pt x="163656" y="5610"/>
                  </a:lnTo>
                  <a:lnTo>
                    <a:pt x="118961" y="21592"/>
                  </a:lnTo>
                  <a:lnTo>
                    <a:pt x="79534" y="46666"/>
                  </a:lnTo>
                  <a:lnTo>
                    <a:pt x="46650" y="79556"/>
                  </a:lnTo>
                  <a:lnTo>
                    <a:pt x="21583" y="118983"/>
                  </a:lnTo>
                  <a:lnTo>
                    <a:pt x="5608" y="163672"/>
                  </a:lnTo>
                  <a:lnTo>
                    <a:pt x="0" y="212344"/>
                  </a:lnTo>
                  <a:lnTo>
                    <a:pt x="0" y="1061720"/>
                  </a:lnTo>
                  <a:lnTo>
                    <a:pt x="5608" y="1110391"/>
                  </a:lnTo>
                  <a:lnTo>
                    <a:pt x="21583" y="1155080"/>
                  </a:lnTo>
                  <a:lnTo>
                    <a:pt x="46650" y="1194507"/>
                  </a:lnTo>
                  <a:lnTo>
                    <a:pt x="79534" y="1227397"/>
                  </a:lnTo>
                  <a:lnTo>
                    <a:pt x="118961" y="1252471"/>
                  </a:lnTo>
                  <a:lnTo>
                    <a:pt x="163656" y="1268453"/>
                  </a:lnTo>
                  <a:lnTo>
                    <a:pt x="212344" y="1274064"/>
                  </a:lnTo>
                  <a:lnTo>
                    <a:pt x="2562860" y="1274064"/>
                  </a:lnTo>
                  <a:lnTo>
                    <a:pt x="2611531" y="1268453"/>
                  </a:lnTo>
                  <a:lnTo>
                    <a:pt x="2656220" y="1252471"/>
                  </a:lnTo>
                  <a:lnTo>
                    <a:pt x="2695647" y="1227397"/>
                  </a:lnTo>
                  <a:lnTo>
                    <a:pt x="2728537" y="1194507"/>
                  </a:lnTo>
                  <a:lnTo>
                    <a:pt x="2753611" y="1155080"/>
                  </a:lnTo>
                  <a:lnTo>
                    <a:pt x="2769593" y="1110391"/>
                  </a:lnTo>
                  <a:lnTo>
                    <a:pt x="2775204" y="1061720"/>
                  </a:lnTo>
                  <a:lnTo>
                    <a:pt x="2775204" y="212344"/>
                  </a:lnTo>
                  <a:lnTo>
                    <a:pt x="2769593" y="163672"/>
                  </a:lnTo>
                  <a:lnTo>
                    <a:pt x="2753611" y="118983"/>
                  </a:lnTo>
                  <a:lnTo>
                    <a:pt x="2728537" y="79556"/>
                  </a:lnTo>
                  <a:lnTo>
                    <a:pt x="2695647" y="46666"/>
                  </a:lnTo>
                  <a:lnTo>
                    <a:pt x="2656220" y="21592"/>
                  </a:lnTo>
                  <a:lnTo>
                    <a:pt x="2611531" y="5610"/>
                  </a:lnTo>
                  <a:lnTo>
                    <a:pt x="256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5206" y="2384298"/>
              <a:ext cx="2775585" cy="1274445"/>
            </a:xfrm>
            <a:custGeom>
              <a:avLst/>
              <a:gdLst/>
              <a:ahLst/>
              <a:cxnLst/>
              <a:rect l="l" t="t" r="r" b="b"/>
              <a:pathLst>
                <a:path w="2775585" h="1274445">
                  <a:moveTo>
                    <a:pt x="0" y="212344"/>
                  </a:moveTo>
                  <a:lnTo>
                    <a:pt x="5608" y="163672"/>
                  </a:lnTo>
                  <a:lnTo>
                    <a:pt x="21583" y="118983"/>
                  </a:lnTo>
                  <a:lnTo>
                    <a:pt x="46650" y="79556"/>
                  </a:lnTo>
                  <a:lnTo>
                    <a:pt x="79534" y="46666"/>
                  </a:lnTo>
                  <a:lnTo>
                    <a:pt x="118961" y="21592"/>
                  </a:lnTo>
                  <a:lnTo>
                    <a:pt x="163656" y="5610"/>
                  </a:lnTo>
                  <a:lnTo>
                    <a:pt x="212344" y="0"/>
                  </a:lnTo>
                  <a:lnTo>
                    <a:pt x="2562860" y="0"/>
                  </a:lnTo>
                  <a:lnTo>
                    <a:pt x="2611531" y="5610"/>
                  </a:lnTo>
                  <a:lnTo>
                    <a:pt x="2656220" y="21592"/>
                  </a:lnTo>
                  <a:lnTo>
                    <a:pt x="2695647" y="46666"/>
                  </a:lnTo>
                  <a:lnTo>
                    <a:pt x="2728537" y="79556"/>
                  </a:lnTo>
                  <a:lnTo>
                    <a:pt x="2753611" y="118983"/>
                  </a:lnTo>
                  <a:lnTo>
                    <a:pt x="2769593" y="163672"/>
                  </a:lnTo>
                  <a:lnTo>
                    <a:pt x="2775204" y="212344"/>
                  </a:lnTo>
                  <a:lnTo>
                    <a:pt x="2775204" y="1061720"/>
                  </a:lnTo>
                  <a:lnTo>
                    <a:pt x="2769593" y="1110391"/>
                  </a:lnTo>
                  <a:lnTo>
                    <a:pt x="2753611" y="1155080"/>
                  </a:lnTo>
                  <a:lnTo>
                    <a:pt x="2728537" y="1194507"/>
                  </a:lnTo>
                  <a:lnTo>
                    <a:pt x="2695647" y="1227397"/>
                  </a:lnTo>
                  <a:lnTo>
                    <a:pt x="2656220" y="1252471"/>
                  </a:lnTo>
                  <a:lnTo>
                    <a:pt x="2611531" y="1268453"/>
                  </a:lnTo>
                  <a:lnTo>
                    <a:pt x="2562860" y="1274064"/>
                  </a:lnTo>
                  <a:lnTo>
                    <a:pt x="212344" y="1274064"/>
                  </a:lnTo>
                  <a:lnTo>
                    <a:pt x="163656" y="1268453"/>
                  </a:lnTo>
                  <a:lnTo>
                    <a:pt x="118961" y="1252471"/>
                  </a:lnTo>
                  <a:lnTo>
                    <a:pt x="79534" y="1227397"/>
                  </a:lnTo>
                  <a:lnTo>
                    <a:pt x="46650" y="1194507"/>
                  </a:lnTo>
                  <a:lnTo>
                    <a:pt x="21583" y="1155080"/>
                  </a:lnTo>
                  <a:lnTo>
                    <a:pt x="5608" y="1110391"/>
                  </a:lnTo>
                  <a:lnTo>
                    <a:pt x="0" y="1061720"/>
                  </a:lnTo>
                  <a:lnTo>
                    <a:pt x="0" y="21234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3044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Default</a:t>
            </a:r>
            <a:r>
              <a:rPr sz="2400" spc="-30" dirty="0"/>
              <a:t> </a:t>
            </a:r>
            <a:r>
              <a:rPr sz="2400" dirty="0"/>
              <a:t>Network</a:t>
            </a:r>
            <a:r>
              <a:rPr sz="2400" spc="-135" dirty="0"/>
              <a:t> </a:t>
            </a:r>
            <a:r>
              <a:rPr sz="2400" spc="-5" dirty="0"/>
              <a:t>ACL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128471" y="3313252"/>
            <a:ext cx="1529080" cy="688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64646"/>
                </a:solidFill>
                <a:latin typeface="Consolas"/>
                <a:cs typeface="Consolas"/>
              </a:rPr>
              <a:t>Subnet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nsolas"/>
                <a:cs typeface="Consolas"/>
              </a:rPr>
              <a:t>Default</a:t>
            </a:r>
            <a:r>
              <a:rPr sz="1800" spc="-8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nsolas"/>
                <a:cs typeface="Consolas"/>
              </a:rPr>
              <a:t>NACL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7577" y="2594101"/>
            <a:ext cx="1177925" cy="619760"/>
            <a:chOff x="687577" y="2594101"/>
            <a:chExt cx="1177925" cy="619760"/>
          </a:xfrm>
        </p:grpSpPr>
        <p:sp>
          <p:nvSpPr>
            <p:cNvPr id="9" name="object 9"/>
            <p:cNvSpPr/>
            <p:nvPr/>
          </p:nvSpPr>
          <p:spPr>
            <a:xfrm>
              <a:off x="700277" y="2606801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1053084" y="0"/>
                  </a:moveTo>
                  <a:lnTo>
                    <a:pt x="99059" y="0"/>
                  </a:lnTo>
                  <a:lnTo>
                    <a:pt x="60500" y="7780"/>
                  </a:lnTo>
                  <a:lnTo>
                    <a:pt x="29013" y="29003"/>
                  </a:lnTo>
                  <a:lnTo>
                    <a:pt x="7784" y="60489"/>
                  </a:lnTo>
                  <a:lnTo>
                    <a:pt x="0" y="99060"/>
                  </a:lnTo>
                  <a:lnTo>
                    <a:pt x="0" y="495300"/>
                  </a:lnTo>
                  <a:lnTo>
                    <a:pt x="7784" y="533870"/>
                  </a:lnTo>
                  <a:lnTo>
                    <a:pt x="29013" y="565356"/>
                  </a:lnTo>
                  <a:lnTo>
                    <a:pt x="60500" y="586579"/>
                  </a:lnTo>
                  <a:lnTo>
                    <a:pt x="99059" y="594360"/>
                  </a:lnTo>
                  <a:lnTo>
                    <a:pt x="1053084" y="594360"/>
                  </a:lnTo>
                  <a:lnTo>
                    <a:pt x="1091654" y="586579"/>
                  </a:lnTo>
                  <a:lnTo>
                    <a:pt x="1123140" y="565356"/>
                  </a:lnTo>
                  <a:lnTo>
                    <a:pt x="1144363" y="533870"/>
                  </a:lnTo>
                  <a:lnTo>
                    <a:pt x="1152144" y="495300"/>
                  </a:lnTo>
                  <a:lnTo>
                    <a:pt x="1152144" y="99060"/>
                  </a:lnTo>
                  <a:lnTo>
                    <a:pt x="1144363" y="60489"/>
                  </a:lnTo>
                  <a:lnTo>
                    <a:pt x="1123140" y="29003"/>
                  </a:lnTo>
                  <a:lnTo>
                    <a:pt x="1091654" y="7780"/>
                  </a:lnTo>
                  <a:lnTo>
                    <a:pt x="1053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0277" y="2606801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0" y="99060"/>
                  </a:moveTo>
                  <a:lnTo>
                    <a:pt x="7784" y="60489"/>
                  </a:lnTo>
                  <a:lnTo>
                    <a:pt x="29013" y="29003"/>
                  </a:lnTo>
                  <a:lnTo>
                    <a:pt x="60500" y="7780"/>
                  </a:lnTo>
                  <a:lnTo>
                    <a:pt x="99059" y="0"/>
                  </a:lnTo>
                  <a:lnTo>
                    <a:pt x="1053084" y="0"/>
                  </a:lnTo>
                  <a:lnTo>
                    <a:pt x="1091654" y="7780"/>
                  </a:lnTo>
                  <a:lnTo>
                    <a:pt x="1123140" y="29003"/>
                  </a:lnTo>
                  <a:lnTo>
                    <a:pt x="1144363" y="60489"/>
                  </a:lnTo>
                  <a:lnTo>
                    <a:pt x="1152144" y="99060"/>
                  </a:lnTo>
                  <a:lnTo>
                    <a:pt x="1152144" y="495300"/>
                  </a:lnTo>
                  <a:lnTo>
                    <a:pt x="1144363" y="533870"/>
                  </a:lnTo>
                  <a:lnTo>
                    <a:pt x="1123140" y="565356"/>
                  </a:lnTo>
                  <a:lnTo>
                    <a:pt x="1091654" y="586579"/>
                  </a:lnTo>
                  <a:lnTo>
                    <a:pt x="1053084" y="594360"/>
                  </a:lnTo>
                  <a:lnTo>
                    <a:pt x="99059" y="594360"/>
                  </a:lnTo>
                  <a:lnTo>
                    <a:pt x="60500" y="586579"/>
                  </a:lnTo>
                  <a:lnTo>
                    <a:pt x="29013" y="565356"/>
                  </a:lnTo>
                  <a:lnTo>
                    <a:pt x="7784" y="533870"/>
                  </a:lnTo>
                  <a:lnTo>
                    <a:pt x="0" y="495300"/>
                  </a:lnTo>
                  <a:lnTo>
                    <a:pt x="0" y="9906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3541" y="2778633"/>
            <a:ext cx="8439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Instan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55545" y="2591054"/>
            <a:ext cx="1177925" cy="619760"/>
            <a:chOff x="1955545" y="2591054"/>
            <a:chExt cx="1177925" cy="619760"/>
          </a:xfrm>
        </p:grpSpPr>
        <p:sp>
          <p:nvSpPr>
            <p:cNvPr id="13" name="object 13"/>
            <p:cNvSpPr/>
            <p:nvPr/>
          </p:nvSpPr>
          <p:spPr>
            <a:xfrm>
              <a:off x="1968245" y="2603754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1053084" y="0"/>
                  </a:moveTo>
                  <a:lnTo>
                    <a:pt x="99060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59"/>
                  </a:lnTo>
                  <a:lnTo>
                    <a:pt x="0" y="495300"/>
                  </a:lnTo>
                  <a:lnTo>
                    <a:pt x="7780" y="533870"/>
                  </a:lnTo>
                  <a:lnTo>
                    <a:pt x="29003" y="565356"/>
                  </a:lnTo>
                  <a:lnTo>
                    <a:pt x="60489" y="586579"/>
                  </a:lnTo>
                  <a:lnTo>
                    <a:pt x="99060" y="594359"/>
                  </a:lnTo>
                  <a:lnTo>
                    <a:pt x="1053084" y="594359"/>
                  </a:lnTo>
                  <a:lnTo>
                    <a:pt x="1091654" y="586579"/>
                  </a:lnTo>
                  <a:lnTo>
                    <a:pt x="1123140" y="565356"/>
                  </a:lnTo>
                  <a:lnTo>
                    <a:pt x="1144363" y="533870"/>
                  </a:lnTo>
                  <a:lnTo>
                    <a:pt x="1152144" y="495300"/>
                  </a:lnTo>
                  <a:lnTo>
                    <a:pt x="1152144" y="99059"/>
                  </a:lnTo>
                  <a:lnTo>
                    <a:pt x="1144363" y="60489"/>
                  </a:lnTo>
                  <a:lnTo>
                    <a:pt x="1123140" y="29003"/>
                  </a:lnTo>
                  <a:lnTo>
                    <a:pt x="1091654" y="7780"/>
                  </a:lnTo>
                  <a:lnTo>
                    <a:pt x="1053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68245" y="2603754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0" y="99059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60" y="0"/>
                  </a:lnTo>
                  <a:lnTo>
                    <a:pt x="1053084" y="0"/>
                  </a:lnTo>
                  <a:lnTo>
                    <a:pt x="1091654" y="7780"/>
                  </a:lnTo>
                  <a:lnTo>
                    <a:pt x="1123140" y="29003"/>
                  </a:lnTo>
                  <a:lnTo>
                    <a:pt x="1144363" y="60489"/>
                  </a:lnTo>
                  <a:lnTo>
                    <a:pt x="1152144" y="99059"/>
                  </a:lnTo>
                  <a:lnTo>
                    <a:pt x="1152144" y="495300"/>
                  </a:lnTo>
                  <a:lnTo>
                    <a:pt x="1144363" y="533870"/>
                  </a:lnTo>
                  <a:lnTo>
                    <a:pt x="1123140" y="565356"/>
                  </a:lnTo>
                  <a:lnTo>
                    <a:pt x="1091654" y="586579"/>
                  </a:lnTo>
                  <a:lnTo>
                    <a:pt x="1053084" y="594359"/>
                  </a:lnTo>
                  <a:lnTo>
                    <a:pt x="99060" y="594359"/>
                  </a:lnTo>
                  <a:lnTo>
                    <a:pt x="60489" y="586579"/>
                  </a:lnTo>
                  <a:lnTo>
                    <a:pt x="29003" y="565356"/>
                  </a:lnTo>
                  <a:lnTo>
                    <a:pt x="7780" y="533870"/>
                  </a:lnTo>
                  <a:lnTo>
                    <a:pt x="0" y="495300"/>
                  </a:lnTo>
                  <a:lnTo>
                    <a:pt x="0" y="9905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22170" y="2775585"/>
            <a:ext cx="8439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Instan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08786" y="1309369"/>
            <a:ext cx="1275080" cy="874394"/>
            <a:chOff x="1208786" y="1309369"/>
            <a:chExt cx="1275080" cy="874394"/>
          </a:xfrm>
        </p:grpSpPr>
        <p:sp>
          <p:nvSpPr>
            <p:cNvPr id="17" name="object 17"/>
            <p:cNvSpPr/>
            <p:nvPr/>
          </p:nvSpPr>
          <p:spPr>
            <a:xfrm>
              <a:off x="1221486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277748" y="0"/>
                  </a:moveTo>
                  <a:lnTo>
                    <a:pt x="92582" y="0"/>
                  </a:lnTo>
                  <a:lnTo>
                    <a:pt x="92582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8" y="663701"/>
                  </a:lnTo>
                  <a:lnTo>
                    <a:pt x="277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1486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0" y="663701"/>
                  </a:moveTo>
                  <a:lnTo>
                    <a:pt x="92582" y="663701"/>
                  </a:lnTo>
                  <a:lnTo>
                    <a:pt x="92582" y="0"/>
                  </a:lnTo>
                  <a:lnTo>
                    <a:pt x="277748" y="0"/>
                  </a:lnTo>
                  <a:lnTo>
                    <a:pt x="277748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00833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6" y="0"/>
                  </a:moveTo>
                  <a:lnTo>
                    <a:pt x="0" y="185165"/>
                  </a:lnTo>
                  <a:lnTo>
                    <a:pt x="92583" y="185165"/>
                  </a:lnTo>
                  <a:lnTo>
                    <a:pt x="92583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2" y="185165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00833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2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3" y="848867"/>
                  </a:lnTo>
                  <a:lnTo>
                    <a:pt x="92583" y="185165"/>
                  </a:lnTo>
                  <a:lnTo>
                    <a:pt x="0" y="185165"/>
                  </a:lnTo>
                  <a:lnTo>
                    <a:pt x="185166" y="0"/>
                  </a:lnTo>
                  <a:lnTo>
                    <a:pt x="370332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61005" y="1415034"/>
            <a:ext cx="9956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90" dirty="0">
                <a:solidFill>
                  <a:srgbClr val="464646"/>
                </a:solidFill>
                <a:latin typeface="Arial"/>
                <a:cs typeface="Arial"/>
              </a:rPr>
              <a:t>tb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traffic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408" y="1426286"/>
            <a:ext cx="831215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traffic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774313" y="1112647"/>
          <a:ext cx="5236208" cy="1493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252095" marR="121285" indent="-1238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 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122555" indent="806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 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33045" marR="184150" indent="-400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llo</a:t>
                      </a:r>
                      <a:r>
                        <a:rPr sz="12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 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Deny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9225" indent="19621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Traffic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DENY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5636514" y="735584"/>
            <a:ext cx="143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77280" y="2738704"/>
            <a:ext cx="1605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utb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3774313" y="3109467"/>
          <a:ext cx="5236208" cy="149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Rule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Allow/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33045">
                        <a:lnSpc>
                          <a:spcPct val="100000"/>
                        </a:lnSpc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Deny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9225" indent="1962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Traffic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DENY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1524000"/>
            <a:ext cx="2498090" cy="1186180"/>
          </a:xfrm>
          <a:custGeom>
            <a:avLst/>
            <a:gdLst/>
            <a:ahLst/>
            <a:cxnLst/>
            <a:rect l="l" t="t" r="r" b="b"/>
            <a:pathLst>
              <a:path w="2498090" h="1186180">
                <a:moveTo>
                  <a:pt x="2300224" y="0"/>
                </a:moveTo>
                <a:lnTo>
                  <a:pt x="197612" y="0"/>
                </a:lnTo>
                <a:lnTo>
                  <a:pt x="152303" y="5221"/>
                </a:lnTo>
                <a:lnTo>
                  <a:pt x="110710" y="20093"/>
                </a:lnTo>
                <a:lnTo>
                  <a:pt x="74018" y="43427"/>
                </a:lnTo>
                <a:lnTo>
                  <a:pt x="43415" y="74034"/>
                </a:lnTo>
                <a:lnTo>
                  <a:pt x="20086" y="110726"/>
                </a:lnTo>
                <a:lnTo>
                  <a:pt x="5219" y="152315"/>
                </a:lnTo>
                <a:lnTo>
                  <a:pt x="0" y="197612"/>
                </a:lnTo>
                <a:lnTo>
                  <a:pt x="0" y="988060"/>
                </a:lnTo>
                <a:lnTo>
                  <a:pt x="5219" y="1033356"/>
                </a:lnTo>
                <a:lnTo>
                  <a:pt x="20086" y="1074945"/>
                </a:lnTo>
                <a:lnTo>
                  <a:pt x="43415" y="1111637"/>
                </a:lnTo>
                <a:lnTo>
                  <a:pt x="74018" y="1142244"/>
                </a:lnTo>
                <a:lnTo>
                  <a:pt x="110710" y="1165578"/>
                </a:lnTo>
                <a:lnTo>
                  <a:pt x="152303" y="1180450"/>
                </a:lnTo>
                <a:lnTo>
                  <a:pt x="197612" y="1185672"/>
                </a:lnTo>
                <a:lnTo>
                  <a:pt x="2300224" y="1185672"/>
                </a:lnTo>
                <a:lnTo>
                  <a:pt x="2345520" y="1180450"/>
                </a:lnTo>
                <a:lnTo>
                  <a:pt x="2387109" y="1165578"/>
                </a:lnTo>
                <a:lnTo>
                  <a:pt x="2423801" y="1142244"/>
                </a:lnTo>
                <a:lnTo>
                  <a:pt x="2454408" y="1111637"/>
                </a:lnTo>
                <a:lnTo>
                  <a:pt x="2477742" y="1074945"/>
                </a:lnTo>
                <a:lnTo>
                  <a:pt x="2492614" y="1033356"/>
                </a:lnTo>
                <a:lnTo>
                  <a:pt x="2497836" y="988060"/>
                </a:lnTo>
                <a:lnTo>
                  <a:pt x="2497836" y="197612"/>
                </a:lnTo>
                <a:lnTo>
                  <a:pt x="2492614" y="152315"/>
                </a:lnTo>
                <a:lnTo>
                  <a:pt x="2477742" y="110726"/>
                </a:lnTo>
                <a:lnTo>
                  <a:pt x="2454408" y="74034"/>
                </a:lnTo>
                <a:lnTo>
                  <a:pt x="2423801" y="43427"/>
                </a:lnTo>
                <a:lnTo>
                  <a:pt x="2387109" y="20093"/>
                </a:lnTo>
                <a:lnTo>
                  <a:pt x="2345520" y="5221"/>
                </a:lnTo>
                <a:lnTo>
                  <a:pt x="230022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74313" y="903477"/>
          <a:ext cx="5236208" cy="171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252095" marR="121285" indent="-1238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 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122555" indent="806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 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33045" marR="184150" indent="-400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llo</a:t>
                      </a:r>
                      <a:r>
                        <a:rPr sz="12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 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Deny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80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110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443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HTTPs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9225" indent="19621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DENY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544" y="114614"/>
            <a:ext cx="7439025" cy="7118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400" dirty="0"/>
              <a:t>Network</a:t>
            </a:r>
            <a:r>
              <a:rPr sz="2400" spc="-125" dirty="0"/>
              <a:t> </a:t>
            </a:r>
            <a:r>
              <a:rPr sz="2400" spc="-5" dirty="0"/>
              <a:t>ACL</a:t>
            </a:r>
            <a:r>
              <a:rPr sz="2400" spc="-40" dirty="0"/>
              <a:t> </a:t>
            </a:r>
            <a:r>
              <a:rPr sz="2400" dirty="0"/>
              <a:t>is </a:t>
            </a:r>
            <a:r>
              <a:rPr sz="2400" spc="-5" dirty="0"/>
              <a:t>tricky</a:t>
            </a:r>
            <a:r>
              <a:rPr sz="2400" spc="10" dirty="0"/>
              <a:t> </a:t>
            </a:r>
            <a:r>
              <a:rPr sz="2400" dirty="0"/>
              <a:t>-</a:t>
            </a:r>
            <a:r>
              <a:rPr sz="2400" spc="-5" dirty="0"/>
              <a:t> Stateless</a:t>
            </a:r>
            <a:endParaRPr sz="2400"/>
          </a:p>
          <a:p>
            <a:pPr marL="4455795">
              <a:lnSpc>
                <a:spcPct val="100000"/>
              </a:lnSpc>
              <a:spcBef>
                <a:spcPts val="155"/>
              </a:spcBef>
            </a:pPr>
            <a:r>
              <a:rPr sz="1800" spc="-150" dirty="0">
                <a:solidFill>
                  <a:srgbClr val="464646"/>
                </a:solidFill>
              </a:rPr>
              <a:t>P</a:t>
            </a:r>
            <a:r>
              <a:rPr sz="1800" spc="-130" dirty="0">
                <a:solidFill>
                  <a:srgbClr val="464646"/>
                </a:solidFill>
              </a:rPr>
              <a:t>u</a:t>
            </a:r>
            <a:r>
              <a:rPr sz="1800" spc="-254" dirty="0">
                <a:solidFill>
                  <a:srgbClr val="464646"/>
                </a:solidFill>
              </a:rPr>
              <a:t>b</a:t>
            </a:r>
            <a:r>
              <a:rPr sz="1800" spc="40" dirty="0">
                <a:solidFill>
                  <a:srgbClr val="464646"/>
                </a:solidFill>
              </a:rPr>
              <a:t>l</a:t>
            </a:r>
            <a:r>
              <a:rPr sz="1800" spc="50" dirty="0">
                <a:solidFill>
                  <a:srgbClr val="464646"/>
                </a:solidFill>
              </a:rPr>
              <a:t>i</a:t>
            </a:r>
            <a:r>
              <a:rPr sz="1800" spc="-260" dirty="0">
                <a:solidFill>
                  <a:srgbClr val="464646"/>
                </a:solidFill>
              </a:rPr>
              <a:t>c</a:t>
            </a:r>
            <a:r>
              <a:rPr sz="1800" spc="-80" dirty="0">
                <a:solidFill>
                  <a:srgbClr val="464646"/>
                </a:solidFill>
              </a:rPr>
              <a:t> </a:t>
            </a:r>
            <a:r>
              <a:rPr sz="1800" spc="100" dirty="0">
                <a:solidFill>
                  <a:srgbClr val="464646"/>
                </a:solidFill>
              </a:rPr>
              <a:t>S</a:t>
            </a:r>
            <a:r>
              <a:rPr sz="1800" spc="-170" dirty="0">
                <a:solidFill>
                  <a:srgbClr val="464646"/>
                </a:solidFill>
              </a:rPr>
              <a:t>u</a:t>
            </a:r>
            <a:r>
              <a:rPr sz="1800" spc="-155" dirty="0">
                <a:solidFill>
                  <a:srgbClr val="464646"/>
                </a:solidFill>
              </a:rPr>
              <a:t>b</a:t>
            </a:r>
            <a:r>
              <a:rPr sz="1800" spc="-180" dirty="0">
                <a:solidFill>
                  <a:srgbClr val="464646"/>
                </a:solidFill>
              </a:rPr>
              <a:t>n</a:t>
            </a:r>
            <a:r>
              <a:rPr sz="1800" spc="-145" dirty="0">
                <a:solidFill>
                  <a:srgbClr val="464646"/>
                </a:solidFill>
              </a:rPr>
              <a:t>e</a:t>
            </a:r>
            <a:r>
              <a:rPr sz="1800" spc="25" dirty="0">
                <a:solidFill>
                  <a:srgbClr val="464646"/>
                </a:solidFill>
              </a:rPr>
              <a:t>t</a:t>
            </a:r>
            <a:r>
              <a:rPr sz="1800" spc="-75" dirty="0">
                <a:solidFill>
                  <a:srgbClr val="464646"/>
                </a:solidFill>
              </a:rPr>
              <a:t> </a:t>
            </a:r>
            <a:r>
              <a:rPr sz="1800" spc="10" dirty="0">
                <a:solidFill>
                  <a:srgbClr val="464646"/>
                </a:solidFill>
              </a:rPr>
              <a:t>-</a:t>
            </a:r>
            <a:r>
              <a:rPr sz="1800" spc="-35" dirty="0">
                <a:solidFill>
                  <a:srgbClr val="464646"/>
                </a:solidFill>
              </a:rPr>
              <a:t> </a:t>
            </a:r>
            <a:r>
              <a:rPr sz="1800" spc="-25" dirty="0">
                <a:solidFill>
                  <a:srgbClr val="464646"/>
                </a:solidFill>
              </a:rPr>
              <a:t>I</a:t>
            </a:r>
            <a:r>
              <a:rPr sz="1800" spc="-125" dirty="0">
                <a:solidFill>
                  <a:srgbClr val="464646"/>
                </a:solidFill>
              </a:rPr>
              <a:t>n</a:t>
            </a:r>
            <a:r>
              <a:rPr sz="1800" spc="-105" dirty="0">
                <a:solidFill>
                  <a:srgbClr val="464646"/>
                </a:solidFill>
              </a:rPr>
              <a:t>b</a:t>
            </a:r>
            <a:r>
              <a:rPr sz="1800" spc="-360" dirty="0">
                <a:solidFill>
                  <a:srgbClr val="464646"/>
                </a:solidFill>
              </a:rPr>
              <a:t>o</a:t>
            </a:r>
            <a:r>
              <a:rPr sz="1800" spc="-25" dirty="0">
                <a:solidFill>
                  <a:srgbClr val="464646"/>
                </a:solidFill>
              </a:rPr>
              <a:t>u</a:t>
            </a:r>
            <a:r>
              <a:rPr sz="1800" spc="-20" dirty="0">
                <a:solidFill>
                  <a:srgbClr val="464646"/>
                </a:solidFill>
              </a:rPr>
              <a:t>n</a:t>
            </a:r>
            <a:r>
              <a:rPr sz="1800" spc="-114" dirty="0">
                <a:solidFill>
                  <a:srgbClr val="464646"/>
                </a:solidFill>
              </a:rPr>
              <a:t>d</a:t>
            </a:r>
            <a:r>
              <a:rPr sz="1800" spc="-85" dirty="0">
                <a:solidFill>
                  <a:srgbClr val="464646"/>
                </a:solidFill>
              </a:rPr>
              <a:t> </a:t>
            </a:r>
            <a:r>
              <a:rPr sz="1800" spc="35" dirty="0">
                <a:solidFill>
                  <a:srgbClr val="464646"/>
                </a:solidFill>
              </a:rPr>
              <a:t>R</a:t>
            </a:r>
            <a:r>
              <a:rPr sz="1800" spc="-20" dirty="0">
                <a:solidFill>
                  <a:srgbClr val="464646"/>
                </a:solidFill>
              </a:rPr>
              <a:t>u</a:t>
            </a:r>
            <a:r>
              <a:rPr sz="1800" spc="5" dirty="0">
                <a:solidFill>
                  <a:srgbClr val="464646"/>
                </a:solidFill>
              </a:rPr>
              <a:t>l</a:t>
            </a:r>
            <a:r>
              <a:rPr sz="1800" spc="-290" dirty="0">
                <a:solidFill>
                  <a:srgbClr val="464646"/>
                </a:solidFill>
              </a:rPr>
              <a:t>es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4900040" y="2738704"/>
            <a:ext cx="3162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utb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774313" y="3109467"/>
          <a:ext cx="5236208" cy="149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Rule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Allow/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33045">
                        <a:lnSpc>
                          <a:spcPct val="100000"/>
                        </a:lnSpc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Deny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9225" indent="1962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Traffic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DENY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684530" y="1682750"/>
            <a:ext cx="2276475" cy="2907665"/>
            <a:chOff x="684530" y="1682750"/>
            <a:chExt cx="2276475" cy="2907665"/>
          </a:xfrm>
        </p:grpSpPr>
        <p:sp>
          <p:nvSpPr>
            <p:cNvPr id="8" name="object 8"/>
            <p:cNvSpPr/>
            <p:nvPr/>
          </p:nvSpPr>
          <p:spPr>
            <a:xfrm>
              <a:off x="697230" y="169545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2" y="545592"/>
                  </a:lnTo>
                  <a:lnTo>
                    <a:pt x="2160016" y="545592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7" y="454660"/>
                  </a:lnTo>
                  <a:lnTo>
                    <a:pt x="2250947" y="90932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7230" y="169545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2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7" y="90932"/>
                  </a:lnTo>
                  <a:lnTo>
                    <a:pt x="2250947" y="454660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2"/>
                  </a:lnTo>
                  <a:lnTo>
                    <a:pt x="90932" y="545592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7230" y="309753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2" y="545591"/>
                  </a:lnTo>
                  <a:lnTo>
                    <a:pt x="2160016" y="545591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7" y="454659"/>
                  </a:lnTo>
                  <a:lnTo>
                    <a:pt x="2250947" y="90931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7230" y="309753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1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7" y="90931"/>
                  </a:lnTo>
                  <a:lnTo>
                    <a:pt x="2250947" y="454659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1"/>
                  </a:lnTo>
                  <a:lnTo>
                    <a:pt x="90932" y="545591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7230" y="4031742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2160016" y="545592"/>
                  </a:lnTo>
                  <a:lnTo>
                    <a:pt x="2195387" y="538445"/>
                  </a:lnTo>
                  <a:lnTo>
                    <a:pt x="2224293" y="518956"/>
                  </a:lnTo>
                  <a:lnTo>
                    <a:pt x="2243794" y="490052"/>
                  </a:lnTo>
                  <a:lnTo>
                    <a:pt x="2250947" y="454660"/>
                  </a:lnTo>
                  <a:lnTo>
                    <a:pt x="2250947" y="90932"/>
                  </a:lnTo>
                  <a:lnTo>
                    <a:pt x="2243794" y="55539"/>
                  </a:lnTo>
                  <a:lnTo>
                    <a:pt x="2224293" y="26635"/>
                  </a:lnTo>
                  <a:lnTo>
                    <a:pt x="2195387" y="7146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7230" y="4031742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46"/>
                  </a:lnTo>
                  <a:lnTo>
                    <a:pt x="2224293" y="26635"/>
                  </a:lnTo>
                  <a:lnTo>
                    <a:pt x="2243794" y="55539"/>
                  </a:lnTo>
                  <a:lnTo>
                    <a:pt x="2250947" y="90932"/>
                  </a:lnTo>
                  <a:lnTo>
                    <a:pt x="2250947" y="454660"/>
                  </a:lnTo>
                  <a:lnTo>
                    <a:pt x="2243794" y="490052"/>
                  </a:lnTo>
                  <a:lnTo>
                    <a:pt x="2224293" y="518956"/>
                  </a:lnTo>
                  <a:lnTo>
                    <a:pt x="2195387" y="538445"/>
                  </a:lnTo>
                  <a:lnTo>
                    <a:pt x="2160016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21435" y="3214827"/>
            <a:ext cx="1002030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Database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50036" y="861034"/>
            <a:ext cx="887094" cy="3304540"/>
            <a:chOff x="1050036" y="861034"/>
            <a:chExt cx="887094" cy="330454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0036" y="861034"/>
              <a:ext cx="234670" cy="9510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31570" y="883157"/>
              <a:ext cx="76200" cy="794385"/>
            </a:xfrm>
            <a:custGeom>
              <a:avLst/>
              <a:gdLst/>
              <a:ahLst/>
              <a:cxnLst/>
              <a:rect l="l" t="t" r="r" b="b"/>
              <a:pathLst>
                <a:path w="76200" h="794385">
                  <a:moveTo>
                    <a:pt x="25400" y="717676"/>
                  </a:moveTo>
                  <a:lnTo>
                    <a:pt x="0" y="717676"/>
                  </a:lnTo>
                  <a:lnTo>
                    <a:pt x="38100" y="793876"/>
                  </a:lnTo>
                  <a:lnTo>
                    <a:pt x="69850" y="730376"/>
                  </a:lnTo>
                  <a:lnTo>
                    <a:pt x="25400" y="730376"/>
                  </a:lnTo>
                  <a:lnTo>
                    <a:pt x="25400" y="717676"/>
                  </a:lnTo>
                  <a:close/>
                </a:path>
                <a:path w="76200" h="794385">
                  <a:moveTo>
                    <a:pt x="50800" y="0"/>
                  </a:moveTo>
                  <a:lnTo>
                    <a:pt x="25400" y="0"/>
                  </a:lnTo>
                  <a:lnTo>
                    <a:pt x="25400" y="730376"/>
                  </a:lnTo>
                  <a:lnTo>
                    <a:pt x="50800" y="730376"/>
                  </a:lnTo>
                  <a:lnTo>
                    <a:pt x="50800" y="0"/>
                  </a:lnTo>
                  <a:close/>
                </a:path>
                <a:path w="76200" h="794385">
                  <a:moveTo>
                    <a:pt x="76200" y="717676"/>
                  </a:moveTo>
                  <a:lnTo>
                    <a:pt x="50800" y="717676"/>
                  </a:lnTo>
                  <a:lnTo>
                    <a:pt x="50800" y="730376"/>
                  </a:lnTo>
                  <a:lnTo>
                    <a:pt x="69850" y="730376"/>
                  </a:lnTo>
                  <a:lnTo>
                    <a:pt x="76200" y="717676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036" y="2218918"/>
              <a:ext cx="234670" cy="10150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31570" y="2241041"/>
              <a:ext cx="76200" cy="857885"/>
            </a:xfrm>
            <a:custGeom>
              <a:avLst/>
              <a:gdLst/>
              <a:ahLst/>
              <a:cxnLst/>
              <a:rect l="l" t="t" r="r" b="b"/>
              <a:pathLst>
                <a:path w="76200" h="857885">
                  <a:moveTo>
                    <a:pt x="25400" y="781431"/>
                  </a:moveTo>
                  <a:lnTo>
                    <a:pt x="0" y="781431"/>
                  </a:lnTo>
                  <a:lnTo>
                    <a:pt x="38100" y="857631"/>
                  </a:lnTo>
                  <a:lnTo>
                    <a:pt x="69850" y="794131"/>
                  </a:lnTo>
                  <a:lnTo>
                    <a:pt x="25400" y="794131"/>
                  </a:lnTo>
                  <a:lnTo>
                    <a:pt x="25400" y="781431"/>
                  </a:lnTo>
                  <a:close/>
                </a:path>
                <a:path w="76200" h="857885">
                  <a:moveTo>
                    <a:pt x="50800" y="0"/>
                  </a:moveTo>
                  <a:lnTo>
                    <a:pt x="25400" y="0"/>
                  </a:lnTo>
                  <a:lnTo>
                    <a:pt x="25400" y="794131"/>
                  </a:lnTo>
                  <a:lnTo>
                    <a:pt x="50800" y="794131"/>
                  </a:lnTo>
                  <a:lnTo>
                    <a:pt x="50800" y="0"/>
                  </a:lnTo>
                  <a:close/>
                </a:path>
                <a:path w="76200" h="857885">
                  <a:moveTo>
                    <a:pt x="76200" y="781431"/>
                  </a:moveTo>
                  <a:lnTo>
                    <a:pt x="50800" y="781431"/>
                  </a:lnTo>
                  <a:lnTo>
                    <a:pt x="50800" y="794131"/>
                  </a:lnTo>
                  <a:lnTo>
                    <a:pt x="69850" y="794131"/>
                  </a:lnTo>
                  <a:lnTo>
                    <a:pt x="76200" y="781431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2308" y="3621024"/>
              <a:ext cx="234670" cy="54406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83841" y="3643121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42"/>
                  </a:moveTo>
                  <a:lnTo>
                    <a:pt x="0" y="311442"/>
                  </a:lnTo>
                  <a:lnTo>
                    <a:pt x="38100" y="387642"/>
                  </a:lnTo>
                  <a:lnTo>
                    <a:pt x="69850" y="324142"/>
                  </a:lnTo>
                  <a:lnTo>
                    <a:pt x="25400" y="324142"/>
                  </a:lnTo>
                  <a:lnTo>
                    <a:pt x="25400" y="311442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42"/>
                  </a:lnTo>
                  <a:lnTo>
                    <a:pt x="50800" y="324142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42"/>
                  </a:moveTo>
                  <a:lnTo>
                    <a:pt x="50800" y="311442"/>
                  </a:lnTo>
                  <a:lnTo>
                    <a:pt x="50800" y="324142"/>
                  </a:lnTo>
                  <a:lnTo>
                    <a:pt x="69850" y="324142"/>
                  </a:lnTo>
                  <a:lnTo>
                    <a:pt x="76200" y="311442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9973" y="933450"/>
            <a:ext cx="1584325" cy="1672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9568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HTTP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1088390">
              <a:lnSpc>
                <a:spcPct val="100000"/>
              </a:lnSpc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800">
              <a:latin typeface="Arial MT"/>
              <a:cs typeface="Arial MT"/>
            </a:endParaRPr>
          </a:p>
          <a:p>
            <a:pPr marL="1071245">
              <a:lnSpc>
                <a:spcPct val="100000"/>
              </a:lnSpc>
              <a:spcBef>
                <a:spcPts val="1735"/>
              </a:spcBef>
            </a:pPr>
            <a:r>
              <a:rPr sz="1800" spc="-10" dirty="0">
                <a:solidFill>
                  <a:srgbClr val="FFFFFF"/>
                </a:solidFill>
                <a:latin typeface="Consolas"/>
                <a:cs typeface="Consolas"/>
              </a:rPr>
              <a:t>NACL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63723" y="783323"/>
            <a:ext cx="1422400" cy="3084195"/>
            <a:chOff x="2363723" y="783323"/>
            <a:chExt cx="1422400" cy="308419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3723" y="783323"/>
              <a:ext cx="234670" cy="9631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445257" y="883158"/>
              <a:ext cx="76200" cy="805180"/>
            </a:xfrm>
            <a:custGeom>
              <a:avLst/>
              <a:gdLst/>
              <a:ahLst/>
              <a:cxnLst/>
              <a:rect l="l" t="t" r="r" b="b"/>
              <a:pathLst>
                <a:path w="76200" h="805180">
                  <a:moveTo>
                    <a:pt x="50800" y="63500"/>
                  </a:moveTo>
                  <a:lnTo>
                    <a:pt x="25400" y="63500"/>
                  </a:lnTo>
                  <a:lnTo>
                    <a:pt x="25400" y="805052"/>
                  </a:lnTo>
                  <a:lnTo>
                    <a:pt x="50800" y="805052"/>
                  </a:lnTo>
                  <a:lnTo>
                    <a:pt x="50800" y="63500"/>
                  </a:lnTo>
                  <a:close/>
                </a:path>
                <a:path w="76200" h="805180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05180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3723" y="2125992"/>
              <a:ext cx="234670" cy="10500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445257" y="2225802"/>
              <a:ext cx="76200" cy="891540"/>
            </a:xfrm>
            <a:custGeom>
              <a:avLst/>
              <a:gdLst/>
              <a:ahLst/>
              <a:cxnLst/>
              <a:rect l="l" t="t" r="r" b="b"/>
              <a:pathLst>
                <a:path w="76200" h="891539">
                  <a:moveTo>
                    <a:pt x="50800" y="63500"/>
                  </a:moveTo>
                  <a:lnTo>
                    <a:pt x="25400" y="63500"/>
                  </a:lnTo>
                  <a:lnTo>
                    <a:pt x="25400" y="891540"/>
                  </a:lnTo>
                  <a:lnTo>
                    <a:pt x="50800" y="891540"/>
                  </a:lnTo>
                  <a:lnTo>
                    <a:pt x="50800" y="63500"/>
                  </a:lnTo>
                  <a:close/>
                </a:path>
                <a:path w="76200" h="891539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91539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70987" y="2324100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5" h="300355">
                  <a:moveTo>
                    <a:pt x="150113" y="0"/>
                  </a:moveTo>
                  <a:lnTo>
                    <a:pt x="102656" y="7650"/>
                  </a:lnTo>
                  <a:lnTo>
                    <a:pt x="61447" y="28956"/>
                  </a:lnTo>
                  <a:lnTo>
                    <a:pt x="28955" y="61447"/>
                  </a:lnTo>
                  <a:lnTo>
                    <a:pt x="7650" y="102656"/>
                  </a:lnTo>
                  <a:lnTo>
                    <a:pt x="0" y="150113"/>
                  </a:lnTo>
                  <a:lnTo>
                    <a:pt x="7650" y="197571"/>
                  </a:lnTo>
                  <a:lnTo>
                    <a:pt x="28956" y="238780"/>
                  </a:lnTo>
                  <a:lnTo>
                    <a:pt x="61447" y="271272"/>
                  </a:lnTo>
                  <a:lnTo>
                    <a:pt x="102656" y="292577"/>
                  </a:lnTo>
                  <a:lnTo>
                    <a:pt x="150113" y="300227"/>
                  </a:lnTo>
                  <a:lnTo>
                    <a:pt x="197571" y="292577"/>
                  </a:lnTo>
                  <a:lnTo>
                    <a:pt x="238780" y="271272"/>
                  </a:lnTo>
                  <a:lnTo>
                    <a:pt x="266148" y="243903"/>
                  </a:lnTo>
                  <a:lnTo>
                    <a:pt x="150113" y="243903"/>
                  </a:lnTo>
                  <a:lnTo>
                    <a:pt x="127341" y="241093"/>
                  </a:lnTo>
                  <a:lnTo>
                    <a:pt x="105663" y="232663"/>
                  </a:lnTo>
                  <a:lnTo>
                    <a:pt x="77011" y="208891"/>
                  </a:lnTo>
                  <a:lnTo>
                    <a:pt x="60277" y="177069"/>
                  </a:lnTo>
                  <a:lnTo>
                    <a:pt x="56711" y="141295"/>
                  </a:lnTo>
                  <a:lnTo>
                    <a:pt x="67563" y="105663"/>
                  </a:lnTo>
                  <a:lnTo>
                    <a:pt x="143763" y="105663"/>
                  </a:lnTo>
                  <a:lnTo>
                    <a:pt x="105663" y="67563"/>
                  </a:lnTo>
                  <a:lnTo>
                    <a:pt x="127341" y="59134"/>
                  </a:lnTo>
                  <a:lnTo>
                    <a:pt x="150113" y="56324"/>
                  </a:lnTo>
                  <a:lnTo>
                    <a:pt x="266148" y="56324"/>
                  </a:lnTo>
                  <a:lnTo>
                    <a:pt x="238780" y="28956"/>
                  </a:lnTo>
                  <a:lnTo>
                    <a:pt x="197571" y="7650"/>
                  </a:lnTo>
                  <a:lnTo>
                    <a:pt x="150113" y="0"/>
                  </a:lnTo>
                  <a:close/>
                </a:path>
                <a:path w="300355" h="300355">
                  <a:moveTo>
                    <a:pt x="143763" y="105663"/>
                  </a:moveTo>
                  <a:lnTo>
                    <a:pt x="67563" y="105663"/>
                  </a:lnTo>
                  <a:lnTo>
                    <a:pt x="194563" y="232663"/>
                  </a:lnTo>
                  <a:lnTo>
                    <a:pt x="172886" y="241093"/>
                  </a:lnTo>
                  <a:lnTo>
                    <a:pt x="150113" y="243903"/>
                  </a:lnTo>
                  <a:lnTo>
                    <a:pt x="266148" y="243903"/>
                  </a:lnTo>
                  <a:lnTo>
                    <a:pt x="271271" y="238780"/>
                  </a:lnTo>
                  <a:lnTo>
                    <a:pt x="292577" y="197571"/>
                  </a:lnTo>
                  <a:lnTo>
                    <a:pt x="293062" y="194563"/>
                  </a:lnTo>
                  <a:lnTo>
                    <a:pt x="232663" y="194563"/>
                  </a:lnTo>
                  <a:lnTo>
                    <a:pt x="143763" y="105663"/>
                  </a:lnTo>
                  <a:close/>
                </a:path>
                <a:path w="300355" h="300355">
                  <a:moveTo>
                    <a:pt x="266148" y="56324"/>
                  </a:moveTo>
                  <a:lnTo>
                    <a:pt x="150113" y="56324"/>
                  </a:lnTo>
                  <a:lnTo>
                    <a:pt x="172886" y="59134"/>
                  </a:lnTo>
                  <a:lnTo>
                    <a:pt x="194563" y="67563"/>
                  </a:lnTo>
                  <a:lnTo>
                    <a:pt x="223216" y="91336"/>
                  </a:lnTo>
                  <a:lnTo>
                    <a:pt x="239950" y="123158"/>
                  </a:lnTo>
                  <a:lnTo>
                    <a:pt x="243516" y="158932"/>
                  </a:lnTo>
                  <a:lnTo>
                    <a:pt x="232663" y="194563"/>
                  </a:lnTo>
                  <a:lnTo>
                    <a:pt x="293062" y="194563"/>
                  </a:lnTo>
                  <a:lnTo>
                    <a:pt x="300228" y="150113"/>
                  </a:lnTo>
                  <a:lnTo>
                    <a:pt x="292577" y="102656"/>
                  </a:lnTo>
                  <a:lnTo>
                    <a:pt x="271272" y="61447"/>
                  </a:lnTo>
                  <a:lnTo>
                    <a:pt x="266148" y="563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0859" y="1767840"/>
              <a:ext cx="710565" cy="2094864"/>
            </a:xfrm>
            <a:custGeom>
              <a:avLst/>
              <a:gdLst/>
              <a:ahLst/>
              <a:cxnLst/>
              <a:rect l="l" t="t" r="r" b="b"/>
              <a:pathLst>
                <a:path w="710564" h="2094864">
                  <a:moveTo>
                    <a:pt x="0" y="348488"/>
                  </a:moveTo>
                  <a:lnTo>
                    <a:pt x="710311" y="0"/>
                  </a:lnTo>
                </a:path>
                <a:path w="710564" h="2094864">
                  <a:moveTo>
                    <a:pt x="0" y="348996"/>
                  </a:moveTo>
                  <a:lnTo>
                    <a:pt x="710311" y="2094738"/>
                  </a:lnTo>
                </a:path>
              </a:pathLst>
            </a:custGeom>
            <a:ln w="9525">
              <a:solidFill>
                <a:srgbClr val="999A97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849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Ephemeral</a:t>
            </a:r>
            <a:r>
              <a:rPr sz="2800" spc="-50" dirty="0"/>
              <a:t> </a:t>
            </a:r>
            <a:r>
              <a:rPr sz="2800" spc="-5" dirty="0"/>
              <a:t>Ports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923026" y="1756410"/>
            <a:ext cx="2743200" cy="144526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05755" y="1937004"/>
            <a:ext cx="1016635" cy="262255"/>
          </a:xfrm>
          <a:custGeom>
            <a:avLst/>
            <a:gdLst/>
            <a:ahLst/>
            <a:cxnLst/>
            <a:rect l="l" t="t" r="r" b="b"/>
            <a:pathLst>
              <a:path w="1016635" h="262255">
                <a:moveTo>
                  <a:pt x="1016508" y="0"/>
                </a:moveTo>
                <a:lnTo>
                  <a:pt x="0" y="0"/>
                </a:lnTo>
                <a:lnTo>
                  <a:pt x="0" y="262128"/>
                </a:lnTo>
                <a:lnTo>
                  <a:pt x="1016508" y="262128"/>
                </a:lnTo>
                <a:lnTo>
                  <a:pt x="10165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05755" y="1937004"/>
            <a:ext cx="1016635" cy="262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010"/>
              </a:lnSpc>
            </a:pPr>
            <a:r>
              <a:rPr sz="1800" spc="-10" dirty="0">
                <a:solidFill>
                  <a:srgbClr val="FFFFFF"/>
                </a:solidFill>
                <a:latin typeface="Consolas"/>
                <a:cs typeface="Consolas"/>
              </a:rPr>
              <a:t>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5755" y="2346960"/>
            <a:ext cx="1016635" cy="26225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 marL="320040">
              <a:lnSpc>
                <a:spcPts val="2010"/>
              </a:lnSpc>
            </a:pPr>
            <a:r>
              <a:rPr sz="1800" spc="-10" dirty="0">
                <a:solidFill>
                  <a:srgbClr val="FFFFFF"/>
                </a:solidFill>
                <a:latin typeface="Consolas"/>
                <a:cs typeface="Consolas"/>
              </a:rPr>
              <a:t>443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79064" y="1969033"/>
            <a:ext cx="1842770" cy="234950"/>
            <a:chOff x="3179064" y="1969033"/>
            <a:chExt cx="1842770" cy="2349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064" y="1969033"/>
              <a:ext cx="1842515" cy="2346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22498" y="2030730"/>
              <a:ext cx="1684020" cy="76200"/>
            </a:xfrm>
            <a:custGeom>
              <a:avLst/>
              <a:gdLst/>
              <a:ahLst/>
              <a:cxnLst/>
              <a:rect l="l" t="t" r="r" b="b"/>
              <a:pathLst>
                <a:path w="1684020" h="76200">
                  <a:moveTo>
                    <a:pt x="1607439" y="0"/>
                  </a:moveTo>
                  <a:lnTo>
                    <a:pt x="1607439" y="76200"/>
                  </a:lnTo>
                  <a:lnTo>
                    <a:pt x="1658239" y="50800"/>
                  </a:lnTo>
                  <a:lnTo>
                    <a:pt x="1620139" y="50800"/>
                  </a:lnTo>
                  <a:lnTo>
                    <a:pt x="1620139" y="25400"/>
                  </a:lnTo>
                  <a:lnTo>
                    <a:pt x="1658239" y="25400"/>
                  </a:lnTo>
                  <a:lnTo>
                    <a:pt x="1607439" y="0"/>
                  </a:lnTo>
                  <a:close/>
                </a:path>
                <a:path w="1684020" h="76200">
                  <a:moveTo>
                    <a:pt x="1607439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1607439" y="50800"/>
                  </a:lnTo>
                  <a:lnTo>
                    <a:pt x="1607439" y="25400"/>
                  </a:lnTo>
                  <a:close/>
                </a:path>
                <a:path w="1684020" h="76200">
                  <a:moveTo>
                    <a:pt x="1658239" y="25400"/>
                  </a:moveTo>
                  <a:lnTo>
                    <a:pt x="1620139" y="25400"/>
                  </a:lnTo>
                  <a:lnTo>
                    <a:pt x="1620139" y="50800"/>
                  </a:lnTo>
                  <a:lnTo>
                    <a:pt x="1658239" y="50800"/>
                  </a:lnTo>
                  <a:lnTo>
                    <a:pt x="1683639" y="38100"/>
                  </a:lnTo>
                  <a:lnTo>
                    <a:pt x="1658239" y="2540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9371" y="2819425"/>
            <a:ext cx="1840992" cy="23467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4239005" y="2881122"/>
            <a:ext cx="1684020" cy="76200"/>
          </a:xfrm>
          <a:custGeom>
            <a:avLst/>
            <a:gdLst/>
            <a:ahLst/>
            <a:cxnLst/>
            <a:rect l="l" t="t" r="r" b="b"/>
            <a:pathLst>
              <a:path w="168402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50800"/>
                </a:lnTo>
                <a:lnTo>
                  <a:pt x="63500" y="50800"/>
                </a:lnTo>
                <a:lnTo>
                  <a:pt x="63500" y="25400"/>
                </a:lnTo>
                <a:lnTo>
                  <a:pt x="76200" y="25400"/>
                </a:lnTo>
                <a:lnTo>
                  <a:pt x="76200" y="0"/>
                </a:lnTo>
                <a:close/>
              </a:path>
              <a:path w="1684020" h="76200">
                <a:moveTo>
                  <a:pt x="76200" y="25400"/>
                </a:moveTo>
                <a:lnTo>
                  <a:pt x="63500" y="25400"/>
                </a:lnTo>
                <a:lnTo>
                  <a:pt x="63500" y="50800"/>
                </a:lnTo>
                <a:lnTo>
                  <a:pt x="76200" y="50800"/>
                </a:lnTo>
                <a:lnTo>
                  <a:pt x="76200" y="25400"/>
                </a:lnTo>
                <a:close/>
              </a:path>
              <a:path w="1684020" h="76200">
                <a:moveTo>
                  <a:pt x="1683639" y="25400"/>
                </a:moveTo>
                <a:lnTo>
                  <a:pt x="76200" y="25400"/>
                </a:lnTo>
                <a:lnTo>
                  <a:pt x="76200" y="50800"/>
                </a:lnTo>
                <a:lnTo>
                  <a:pt x="1683639" y="50800"/>
                </a:lnTo>
                <a:lnTo>
                  <a:pt x="1683639" y="25400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02784" y="1283589"/>
            <a:ext cx="8229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Inbound</a:t>
            </a:r>
            <a:endParaRPr sz="1800">
              <a:latin typeface="Microsoft Sans Serif"/>
              <a:cs typeface="Microsoft Sans Serif"/>
            </a:endParaRPr>
          </a:p>
          <a:p>
            <a:pPr marL="1270" algn="ctr">
              <a:lnSpc>
                <a:spcPct val="100000"/>
              </a:lnSpc>
            </a:pP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Ports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39465" y="3072510"/>
            <a:ext cx="8108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5090" algn="just">
              <a:lnSpc>
                <a:spcPct val="100000"/>
              </a:lnSpc>
              <a:spcBef>
                <a:spcPts val="100"/>
              </a:spcBef>
            </a:pP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or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to  </a:t>
            </a:r>
            <a:r>
              <a:rPr sz="1800" spc="-155" dirty="0">
                <a:solidFill>
                  <a:srgbClr val="464646"/>
                </a:solidFill>
                <a:latin typeface="Microsoft Sans Serif"/>
                <a:cs typeface="Microsoft Sans Serif"/>
              </a:rPr>
              <a:t>receive </a:t>
            </a:r>
            <a:r>
              <a:rPr sz="18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464646"/>
                </a:solidFill>
                <a:latin typeface="Microsoft Sans Serif"/>
                <a:cs typeface="Microsoft Sans Serif"/>
              </a:rPr>
              <a:t>resp</a:t>
            </a:r>
            <a:r>
              <a:rPr sz="1800" spc="-204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245" dirty="0">
                <a:solidFill>
                  <a:srgbClr val="464646"/>
                </a:solidFill>
                <a:latin typeface="Microsoft Sans Serif"/>
                <a:cs typeface="Microsoft Sans Serif"/>
              </a:rPr>
              <a:t>se</a:t>
            </a:r>
            <a:endParaRPr sz="1800">
              <a:latin typeface="Microsoft Sans Serif"/>
              <a:cs typeface="Microsoft Sans Serif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66598" y="1743710"/>
          <a:ext cx="3759200" cy="144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251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Client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ts val="1914"/>
                        </a:lnSpc>
                      </a:pPr>
                      <a:r>
                        <a:rPr sz="1800" spc="-85" dirty="0">
                          <a:solidFill>
                            <a:srgbClr val="464646"/>
                          </a:solidFill>
                          <a:latin typeface="Microsoft Sans Serif"/>
                          <a:cs typeface="Microsoft Sans Serif"/>
                        </a:rPr>
                        <a:t>request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88595" algn="r">
                        <a:lnSpc>
                          <a:spcPts val="195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35000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63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023230" y="2870149"/>
            <a:ext cx="810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solidFill>
                  <a:srgbClr val="464646"/>
                </a:solidFill>
                <a:latin typeface="Microsoft Sans Serif"/>
                <a:cs typeface="Microsoft Sans Serif"/>
              </a:rPr>
              <a:t>response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3729" y="4329176"/>
            <a:ext cx="4685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solidFill>
                  <a:srgbClr val="16181F"/>
                </a:solidFill>
                <a:latin typeface="Microsoft Sans Serif"/>
                <a:cs typeface="Microsoft Sans Serif"/>
              </a:rPr>
              <a:t>Lin</a:t>
            </a:r>
            <a:r>
              <a:rPr sz="1800" spc="100" dirty="0">
                <a:solidFill>
                  <a:srgbClr val="16181F"/>
                </a:solidFill>
                <a:latin typeface="Microsoft Sans Serif"/>
                <a:cs typeface="Microsoft Sans Serif"/>
              </a:rPr>
              <a:t>u</a:t>
            </a:r>
            <a:r>
              <a:rPr sz="1800" spc="-75" dirty="0">
                <a:solidFill>
                  <a:srgbClr val="16181F"/>
                </a:solidFill>
                <a:latin typeface="Microsoft Sans Serif"/>
                <a:cs typeface="Microsoft Sans Serif"/>
              </a:rPr>
              <a:t>x</a:t>
            </a:r>
            <a:r>
              <a:rPr sz="1800" spc="-15" dirty="0">
                <a:solidFill>
                  <a:srgbClr val="16181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6181F"/>
                </a:solidFill>
                <a:latin typeface="Microsoft Sans Serif"/>
                <a:cs typeface="Microsoft Sans Serif"/>
              </a:rPr>
              <a:t>OS</a:t>
            </a:r>
            <a:r>
              <a:rPr sz="1800" spc="-20" dirty="0">
                <a:solidFill>
                  <a:srgbClr val="16181F"/>
                </a:solidFill>
                <a:latin typeface="Microsoft Sans Serif"/>
                <a:cs typeface="Microsoft Sans Serif"/>
              </a:rPr>
              <a:t> </a:t>
            </a:r>
            <a:r>
              <a:rPr sz="1800" spc="-275" dirty="0">
                <a:solidFill>
                  <a:srgbClr val="16181F"/>
                </a:solidFill>
                <a:latin typeface="Microsoft Sans Serif"/>
                <a:cs typeface="Microsoft Sans Serif"/>
              </a:rPr>
              <a:t>e</a:t>
            </a:r>
            <a:r>
              <a:rPr sz="1800" spc="-285" dirty="0">
                <a:solidFill>
                  <a:srgbClr val="16181F"/>
                </a:solidFill>
                <a:latin typeface="Microsoft Sans Serif"/>
                <a:cs typeface="Microsoft Sans Serif"/>
              </a:rPr>
              <a:t>p</a:t>
            </a:r>
            <a:r>
              <a:rPr sz="1800" spc="-105" dirty="0">
                <a:solidFill>
                  <a:srgbClr val="16181F"/>
                </a:solidFill>
                <a:latin typeface="Microsoft Sans Serif"/>
                <a:cs typeface="Microsoft Sans Serif"/>
              </a:rPr>
              <a:t>hemera</a:t>
            </a:r>
            <a:r>
              <a:rPr sz="1800" spc="-45" dirty="0">
                <a:solidFill>
                  <a:srgbClr val="16181F"/>
                </a:solidFill>
                <a:latin typeface="Microsoft Sans Serif"/>
                <a:cs typeface="Microsoft Sans Serif"/>
              </a:rPr>
              <a:t>l</a:t>
            </a:r>
            <a:r>
              <a:rPr sz="1800" dirty="0">
                <a:solidFill>
                  <a:srgbClr val="16181F"/>
                </a:solidFill>
                <a:latin typeface="Microsoft Sans Serif"/>
                <a:cs typeface="Microsoft Sans Serif"/>
              </a:rPr>
              <a:t> </a:t>
            </a:r>
            <a:r>
              <a:rPr sz="1800" spc="-235" dirty="0">
                <a:solidFill>
                  <a:srgbClr val="16181F"/>
                </a:solidFill>
                <a:latin typeface="Microsoft Sans Serif"/>
                <a:cs typeface="Microsoft Sans Serif"/>
              </a:rPr>
              <a:t>p</a:t>
            </a:r>
            <a:r>
              <a:rPr sz="1800" spc="-240" dirty="0">
                <a:solidFill>
                  <a:srgbClr val="16181F"/>
                </a:solidFill>
                <a:latin typeface="Microsoft Sans Serif"/>
                <a:cs typeface="Microsoft Sans Serif"/>
              </a:rPr>
              <a:t>o</a:t>
            </a:r>
            <a:r>
              <a:rPr sz="1800" spc="100" dirty="0">
                <a:solidFill>
                  <a:srgbClr val="16181F"/>
                </a:solidFill>
                <a:latin typeface="Microsoft Sans Serif"/>
                <a:cs typeface="Microsoft Sans Serif"/>
              </a:rPr>
              <a:t>r</a:t>
            </a:r>
            <a:r>
              <a:rPr sz="1800" spc="90" dirty="0">
                <a:solidFill>
                  <a:srgbClr val="16181F"/>
                </a:solidFill>
                <a:latin typeface="Microsoft Sans Serif"/>
                <a:cs typeface="Microsoft Sans Serif"/>
              </a:rPr>
              <a:t>t</a:t>
            </a:r>
            <a:r>
              <a:rPr sz="1800" spc="-5" dirty="0">
                <a:solidFill>
                  <a:srgbClr val="16181F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16181F"/>
                </a:solidFill>
                <a:latin typeface="Microsoft Sans Serif"/>
                <a:cs typeface="Microsoft Sans Serif"/>
              </a:rPr>
              <a:t>ran</a:t>
            </a:r>
            <a:r>
              <a:rPr sz="1800" spc="-165" dirty="0">
                <a:solidFill>
                  <a:srgbClr val="16181F"/>
                </a:solidFill>
                <a:latin typeface="Microsoft Sans Serif"/>
                <a:cs typeface="Microsoft Sans Serif"/>
              </a:rPr>
              <a:t>g</a:t>
            </a:r>
            <a:r>
              <a:rPr sz="1800" spc="-160" dirty="0">
                <a:solidFill>
                  <a:srgbClr val="16181F"/>
                </a:solidFill>
                <a:latin typeface="Microsoft Sans Serif"/>
                <a:cs typeface="Microsoft Sans Serif"/>
              </a:rPr>
              <a:t>e</a:t>
            </a:r>
            <a:r>
              <a:rPr sz="1800" spc="-10" dirty="0">
                <a:solidFill>
                  <a:srgbClr val="1618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6181F"/>
                </a:solidFill>
                <a:latin typeface="Microsoft Sans Serif"/>
                <a:cs typeface="Microsoft Sans Serif"/>
              </a:rPr>
              <a:t>i</a:t>
            </a:r>
            <a:r>
              <a:rPr sz="1800" spc="10" dirty="0">
                <a:solidFill>
                  <a:srgbClr val="16181F"/>
                </a:solidFill>
                <a:latin typeface="Microsoft Sans Serif"/>
                <a:cs typeface="Microsoft Sans Serif"/>
              </a:rPr>
              <a:t>s</a:t>
            </a:r>
            <a:r>
              <a:rPr sz="1800" dirty="0">
                <a:solidFill>
                  <a:srgbClr val="1618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6181F"/>
                </a:solidFill>
                <a:latin typeface="Consolas"/>
                <a:cs typeface="Consolas"/>
              </a:rPr>
              <a:t>3276</a:t>
            </a:r>
            <a:r>
              <a:rPr sz="1800" spc="-5" dirty="0">
                <a:solidFill>
                  <a:srgbClr val="16181F"/>
                </a:solidFill>
                <a:latin typeface="Consolas"/>
                <a:cs typeface="Consolas"/>
              </a:rPr>
              <a:t>8</a:t>
            </a:r>
            <a:r>
              <a:rPr sz="1800" spc="-10" dirty="0">
                <a:solidFill>
                  <a:srgbClr val="16181F"/>
                </a:solidFill>
                <a:latin typeface="Consolas"/>
                <a:cs typeface="Consolas"/>
              </a:rPr>
              <a:t>-61000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1524000"/>
            <a:ext cx="2498090" cy="1186180"/>
          </a:xfrm>
          <a:custGeom>
            <a:avLst/>
            <a:gdLst/>
            <a:ahLst/>
            <a:cxnLst/>
            <a:rect l="l" t="t" r="r" b="b"/>
            <a:pathLst>
              <a:path w="2498090" h="1186180">
                <a:moveTo>
                  <a:pt x="2300224" y="0"/>
                </a:moveTo>
                <a:lnTo>
                  <a:pt x="197612" y="0"/>
                </a:lnTo>
                <a:lnTo>
                  <a:pt x="152303" y="5221"/>
                </a:lnTo>
                <a:lnTo>
                  <a:pt x="110710" y="20093"/>
                </a:lnTo>
                <a:lnTo>
                  <a:pt x="74018" y="43427"/>
                </a:lnTo>
                <a:lnTo>
                  <a:pt x="43415" y="74034"/>
                </a:lnTo>
                <a:lnTo>
                  <a:pt x="20086" y="110726"/>
                </a:lnTo>
                <a:lnTo>
                  <a:pt x="5219" y="152315"/>
                </a:lnTo>
                <a:lnTo>
                  <a:pt x="0" y="197612"/>
                </a:lnTo>
                <a:lnTo>
                  <a:pt x="0" y="988060"/>
                </a:lnTo>
                <a:lnTo>
                  <a:pt x="5219" y="1033356"/>
                </a:lnTo>
                <a:lnTo>
                  <a:pt x="20086" y="1074945"/>
                </a:lnTo>
                <a:lnTo>
                  <a:pt x="43415" y="1111637"/>
                </a:lnTo>
                <a:lnTo>
                  <a:pt x="74018" y="1142244"/>
                </a:lnTo>
                <a:lnTo>
                  <a:pt x="110710" y="1165578"/>
                </a:lnTo>
                <a:lnTo>
                  <a:pt x="152303" y="1180450"/>
                </a:lnTo>
                <a:lnTo>
                  <a:pt x="197612" y="1185672"/>
                </a:lnTo>
                <a:lnTo>
                  <a:pt x="2300224" y="1185672"/>
                </a:lnTo>
                <a:lnTo>
                  <a:pt x="2345520" y="1180450"/>
                </a:lnTo>
                <a:lnTo>
                  <a:pt x="2387109" y="1165578"/>
                </a:lnTo>
                <a:lnTo>
                  <a:pt x="2423801" y="1142244"/>
                </a:lnTo>
                <a:lnTo>
                  <a:pt x="2454408" y="1111637"/>
                </a:lnTo>
                <a:lnTo>
                  <a:pt x="2477742" y="1074945"/>
                </a:lnTo>
                <a:lnTo>
                  <a:pt x="2492614" y="1033356"/>
                </a:lnTo>
                <a:lnTo>
                  <a:pt x="2497836" y="988060"/>
                </a:lnTo>
                <a:lnTo>
                  <a:pt x="2497836" y="197612"/>
                </a:lnTo>
                <a:lnTo>
                  <a:pt x="2492614" y="152315"/>
                </a:lnTo>
                <a:lnTo>
                  <a:pt x="2477742" y="110726"/>
                </a:lnTo>
                <a:lnTo>
                  <a:pt x="2454408" y="74034"/>
                </a:lnTo>
                <a:lnTo>
                  <a:pt x="2423801" y="43427"/>
                </a:lnTo>
                <a:lnTo>
                  <a:pt x="2387109" y="20093"/>
                </a:lnTo>
                <a:lnTo>
                  <a:pt x="2345520" y="5221"/>
                </a:lnTo>
                <a:lnTo>
                  <a:pt x="230022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74313" y="903477"/>
          <a:ext cx="5236208" cy="171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252095" marR="121285" indent="-1238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 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122555" indent="806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 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33045" marR="184150" indent="-400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llo</a:t>
                      </a:r>
                      <a:r>
                        <a:rPr sz="12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 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Deny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80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110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443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HTTPs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9225" indent="19621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DENY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544" y="114614"/>
            <a:ext cx="7439025" cy="7118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400" dirty="0"/>
              <a:t>Network</a:t>
            </a:r>
            <a:r>
              <a:rPr sz="2400" spc="-125" dirty="0"/>
              <a:t> </a:t>
            </a:r>
            <a:r>
              <a:rPr sz="2400" spc="-5" dirty="0"/>
              <a:t>ACL</a:t>
            </a:r>
            <a:r>
              <a:rPr sz="2400" spc="-40" dirty="0"/>
              <a:t> </a:t>
            </a:r>
            <a:r>
              <a:rPr sz="2400" dirty="0"/>
              <a:t>is </a:t>
            </a:r>
            <a:r>
              <a:rPr sz="2400" spc="-5" dirty="0"/>
              <a:t>tricky</a:t>
            </a:r>
            <a:r>
              <a:rPr sz="2400" spc="10" dirty="0"/>
              <a:t> </a:t>
            </a:r>
            <a:r>
              <a:rPr sz="2400" dirty="0"/>
              <a:t>-</a:t>
            </a:r>
            <a:r>
              <a:rPr sz="2400" spc="-5" dirty="0"/>
              <a:t> Stateless</a:t>
            </a:r>
            <a:endParaRPr sz="2400"/>
          </a:p>
          <a:p>
            <a:pPr marL="4455795">
              <a:lnSpc>
                <a:spcPct val="100000"/>
              </a:lnSpc>
              <a:spcBef>
                <a:spcPts val="155"/>
              </a:spcBef>
            </a:pPr>
            <a:r>
              <a:rPr sz="1800" spc="-150" dirty="0">
                <a:solidFill>
                  <a:srgbClr val="464646"/>
                </a:solidFill>
              </a:rPr>
              <a:t>P</a:t>
            </a:r>
            <a:r>
              <a:rPr sz="1800" spc="-130" dirty="0">
                <a:solidFill>
                  <a:srgbClr val="464646"/>
                </a:solidFill>
              </a:rPr>
              <a:t>u</a:t>
            </a:r>
            <a:r>
              <a:rPr sz="1800" spc="-254" dirty="0">
                <a:solidFill>
                  <a:srgbClr val="464646"/>
                </a:solidFill>
              </a:rPr>
              <a:t>b</a:t>
            </a:r>
            <a:r>
              <a:rPr sz="1800" spc="40" dirty="0">
                <a:solidFill>
                  <a:srgbClr val="464646"/>
                </a:solidFill>
              </a:rPr>
              <a:t>l</a:t>
            </a:r>
            <a:r>
              <a:rPr sz="1800" spc="50" dirty="0">
                <a:solidFill>
                  <a:srgbClr val="464646"/>
                </a:solidFill>
              </a:rPr>
              <a:t>i</a:t>
            </a:r>
            <a:r>
              <a:rPr sz="1800" spc="-260" dirty="0">
                <a:solidFill>
                  <a:srgbClr val="464646"/>
                </a:solidFill>
              </a:rPr>
              <a:t>c</a:t>
            </a:r>
            <a:r>
              <a:rPr sz="1800" spc="-80" dirty="0">
                <a:solidFill>
                  <a:srgbClr val="464646"/>
                </a:solidFill>
              </a:rPr>
              <a:t> </a:t>
            </a:r>
            <a:r>
              <a:rPr sz="1800" spc="100" dirty="0">
                <a:solidFill>
                  <a:srgbClr val="464646"/>
                </a:solidFill>
              </a:rPr>
              <a:t>S</a:t>
            </a:r>
            <a:r>
              <a:rPr sz="1800" spc="-170" dirty="0">
                <a:solidFill>
                  <a:srgbClr val="464646"/>
                </a:solidFill>
              </a:rPr>
              <a:t>u</a:t>
            </a:r>
            <a:r>
              <a:rPr sz="1800" spc="-155" dirty="0">
                <a:solidFill>
                  <a:srgbClr val="464646"/>
                </a:solidFill>
              </a:rPr>
              <a:t>b</a:t>
            </a:r>
            <a:r>
              <a:rPr sz="1800" spc="-180" dirty="0">
                <a:solidFill>
                  <a:srgbClr val="464646"/>
                </a:solidFill>
              </a:rPr>
              <a:t>n</a:t>
            </a:r>
            <a:r>
              <a:rPr sz="1800" spc="-145" dirty="0">
                <a:solidFill>
                  <a:srgbClr val="464646"/>
                </a:solidFill>
              </a:rPr>
              <a:t>e</a:t>
            </a:r>
            <a:r>
              <a:rPr sz="1800" spc="25" dirty="0">
                <a:solidFill>
                  <a:srgbClr val="464646"/>
                </a:solidFill>
              </a:rPr>
              <a:t>t</a:t>
            </a:r>
            <a:r>
              <a:rPr sz="1800" spc="-75" dirty="0">
                <a:solidFill>
                  <a:srgbClr val="464646"/>
                </a:solidFill>
              </a:rPr>
              <a:t> </a:t>
            </a:r>
            <a:r>
              <a:rPr sz="1800" spc="10" dirty="0">
                <a:solidFill>
                  <a:srgbClr val="464646"/>
                </a:solidFill>
              </a:rPr>
              <a:t>-</a:t>
            </a:r>
            <a:r>
              <a:rPr sz="1800" spc="-35" dirty="0">
                <a:solidFill>
                  <a:srgbClr val="464646"/>
                </a:solidFill>
              </a:rPr>
              <a:t> </a:t>
            </a:r>
            <a:r>
              <a:rPr sz="1800" spc="-25" dirty="0">
                <a:solidFill>
                  <a:srgbClr val="464646"/>
                </a:solidFill>
              </a:rPr>
              <a:t>I</a:t>
            </a:r>
            <a:r>
              <a:rPr sz="1800" spc="-125" dirty="0">
                <a:solidFill>
                  <a:srgbClr val="464646"/>
                </a:solidFill>
              </a:rPr>
              <a:t>n</a:t>
            </a:r>
            <a:r>
              <a:rPr sz="1800" spc="-105" dirty="0">
                <a:solidFill>
                  <a:srgbClr val="464646"/>
                </a:solidFill>
              </a:rPr>
              <a:t>b</a:t>
            </a:r>
            <a:r>
              <a:rPr sz="1800" spc="-360" dirty="0">
                <a:solidFill>
                  <a:srgbClr val="464646"/>
                </a:solidFill>
              </a:rPr>
              <a:t>o</a:t>
            </a:r>
            <a:r>
              <a:rPr sz="1800" spc="-25" dirty="0">
                <a:solidFill>
                  <a:srgbClr val="464646"/>
                </a:solidFill>
              </a:rPr>
              <a:t>u</a:t>
            </a:r>
            <a:r>
              <a:rPr sz="1800" spc="-20" dirty="0">
                <a:solidFill>
                  <a:srgbClr val="464646"/>
                </a:solidFill>
              </a:rPr>
              <a:t>n</a:t>
            </a:r>
            <a:r>
              <a:rPr sz="1800" spc="-114" dirty="0">
                <a:solidFill>
                  <a:srgbClr val="464646"/>
                </a:solidFill>
              </a:rPr>
              <a:t>d</a:t>
            </a:r>
            <a:r>
              <a:rPr sz="1800" spc="-85" dirty="0">
                <a:solidFill>
                  <a:srgbClr val="464646"/>
                </a:solidFill>
              </a:rPr>
              <a:t> </a:t>
            </a:r>
            <a:r>
              <a:rPr sz="1800" spc="35" dirty="0">
                <a:solidFill>
                  <a:srgbClr val="464646"/>
                </a:solidFill>
              </a:rPr>
              <a:t>R</a:t>
            </a:r>
            <a:r>
              <a:rPr sz="1800" spc="-20" dirty="0">
                <a:solidFill>
                  <a:srgbClr val="464646"/>
                </a:solidFill>
              </a:rPr>
              <a:t>u</a:t>
            </a:r>
            <a:r>
              <a:rPr sz="1800" spc="5" dirty="0">
                <a:solidFill>
                  <a:srgbClr val="464646"/>
                </a:solidFill>
              </a:rPr>
              <a:t>l</a:t>
            </a:r>
            <a:r>
              <a:rPr sz="1800" spc="-290" dirty="0">
                <a:solidFill>
                  <a:srgbClr val="464646"/>
                </a:solidFill>
              </a:rPr>
              <a:t>es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4900040" y="2738704"/>
            <a:ext cx="3162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utb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774313" y="3109467"/>
          <a:ext cx="5236208" cy="149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Rule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Allow/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33045">
                        <a:lnSpc>
                          <a:spcPct val="100000"/>
                        </a:lnSpc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Deny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9225" indent="1962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Traffic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DENY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684530" y="1682750"/>
            <a:ext cx="2276475" cy="2907665"/>
            <a:chOff x="684530" y="1682750"/>
            <a:chExt cx="2276475" cy="2907665"/>
          </a:xfrm>
        </p:grpSpPr>
        <p:sp>
          <p:nvSpPr>
            <p:cNvPr id="8" name="object 8"/>
            <p:cNvSpPr/>
            <p:nvPr/>
          </p:nvSpPr>
          <p:spPr>
            <a:xfrm>
              <a:off x="697230" y="169545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2" y="545592"/>
                  </a:lnTo>
                  <a:lnTo>
                    <a:pt x="2160016" y="545592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7" y="454660"/>
                  </a:lnTo>
                  <a:lnTo>
                    <a:pt x="2250947" y="90932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7230" y="169545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2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7" y="90932"/>
                  </a:lnTo>
                  <a:lnTo>
                    <a:pt x="2250947" y="454660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2"/>
                  </a:lnTo>
                  <a:lnTo>
                    <a:pt x="90932" y="545592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7230" y="309753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2" y="545591"/>
                  </a:lnTo>
                  <a:lnTo>
                    <a:pt x="2160016" y="545591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7" y="454659"/>
                  </a:lnTo>
                  <a:lnTo>
                    <a:pt x="2250947" y="90931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7230" y="309753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1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7" y="90931"/>
                  </a:lnTo>
                  <a:lnTo>
                    <a:pt x="2250947" y="454659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1"/>
                  </a:lnTo>
                  <a:lnTo>
                    <a:pt x="90932" y="545591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7230" y="4031742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2160016" y="545592"/>
                  </a:lnTo>
                  <a:lnTo>
                    <a:pt x="2195387" y="538445"/>
                  </a:lnTo>
                  <a:lnTo>
                    <a:pt x="2224293" y="518956"/>
                  </a:lnTo>
                  <a:lnTo>
                    <a:pt x="2243794" y="490052"/>
                  </a:lnTo>
                  <a:lnTo>
                    <a:pt x="2250947" y="454660"/>
                  </a:lnTo>
                  <a:lnTo>
                    <a:pt x="2250947" y="90932"/>
                  </a:lnTo>
                  <a:lnTo>
                    <a:pt x="2243794" y="55539"/>
                  </a:lnTo>
                  <a:lnTo>
                    <a:pt x="2224293" y="26635"/>
                  </a:lnTo>
                  <a:lnTo>
                    <a:pt x="2195387" y="7146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7230" y="4031742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46"/>
                  </a:lnTo>
                  <a:lnTo>
                    <a:pt x="2224293" y="26635"/>
                  </a:lnTo>
                  <a:lnTo>
                    <a:pt x="2243794" y="55539"/>
                  </a:lnTo>
                  <a:lnTo>
                    <a:pt x="2250947" y="90932"/>
                  </a:lnTo>
                  <a:lnTo>
                    <a:pt x="2250947" y="454660"/>
                  </a:lnTo>
                  <a:lnTo>
                    <a:pt x="2243794" y="490052"/>
                  </a:lnTo>
                  <a:lnTo>
                    <a:pt x="2224293" y="518956"/>
                  </a:lnTo>
                  <a:lnTo>
                    <a:pt x="2195387" y="538445"/>
                  </a:lnTo>
                  <a:lnTo>
                    <a:pt x="2160016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21435" y="3214827"/>
            <a:ext cx="1002030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Database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50036" y="861034"/>
            <a:ext cx="887094" cy="3304540"/>
            <a:chOff x="1050036" y="861034"/>
            <a:chExt cx="887094" cy="330454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0036" y="861034"/>
              <a:ext cx="234670" cy="9510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31570" y="883157"/>
              <a:ext cx="76200" cy="794385"/>
            </a:xfrm>
            <a:custGeom>
              <a:avLst/>
              <a:gdLst/>
              <a:ahLst/>
              <a:cxnLst/>
              <a:rect l="l" t="t" r="r" b="b"/>
              <a:pathLst>
                <a:path w="76200" h="794385">
                  <a:moveTo>
                    <a:pt x="25400" y="717676"/>
                  </a:moveTo>
                  <a:lnTo>
                    <a:pt x="0" y="717676"/>
                  </a:lnTo>
                  <a:lnTo>
                    <a:pt x="38100" y="793876"/>
                  </a:lnTo>
                  <a:lnTo>
                    <a:pt x="69850" y="730376"/>
                  </a:lnTo>
                  <a:lnTo>
                    <a:pt x="25400" y="730376"/>
                  </a:lnTo>
                  <a:lnTo>
                    <a:pt x="25400" y="717676"/>
                  </a:lnTo>
                  <a:close/>
                </a:path>
                <a:path w="76200" h="794385">
                  <a:moveTo>
                    <a:pt x="50800" y="0"/>
                  </a:moveTo>
                  <a:lnTo>
                    <a:pt x="25400" y="0"/>
                  </a:lnTo>
                  <a:lnTo>
                    <a:pt x="25400" y="730376"/>
                  </a:lnTo>
                  <a:lnTo>
                    <a:pt x="50800" y="730376"/>
                  </a:lnTo>
                  <a:lnTo>
                    <a:pt x="50800" y="0"/>
                  </a:lnTo>
                  <a:close/>
                </a:path>
                <a:path w="76200" h="794385">
                  <a:moveTo>
                    <a:pt x="76200" y="717676"/>
                  </a:moveTo>
                  <a:lnTo>
                    <a:pt x="50800" y="717676"/>
                  </a:lnTo>
                  <a:lnTo>
                    <a:pt x="50800" y="730376"/>
                  </a:lnTo>
                  <a:lnTo>
                    <a:pt x="69850" y="730376"/>
                  </a:lnTo>
                  <a:lnTo>
                    <a:pt x="76200" y="717676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036" y="2218918"/>
              <a:ext cx="234670" cy="10150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31570" y="2241041"/>
              <a:ext cx="76200" cy="857885"/>
            </a:xfrm>
            <a:custGeom>
              <a:avLst/>
              <a:gdLst/>
              <a:ahLst/>
              <a:cxnLst/>
              <a:rect l="l" t="t" r="r" b="b"/>
              <a:pathLst>
                <a:path w="76200" h="857885">
                  <a:moveTo>
                    <a:pt x="25400" y="781431"/>
                  </a:moveTo>
                  <a:lnTo>
                    <a:pt x="0" y="781431"/>
                  </a:lnTo>
                  <a:lnTo>
                    <a:pt x="38100" y="857631"/>
                  </a:lnTo>
                  <a:lnTo>
                    <a:pt x="69850" y="794131"/>
                  </a:lnTo>
                  <a:lnTo>
                    <a:pt x="25400" y="794131"/>
                  </a:lnTo>
                  <a:lnTo>
                    <a:pt x="25400" y="781431"/>
                  </a:lnTo>
                  <a:close/>
                </a:path>
                <a:path w="76200" h="857885">
                  <a:moveTo>
                    <a:pt x="50800" y="0"/>
                  </a:moveTo>
                  <a:lnTo>
                    <a:pt x="25400" y="0"/>
                  </a:lnTo>
                  <a:lnTo>
                    <a:pt x="25400" y="794131"/>
                  </a:lnTo>
                  <a:lnTo>
                    <a:pt x="50800" y="794131"/>
                  </a:lnTo>
                  <a:lnTo>
                    <a:pt x="50800" y="0"/>
                  </a:lnTo>
                  <a:close/>
                </a:path>
                <a:path w="76200" h="857885">
                  <a:moveTo>
                    <a:pt x="76200" y="781431"/>
                  </a:moveTo>
                  <a:lnTo>
                    <a:pt x="50800" y="781431"/>
                  </a:lnTo>
                  <a:lnTo>
                    <a:pt x="50800" y="794131"/>
                  </a:lnTo>
                  <a:lnTo>
                    <a:pt x="69850" y="794131"/>
                  </a:lnTo>
                  <a:lnTo>
                    <a:pt x="76200" y="781431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2308" y="3621024"/>
              <a:ext cx="234670" cy="54406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83841" y="3643121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42"/>
                  </a:moveTo>
                  <a:lnTo>
                    <a:pt x="0" y="311442"/>
                  </a:lnTo>
                  <a:lnTo>
                    <a:pt x="38100" y="387642"/>
                  </a:lnTo>
                  <a:lnTo>
                    <a:pt x="69850" y="324142"/>
                  </a:lnTo>
                  <a:lnTo>
                    <a:pt x="25400" y="324142"/>
                  </a:lnTo>
                  <a:lnTo>
                    <a:pt x="25400" y="311442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42"/>
                  </a:lnTo>
                  <a:lnTo>
                    <a:pt x="50800" y="324142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42"/>
                  </a:moveTo>
                  <a:lnTo>
                    <a:pt x="50800" y="311442"/>
                  </a:lnTo>
                  <a:lnTo>
                    <a:pt x="50800" y="324142"/>
                  </a:lnTo>
                  <a:lnTo>
                    <a:pt x="69850" y="324142"/>
                  </a:lnTo>
                  <a:lnTo>
                    <a:pt x="76200" y="311442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9973" y="933450"/>
            <a:ext cx="1584325" cy="1672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9568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HTTP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1088390">
              <a:lnSpc>
                <a:spcPct val="100000"/>
              </a:lnSpc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800">
              <a:latin typeface="Arial MT"/>
              <a:cs typeface="Arial MT"/>
            </a:endParaRPr>
          </a:p>
          <a:p>
            <a:pPr marL="1071245">
              <a:lnSpc>
                <a:spcPct val="100000"/>
              </a:lnSpc>
              <a:spcBef>
                <a:spcPts val="1735"/>
              </a:spcBef>
            </a:pPr>
            <a:r>
              <a:rPr sz="1800" spc="-10" dirty="0">
                <a:solidFill>
                  <a:srgbClr val="FFFFFF"/>
                </a:solidFill>
                <a:latin typeface="Consolas"/>
                <a:cs typeface="Consolas"/>
              </a:rPr>
              <a:t>NACL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63723" y="783323"/>
            <a:ext cx="1422400" cy="3084195"/>
            <a:chOff x="2363723" y="783323"/>
            <a:chExt cx="1422400" cy="308419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3723" y="783323"/>
              <a:ext cx="234670" cy="9631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445257" y="883158"/>
              <a:ext cx="76200" cy="805180"/>
            </a:xfrm>
            <a:custGeom>
              <a:avLst/>
              <a:gdLst/>
              <a:ahLst/>
              <a:cxnLst/>
              <a:rect l="l" t="t" r="r" b="b"/>
              <a:pathLst>
                <a:path w="76200" h="805180">
                  <a:moveTo>
                    <a:pt x="50800" y="63500"/>
                  </a:moveTo>
                  <a:lnTo>
                    <a:pt x="25400" y="63500"/>
                  </a:lnTo>
                  <a:lnTo>
                    <a:pt x="25400" y="805052"/>
                  </a:lnTo>
                  <a:lnTo>
                    <a:pt x="50800" y="805052"/>
                  </a:lnTo>
                  <a:lnTo>
                    <a:pt x="50800" y="63500"/>
                  </a:lnTo>
                  <a:close/>
                </a:path>
                <a:path w="76200" h="805180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05180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3723" y="2125992"/>
              <a:ext cx="234670" cy="10500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445257" y="2225802"/>
              <a:ext cx="76200" cy="891540"/>
            </a:xfrm>
            <a:custGeom>
              <a:avLst/>
              <a:gdLst/>
              <a:ahLst/>
              <a:cxnLst/>
              <a:rect l="l" t="t" r="r" b="b"/>
              <a:pathLst>
                <a:path w="76200" h="891539">
                  <a:moveTo>
                    <a:pt x="50800" y="63500"/>
                  </a:moveTo>
                  <a:lnTo>
                    <a:pt x="25400" y="63500"/>
                  </a:lnTo>
                  <a:lnTo>
                    <a:pt x="25400" y="891540"/>
                  </a:lnTo>
                  <a:lnTo>
                    <a:pt x="50800" y="891540"/>
                  </a:lnTo>
                  <a:lnTo>
                    <a:pt x="50800" y="63500"/>
                  </a:lnTo>
                  <a:close/>
                </a:path>
                <a:path w="76200" h="891539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91539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70987" y="2324100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5" h="300355">
                  <a:moveTo>
                    <a:pt x="150113" y="0"/>
                  </a:moveTo>
                  <a:lnTo>
                    <a:pt x="102656" y="7650"/>
                  </a:lnTo>
                  <a:lnTo>
                    <a:pt x="61447" y="28956"/>
                  </a:lnTo>
                  <a:lnTo>
                    <a:pt x="28955" y="61447"/>
                  </a:lnTo>
                  <a:lnTo>
                    <a:pt x="7650" y="102656"/>
                  </a:lnTo>
                  <a:lnTo>
                    <a:pt x="0" y="150113"/>
                  </a:lnTo>
                  <a:lnTo>
                    <a:pt x="7650" y="197571"/>
                  </a:lnTo>
                  <a:lnTo>
                    <a:pt x="28956" y="238780"/>
                  </a:lnTo>
                  <a:lnTo>
                    <a:pt x="61447" y="271272"/>
                  </a:lnTo>
                  <a:lnTo>
                    <a:pt x="102656" y="292577"/>
                  </a:lnTo>
                  <a:lnTo>
                    <a:pt x="150113" y="300227"/>
                  </a:lnTo>
                  <a:lnTo>
                    <a:pt x="197571" y="292577"/>
                  </a:lnTo>
                  <a:lnTo>
                    <a:pt x="238780" y="271272"/>
                  </a:lnTo>
                  <a:lnTo>
                    <a:pt x="266148" y="243903"/>
                  </a:lnTo>
                  <a:lnTo>
                    <a:pt x="150113" y="243903"/>
                  </a:lnTo>
                  <a:lnTo>
                    <a:pt x="127341" y="241093"/>
                  </a:lnTo>
                  <a:lnTo>
                    <a:pt x="105663" y="232663"/>
                  </a:lnTo>
                  <a:lnTo>
                    <a:pt x="77011" y="208891"/>
                  </a:lnTo>
                  <a:lnTo>
                    <a:pt x="60277" y="177069"/>
                  </a:lnTo>
                  <a:lnTo>
                    <a:pt x="56711" y="141295"/>
                  </a:lnTo>
                  <a:lnTo>
                    <a:pt x="67563" y="105663"/>
                  </a:lnTo>
                  <a:lnTo>
                    <a:pt x="143763" y="105663"/>
                  </a:lnTo>
                  <a:lnTo>
                    <a:pt x="105663" y="67563"/>
                  </a:lnTo>
                  <a:lnTo>
                    <a:pt x="127341" y="59134"/>
                  </a:lnTo>
                  <a:lnTo>
                    <a:pt x="150113" y="56324"/>
                  </a:lnTo>
                  <a:lnTo>
                    <a:pt x="266148" y="56324"/>
                  </a:lnTo>
                  <a:lnTo>
                    <a:pt x="238780" y="28956"/>
                  </a:lnTo>
                  <a:lnTo>
                    <a:pt x="197571" y="7650"/>
                  </a:lnTo>
                  <a:lnTo>
                    <a:pt x="150113" y="0"/>
                  </a:lnTo>
                  <a:close/>
                </a:path>
                <a:path w="300355" h="300355">
                  <a:moveTo>
                    <a:pt x="143763" y="105663"/>
                  </a:moveTo>
                  <a:lnTo>
                    <a:pt x="67563" y="105663"/>
                  </a:lnTo>
                  <a:lnTo>
                    <a:pt x="194563" y="232663"/>
                  </a:lnTo>
                  <a:lnTo>
                    <a:pt x="172886" y="241093"/>
                  </a:lnTo>
                  <a:lnTo>
                    <a:pt x="150113" y="243903"/>
                  </a:lnTo>
                  <a:lnTo>
                    <a:pt x="266148" y="243903"/>
                  </a:lnTo>
                  <a:lnTo>
                    <a:pt x="271271" y="238780"/>
                  </a:lnTo>
                  <a:lnTo>
                    <a:pt x="292577" y="197571"/>
                  </a:lnTo>
                  <a:lnTo>
                    <a:pt x="293062" y="194563"/>
                  </a:lnTo>
                  <a:lnTo>
                    <a:pt x="232663" y="194563"/>
                  </a:lnTo>
                  <a:lnTo>
                    <a:pt x="143763" y="105663"/>
                  </a:lnTo>
                  <a:close/>
                </a:path>
                <a:path w="300355" h="300355">
                  <a:moveTo>
                    <a:pt x="266148" y="56324"/>
                  </a:moveTo>
                  <a:lnTo>
                    <a:pt x="150113" y="56324"/>
                  </a:lnTo>
                  <a:lnTo>
                    <a:pt x="172886" y="59134"/>
                  </a:lnTo>
                  <a:lnTo>
                    <a:pt x="194563" y="67563"/>
                  </a:lnTo>
                  <a:lnTo>
                    <a:pt x="223216" y="91336"/>
                  </a:lnTo>
                  <a:lnTo>
                    <a:pt x="239950" y="123158"/>
                  </a:lnTo>
                  <a:lnTo>
                    <a:pt x="243516" y="158932"/>
                  </a:lnTo>
                  <a:lnTo>
                    <a:pt x="232663" y="194563"/>
                  </a:lnTo>
                  <a:lnTo>
                    <a:pt x="293062" y="194563"/>
                  </a:lnTo>
                  <a:lnTo>
                    <a:pt x="300228" y="150113"/>
                  </a:lnTo>
                  <a:lnTo>
                    <a:pt x="292577" y="102656"/>
                  </a:lnTo>
                  <a:lnTo>
                    <a:pt x="271272" y="61447"/>
                  </a:lnTo>
                  <a:lnTo>
                    <a:pt x="266148" y="563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0859" y="1767840"/>
              <a:ext cx="710565" cy="2094864"/>
            </a:xfrm>
            <a:custGeom>
              <a:avLst/>
              <a:gdLst/>
              <a:ahLst/>
              <a:cxnLst/>
              <a:rect l="l" t="t" r="r" b="b"/>
              <a:pathLst>
                <a:path w="710564" h="2094864">
                  <a:moveTo>
                    <a:pt x="0" y="348488"/>
                  </a:moveTo>
                  <a:lnTo>
                    <a:pt x="710311" y="0"/>
                  </a:lnTo>
                </a:path>
                <a:path w="710564" h="2094864">
                  <a:moveTo>
                    <a:pt x="0" y="348996"/>
                  </a:moveTo>
                  <a:lnTo>
                    <a:pt x="710311" y="2094738"/>
                  </a:lnTo>
                </a:path>
              </a:pathLst>
            </a:custGeom>
            <a:ln w="9525">
              <a:solidFill>
                <a:srgbClr val="999A97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3023" y="861034"/>
            <a:ext cx="2498090" cy="3729354"/>
            <a:chOff x="573023" y="861034"/>
            <a:chExt cx="2498090" cy="3729354"/>
          </a:xfrm>
        </p:grpSpPr>
        <p:sp>
          <p:nvSpPr>
            <p:cNvPr id="3" name="object 3"/>
            <p:cNvSpPr/>
            <p:nvPr/>
          </p:nvSpPr>
          <p:spPr>
            <a:xfrm>
              <a:off x="573023" y="1523999"/>
              <a:ext cx="2498090" cy="1186180"/>
            </a:xfrm>
            <a:custGeom>
              <a:avLst/>
              <a:gdLst/>
              <a:ahLst/>
              <a:cxnLst/>
              <a:rect l="l" t="t" r="r" b="b"/>
              <a:pathLst>
                <a:path w="2498090" h="1186180">
                  <a:moveTo>
                    <a:pt x="2300224" y="0"/>
                  </a:moveTo>
                  <a:lnTo>
                    <a:pt x="197612" y="0"/>
                  </a:lnTo>
                  <a:lnTo>
                    <a:pt x="152303" y="5221"/>
                  </a:lnTo>
                  <a:lnTo>
                    <a:pt x="110710" y="20093"/>
                  </a:lnTo>
                  <a:lnTo>
                    <a:pt x="74018" y="43427"/>
                  </a:lnTo>
                  <a:lnTo>
                    <a:pt x="43415" y="74034"/>
                  </a:lnTo>
                  <a:lnTo>
                    <a:pt x="20086" y="110726"/>
                  </a:lnTo>
                  <a:lnTo>
                    <a:pt x="5219" y="152315"/>
                  </a:lnTo>
                  <a:lnTo>
                    <a:pt x="0" y="197612"/>
                  </a:lnTo>
                  <a:lnTo>
                    <a:pt x="0" y="988060"/>
                  </a:lnTo>
                  <a:lnTo>
                    <a:pt x="5219" y="1033356"/>
                  </a:lnTo>
                  <a:lnTo>
                    <a:pt x="20086" y="1074945"/>
                  </a:lnTo>
                  <a:lnTo>
                    <a:pt x="43415" y="1111637"/>
                  </a:lnTo>
                  <a:lnTo>
                    <a:pt x="74018" y="1142244"/>
                  </a:lnTo>
                  <a:lnTo>
                    <a:pt x="110710" y="1165578"/>
                  </a:lnTo>
                  <a:lnTo>
                    <a:pt x="152303" y="1180450"/>
                  </a:lnTo>
                  <a:lnTo>
                    <a:pt x="197612" y="1185672"/>
                  </a:lnTo>
                  <a:lnTo>
                    <a:pt x="2300224" y="1185672"/>
                  </a:lnTo>
                  <a:lnTo>
                    <a:pt x="2345520" y="1180450"/>
                  </a:lnTo>
                  <a:lnTo>
                    <a:pt x="2387109" y="1165578"/>
                  </a:lnTo>
                  <a:lnTo>
                    <a:pt x="2423801" y="1142244"/>
                  </a:lnTo>
                  <a:lnTo>
                    <a:pt x="2454408" y="1111637"/>
                  </a:lnTo>
                  <a:lnTo>
                    <a:pt x="2477742" y="1074945"/>
                  </a:lnTo>
                  <a:lnTo>
                    <a:pt x="2492614" y="1033356"/>
                  </a:lnTo>
                  <a:lnTo>
                    <a:pt x="2497836" y="988060"/>
                  </a:lnTo>
                  <a:lnTo>
                    <a:pt x="2497836" y="197612"/>
                  </a:lnTo>
                  <a:lnTo>
                    <a:pt x="2492614" y="152315"/>
                  </a:lnTo>
                  <a:lnTo>
                    <a:pt x="2477742" y="110726"/>
                  </a:lnTo>
                  <a:lnTo>
                    <a:pt x="2454408" y="74034"/>
                  </a:lnTo>
                  <a:lnTo>
                    <a:pt x="2423801" y="43427"/>
                  </a:lnTo>
                  <a:lnTo>
                    <a:pt x="2387109" y="20093"/>
                  </a:lnTo>
                  <a:lnTo>
                    <a:pt x="2345520" y="5221"/>
                  </a:lnTo>
                  <a:lnTo>
                    <a:pt x="23002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7229" y="169545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2" y="545592"/>
                  </a:lnTo>
                  <a:lnTo>
                    <a:pt x="2160016" y="545592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7" y="454660"/>
                  </a:lnTo>
                  <a:lnTo>
                    <a:pt x="2250947" y="90932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7229" y="169545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2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7" y="90932"/>
                  </a:lnTo>
                  <a:lnTo>
                    <a:pt x="2250947" y="454660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2"/>
                  </a:lnTo>
                  <a:lnTo>
                    <a:pt x="90932" y="545592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0036" y="861034"/>
              <a:ext cx="234670" cy="9510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31569" y="883157"/>
              <a:ext cx="76200" cy="794385"/>
            </a:xfrm>
            <a:custGeom>
              <a:avLst/>
              <a:gdLst/>
              <a:ahLst/>
              <a:cxnLst/>
              <a:rect l="l" t="t" r="r" b="b"/>
              <a:pathLst>
                <a:path w="76200" h="794385">
                  <a:moveTo>
                    <a:pt x="25400" y="717676"/>
                  </a:moveTo>
                  <a:lnTo>
                    <a:pt x="0" y="717676"/>
                  </a:lnTo>
                  <a:lnTo>
                    <a:pt x="38100" y="793876"/>
                  </a:lnTo>
                  <a:lnTo>
                    <a:pt x="69850" y="730376"/>
                  </a:lnTo>
                  <a:lnTo>
                    <a:pt x="25400" y="730376"/>
                  </a:lnTo>
                  <a:lnTo>
                    <a:pt x="25400" y="717676"/>
                  </a:lnTo>
                  <a:close/>
                </a:path>
                <a:path w="76200" h="794385">
                  <a:moveTo>
                    <a:pt x="50800" y="0"/>
                  </a:moveTo>
                  <a:lnTo>
                    <a:pt x="25400" y="0"/>
                  </a:lnTo>
                  <a:lnTo>
                    <a:pt x="25400" y="730376"/>
                  </a:lnTo>
                  <a:lnTo>
                    <a:pt x="50800" y="730376"/>
                  </a:lnTo>
                  <a:lnTo>
                    <a:pt x="50800" y="0"/>
                  </a:lnTo>
                  <a:close/>
                </a:path>
                <a:path w="76200" h="794385">
                  <a:moveTo>
                    <a:pt x="76200" y="717676"/>
                  </a:moveTo>
                  <a:lnTo>
                    <a:pt x="50800" y="717676"/>
                  </a:lnTo>
                  <a:lnTo>
                    <a:pt x="50800" y="730376"/>
                  </a:lnTo>
                  <a:lnTo>
                    <a:pt x="69850" y="730376"/>
                  </a:lnTo>
                  <a:lnTo>
                    <a:pt x="76200" y="717676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7229" y="309753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2" y="545591"/>
                  </a:lnTo>
                  <a:lnTo>
                    <a:pt x="2160016" y="545591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7" y="454659"/>
                  </a:lnTo>
                  <a:lnTo>
                    <a:pt x="2250947" y="90931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7229" y="309753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1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7" y="90931"/>
                  </a:lnTo>
                  <a:lnTo>
                    <a:pt x="2250947" y="454659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1"/>
                  </a:lnTo>
                  <a:lnTo>
                    <a:pt x="90932" y="545591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036" y="2218918"/>
              <a:ext cx="234670" cy="10150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31569" y="2241041"/>
              <a:ext cx="76200" cy="857885"/>
            </a:xfrm>
            <a:custGeom>
              <a:avLst/>
              <a:gdLst/>
              <a:ahLst/>
              <a:cxnLst/>
              <a:rect l="l" t="t" r="r" b="b"/>
              <a:pathLst>
                <a:path w="76200" h="857885">
                  <a:moveTo>
                    <a:pt x="25400" y="781431"/>
                  </a:moveTo>
                  <a:lnTo>
                    <a:pt x="0" y="781431"/>
                  </a:lnTo>
                  <a:lnTo>
                    <a:pt x="38100" y="857631"/>
                  </a:lnTo>
                  <a:lnTo>
                    <a:pt x="69850" y="794131"/>
                  </a:lnTo>
                  <a:lnTo>
                    <a:pt x="25400" y="794131"/>
                  </a:lnTo>
                  <a:lnTo>
                    <a:pt x="25400" y="781431"/>
                  </a:lnTo>
                  <a:close/>
                </a:path>
                <a:path w="76200" h="857885">
                  <a:moveTo>
                    <a:pt x="50800" y="0"/>
                  </a:moveTo>
                  <a:lnTo>
                    <a:pt x="25400" y="0"/>
                  </a:lnTo>
                  <a:lnTo>
                    <a:pt x="25400" y="794131"/>
                  </a:lnTo>
                  <a:lnTo>
                    <a:pt x="50800" y="794131"/>
                  </a:lnTo>
                  <a:lnTo>
                    <a:pt x="50800" y="0"/>
                  </a:lnTo>
                  <a:close/>
                </a:path>
                <a:path w="76200" h="857885">
                  <a:moveTo>
                    <a:pt x="76200" y="781431"/>
                  </a:moveTo>
                  <a:lnTo>
                    <a:pt x="50800" y="781431"/>
                  </a:lnTo>
                  <a:lnTo>
                    <a:pt x="50800" y="794131"/>
                  </a:lnTo>
                  <a:lnTo>
                    <a:pt x="69850" y="794131"/>
                  </a:lnTo>
                  <a:lnTo>
                    <a:pt x="76200" y="781431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7229" y="4031741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2160016" y="545592"/>
                  </a:lnTo>
                  <a:lnTo>
                    <a:pt x="2195387" y="538445"/>
                  </a:lnTo>
                  <a:lnTo>
                    <a:pt x="2224293" y="518956"/>
                  </a:lnTo>
                  <a:lnTo>
                    <a:pt x="2243794" y="490052"/>
                  </a:lnTo>
                  <a:lnTo>
                    <a:pt x="2250947" y="454660"/>
                  </a:lnTo>
                  <a:lnTo>
                    <a:pt x="2250947" y="90932"/>
                  </a:lnTo>
                  <a:lnTo>
                    <a:pt x="2243794" y="55539"/>
                  </a:lnTo>
                  <a:lnTo>
                    <a:pt x="2224293" y="26635"/>
                  </a:lnTo>
                  <a:lnTo>
                    <a:pt x="2195387" y="7146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7229" y="4031741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46"/>
                  </a:lnTo>
                  <a:lnTo>
                    <a:pt x="2224293" y="26635"/>
                  </a:lnTo>
                  <a:lnTo>
                    <a:pt x="2243794" y="55539"/>
                  </a:lnTo>
                  <a:lnTo>
                    <a:pt x="2250947" y="90932"/>
                  </a:lnTo>
                  <a:lnTo>
                    <a:pt x="2250947" y="454660"/>
                  </a:lnTo>
                  <a:lnTo>
                    <a:pt x="2243794" y="490052"/>
                  </a:lnTo>
                  <a:lnTo>
                    <a:pt x="2224293" y="518956"/>
                  </a:lnTo>
                  <a:lnTo>
                    <a:pt x="2195387" y="538445"/>
                  </a:lnTo>
                  <a:lnTo>
                    <a:pt x="2160016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2307" y="3621024"/>
              <a:ext cx="234670" cy="5440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83841" y="3643121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42"/>
                  </a:moveTo>
                  <a:lnTo>
                    <a:pt x="0" y="311442"/>
                  </a:lnTo>
                  <a:lnTo>
                    <a:pt x="38100" y="387642"/>
                  </a:lnTo>
                  <a:lnTo>
                    <a:pt x="69850" y="324142"/>
                  </a:lnTo>
                  <a:lnTo>
                    <a:pt x="25400" y="324142"/>
                  </a:lnTo>
                  <a:lnTo>
                    <a:pt x="25400" y="311442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42"/>
                  </a:lnTo>
                  <a:lnTo>
                    <a:pt x="50800" y="324142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42"/>
                  </a:moveTo>
                  <a:lnTo>
                    <a:pt x="50800" y="311442"/>
                  </a:lnTo>
                  <a:lnTo>
                    <a:pt x="50800" y="324142"/>
                  </a:lnTo>
                  <a:lnTo>
                    <a:pt x="69850" y="324142"/>
                  </a:lnTo>
                  <a:lnTo>
                    <a:pt x="76200" y="311442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5464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Network</a:t>
            </a:r>
            <a:r>
              <a:rPr sz="2400" spc="-130" dirty="0"/>
              <a:t> </a:t>
            </a:r>
            <a:r>
              <a:rPr sz="2400" spc="-5" dirty="0"/>
              <a:t>ACL</a:t>
            </a:r>
            <a:r>
              <a:rPr sz="2400" spc="-40" dirty="0"/>
              <a:t> </a:t>
            </a:r>
            <a:r>
              <a:rPr sz="2400" dirty="0"/>
              <a:t>–</a:t>
            </a:r>
            <a:r>
              <a:rPr sz="2400" spc="-10" dirty="0"/>
              <a:t> </a:t>
            </a:r>
            <a:r>
              <a:rPr sz="2400" dirty="0"/>
              <a:t>Fix</a:t>
            </a:r>
            <a:r>
              <a:rPr sz="2400" spc="-110" dirty="0"/>
              <a:t> </a:t>
            </a:r>
            <a:r>
              <a:rPr sz="2400" dirty="0"/>
              <a:t>Allow</a:t>
            </a:r>
            <a:r>
              <a:rPr sz="2400" spc="-25" dirty="0"/>
              <a:t> </a:t>
            </a:r>
            <a:r>
              <a:rPr sz="2400" spc="-5" dirty="0"/>
              <a:t>Local</a:t>
            </a:r>
            <a:r>
              <a:rPr sz="2400" spc="-10" dirty="0"/>
              <a:t> </a:t>
            </a:r>
            <a:r>
              <a:rPr sz="2400" spc="-20" dirty="0"/>
              <a:t>Traffic</a:t>
            </a:r>
            <a:endParaRPr sz="2400"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614039" y="1641348"/>
          <a:ext cx="5236843" cy="2235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252095" marR="121920" indent="-1238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 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9539" marR="122555" indent="806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 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33045" marR="184150" indent="-400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llo</a:t>
                      </a:r>
                      <a:r>
                        <a:rPr sz="12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 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Deny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i="1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90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i="1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i="1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9225" indent="19621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i="1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i="1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i="1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i="1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i="1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i="1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i="1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16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R="163195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i="1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80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R="16319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110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443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HTTPS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R="16319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9225" indent="1962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DENY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698619" y="1264411"/>
            <a:ext cx="2994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9973" y="933450"/>
            <a:ext cx="5930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HTTP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63723" y="783323"/>
            <a:ext cx="234950" cy="2393315"/>
            <a:chOff x="2363723" y="783323"/>
            <a:chExt cx="234950" cy="239331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3723" y="783323"/>
              <a:ext cx="234670" cy="9631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45257" y="883158"/>
              <a:ext cx="76200" cy="805180"/>
            </a:xfrm>
            <a:custGeom>
              <a:avLst/>
              <a:gdLst/>
              <a:ahLst/>
              <a:cxnLst/>
              <a:rect l="l" t="t" r="r" b="b"/>
              <a:pathLst>
                <a:path w="76200" h="805180">
                  <a:moveTo>
                    <a:pt x="50800" y="63500"/>
                  </a:moveTo>
                  <a:lnTo>
                    <a:pt x="25400" y="63500"/>
                  </a:lnTo>
                  <a:lnTo>
                    <a:pt x="25400" y="805052"/>
                  </a:lnTo>
                  <a:lnTo>
                    <a:pt x="50800" y="805052"/>
                  </a:lnTo>
                  <a:lnTo>
                    <a:pt x="50800" y="63500"/>
                  </a:lnTo>
                  <a:close/>
                </a:path>
                <a:path w="76200" h="805180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05180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3723" y="2125992"/>
              <a:ext cx="234670" cy="105002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445257" y="2225802"/>
              <a:ext cx="76200" cy="891540"/>
            </a:xfrm>
            <a:custGeom>
              <a:avLst/>
              <a:gdLst/>
              <a:ahLst/>
              <a:cxnLst/>
              <a:rect l="l" t="t" r="r" b="b"/>
              <a:pathLst>
                <a:path w="76200" h="891539">
                  <a:moveTo>
                    <a:pt x="50800" y="63500"/>
                  </a:moveTo>
                  <a:lnTo>
                    <a:pt x="25400" y="63500"/>
                  </a:lnTo>
                  <a:lnTo>
                    <a:pt x="25400" y="891540"/>
                  </a:lnTo>
                  <a:lnTo>
                    <a:pt x="50800" y="891540"/>
                  </a:lnTo>
                  <a:lnTo>
                    <a:pt x="50800" y="63500"/>
                  </a:lnTo>
                  <a:close/>
                </a:path>
                <a:path w="76200" h="891539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91539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54176" y="1811527"/>
            <a:ext cx="2030730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algn="ctr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800">
              <a:latin typeface="Arial MT"/>
              <a:cs typeface="Arial MT"/>
            </a:endParaRPr>
          </a:p>
          <a:p>
            <a:pPr marL="103505" algn="ctr">
              <a:lnSpc>
                <a:spcPct val="100000"/>
              </a:lnSpc>
              <a:spcBef>
                <a:spcPts val="1735"/>
              </a:spcBef>
            </a:pPr>
            <a:r>
              <a:rPr sz="1800" spc="-10" dirty="0">
                <a:solidFill>
                  <a:srgbClr val="FFFFFF"/>
                </a:solidFill>
                <a:latin typeface="Consolas"/>
                <a:cs typeface="Consolas"/>
              </a:rPr>
              <a:t>NACL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Consolas"/>
              <a:cs typeface="Consolas"/>
            </a:endParaRPr>
          </a:p>
          <a:p>
            <a:pPr marL="105410" algn="ctr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Arial MT"/>
              <a:cs typeface="Arial MT"/>
            </a:endParaRPr>
          </a:p>
          <a:p>
            <a:pPr marL="106045"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Database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3023" y="1524000"/>
            <a:ext cx="2498090" cy="3066415"/>
            <a:chOff x="573023" y="1524000"/>
            <a:chExt cx="2498090" cy="3066415"/>
          </a:xfrm>
        </p:grpSpPr>
        <p:sp>
          <p:nvSpPr>
            <p:cNvPr id="3" name="object 3"/>
            <p:cNvSpPr/>
            <p:nvPr/>
          </p:nvSpPr>
          <p:spPr>
            <a:xfrm>
              <a:off x="573023" y="1524000"/>
              <a:ext cx="2498090" cy="1186180"/>
            </a:xfrm>
            <a:custGeom>
              <a:avLst/>
              <a:gdLst/>
              <a:ahLst/>
              <a:cxnLst/>
              <a:rect l="l" t="t" r="r" b="b"/>
              <a:pathLst>
                <a:path w="2498090" h="1186180">
                  <a:moveTo>
                    <a:pt x="2300224" y="0"/>
                  </a:moveTo>
                  <a:lnTo>
                    <a:pt x="197612" y="0"/>
                  </a:lnTo>
                  <a:lnTo>
                    <a:pt x="152303" y="5221"/>
                  </a:lnTo>
                  <a:lnTo>
                    <a:pt x="110710" y="20093"/>
                  </a:lnTo>
                  <a:lnTo>
                    <a:pt x="74018" y="43427"/>
                  </a:lnTo>
                  <a:lnTo>
                    <a:pt x="43415" y="74034"/>
                  </a:lnTo>
                  <a:lnTo>
                    <a:pt x="20086" y="110726"/>
                  </a:lnTo>
                  <a:lnTo>
                    <a:pt x="5219" y="152315"/>
                  </a:lnTo>
                  <a:lnTo>
                    <a:pt x="0" y="197612"/>
                  </a:lnTo>
                  <a:lnTo>
                    <a:pt x="0" y="988060"/>
                  </a:lnTo>
                  <a:lnTo>
                    <a:pt x="5219" y="1033356"/>
                  </a:lnTo>
                  <a:lnTo>
                    <a:pt x="20086" y="1074945"/>
                  </a:lnTo>
                  <a:lnTo>
                    <a:pt x="43415" y="1111637"/>
                  </a:lnTo>
                  <a:lnTo>
                    <a:pt x="74018" y="1142244"/>
                  </a:lnTo>
                  <a:lnTo>
                    <a:pt x="110710" y="1165578"/>
                  </a:lnTo>
                  <a:lnTo>
                    <a:pt x="152303" y="1180450"/>
                  </a:lnTo>
                  <a:lnTo>
                    <a:pt x="197612" y="1185672"/>
                  </a:lnTo>
                  <a:lnTo>
                    <a:pt x="2300224" y="1185672"/>
                  </a:lnTo>
                  <a:lnTo>
                    <a:pt x="2345520" y="1180450"/>
                  </a:lnTo>
                  <a:lnTo>
                    <a:pt x="2387109" y="1165578"/>
                  </a:lnTo>
                  <a:lnTo>
                    <a:pt x="2423801" y="1142244"/>
                  </a:lnTo>
                  <a:lnTo>
                    <a:pt x="2454408" y="1111637"/>
                  </a:lnTo>
                  <a:lnTo>
                    <a:pt x="2477742" y="1074945"/>
                  </a:lnTo>
                  <a:lnTo>
                    <a:pt x="2492614" y="1033356"/>
                  </a:lnTo>
                  <a:lnTo>
                    <a:pt x="2497836" y="988060"/>
                  </a:lnTo>
                  <a:lnTo>
                    <a:pt x="2497836" y="197612"/>
                  </a:lnTo>
                  <a:lnTo>
                    <a:pt x="2492614" y="152315"/>
                  </a:lnTo>
                  <a:lnTo>
                    <a:pt x="2477742" y="110726"/>
                  </a:lnTo>
                  <a:lnTo>
                    <a:pt x="2454408" y="74034"/>
                  </a:lnTo>
                  <a:lnTo>
                    <a:pt x="2423801" y="43427"/>
                  </a:lnTo>
                  <a:lnTo>
                    <a:pt x="2387109" y="20093"/>
                  </a:lnTo>
                  <a:lnTo>
                    <a:pt x="2345520" y="5221"/>
                  </a:lnTo>
                  <a:lnTo>
                    <a:pt x="23002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7229" y="169545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2" y="545592"/>
                  </a:lnTo>
                  <a:lnTo>
                    <a:pt x="2160016" y="545592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7" y="454660"/>
                  </a:lnTo>
                  <a:lnTo>
                    <a:pt x="2250947" y="90932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7229" y="169545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2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7" y="90932"/>
                  </a:lnTo>
                  <a:lnTo>
                    <a:pt x="2250947" y="454660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2"/>
                  </a:lnTo>
                  <a:lnTo>
                    <a:pt x="90932" y="545592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229" y="309753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53"/>
                  </a:lnTo>
                  <a:lnTo>
                    <a:pt x="26635" y="26654"/>
                  </a:lnTo>
                  <a:lnTo>
                    <a:pt x="7146" y="55560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46" y="490031"/>
                  </a:lnTo>
                  <a:lnTo>
                    <a:pt x="26635" y="518937"/>
                  </a:lnTo>
                  <a:lnTo>
                    <a:pt x="55539" y="538438"/>
                  </a:lnTo>
                  <a:lnTo>
                    <a:pt x="90932" y="545591"/>
                  </a:lnTo>
                  <a:lnTo>
                    <a:pt x="2160016" y="545591"/>
                  </a:lnTo>
                  <a:lnTo>
                    <a:pt x="2195387" y="538438"/>
                  </a:lnTo>
                  <a:lnTo>
                    <a:pt x="2224293" y="518937"/>
                  </a:lnTo>
                  <a:lnTo>
                    <a:pt x="2243794" y="490031"/>
                  </a:lnTo>
                  <a:lnTo>
                    <a:pt x="2250947" y="454659"/>
                  </a:lnTo>
                  <a:lnTo>
                    <a:pt x="2250947" y="90931"/>
                  </a:lnTo>
                  <a:lnTo>
                    <a:pt x="2243794" y="55560"/>
                  </a:lnTo>
                  <a:lnTo>
                    <a:pt x="2224293" y="26654"/>
                  </a:lnTo>
                  <a:lnTo>
                    <a:pt x="2195387" y="7153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229" y="3097530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1"/>
                  </a:moveTo>
                  <a:lnTo>
                    <a:pt x="7146" y="55560"/>
                  </a:lnTo>
                  <a:lnTo>
                    <a:pt x="26635" y="26654"/>
                  </a:lnTo>
                  <a:lnTo>
                    <a:pt x="55539" y="7153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53"/>
                  </a:lnTo>
                  <a:lnTo>
                    <a:pt x="2224293" y="26654"/>
                  </a:lnTo>
                  <a:lnTo>
                    <a:pt x="2243794" y="55560"/>
                  </a:lnTo>
                  <a:lnTo>
                    <a:pt x="2250947" y="90931"/>
                  </a:lnTo>
                  <a:lnTo>
                    <a:pt x="2250947" y="454659"/>
                  </a:lnTo>
                  <a:lnTo>
                    <a:pt x="2243794" y="490031"/>
                  </a:lnTo>
                  <a:lnTo>
                    <a:pt x="2224293" y="518937"/>
                  </a:lnTo>
                  <a:lnTo>
                    <a:pt x="2195387" y="538438"/>
                  </a:lnTo>
                  <a:lnTo>
                    <a:pt x="2160016" y="545591"/>
                  </a:lnTo>
                  <a:lnTo>
                    <a:pt x="90932" y="545591"/>
                  </a:lnTo>
                  <a:lnTo>
                    <a:pt x="55539" y="538438"/>
                  </a:lnTo>
                  <a:lnTo>
                    <a:pt x="26635" y="518937"/>
                  </a:lnTo>
                  <a:lnTo>
                    <a:pt x="7146" y="490031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7229" y="4031742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2160016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2160016" y="545592"/>
                  </a:lnTo>
                  <a:lnTo>
                    <a:pt x="2195387" y="538445"/>
                  </a:lnTo>
                  <a:lnTo>
                    <a:pt x="2224293" y="518956"/>
                  </a:lnTo>
                  <a:lnTo>
                    <a:pt x="2243794" y="490052"/>
                  </a:lnTo>
                  <a:lnTo>
                    <a:pt x="2250947" y="454660"/>
                  </a:lnTo>
                  <a:lnTo>
                    <a:pt x="2250947" y="90932"/>
                  </a:lnTo>
                  <a:lnTo>
                    <a:pt x="2243794" y="55539"/>
                  </a:lnTo>
                  <a:lnTo>
                    <a:pt x="2224293" y="26635"/>
                  </a:lnTo>
                  <a:lnTo>
                    <a:pt x="2195387" y="7146"/>
                  </a:lnTo>
                  <a:lnTo>
                    <a:pt x="2160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7229" y="4031742"/>
              <a:ext cx="2251075" cy="546100"/>
            </a:xfrm>
            <a:custGeom>
              <a:avLst/>
              <a:gdLst/>
              <a:ahLst/>
              <a:cxnLst/>
              <a:rect l="l" t="t" r="r" b="b"/>
              <a:pathLst>
                <a:path w="225107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2160016" y="0"/>
                  </a:lnTo>
                  <a:lnTo>
                    <a:pt x="2195387" y="7146"/>
                  </a:lnTo>
                  <a:lnTo>
                    <a:pt x="2224293" y="26635"/>
                  </a:lnTo>
                  <a:lnTo>
                    <a:pt x="2243794" y="55539"/>
                  </a:lnTo>
                  <a:lnTo>
                    <a:pt x="2250947" y="90932"/>
                  </a:lnTo>
                  <a:lnTo>
                    <a:pt x="2250947" y="454660"/>
                  </a:lnTo>
                  <a:lnTo>
                    <a:pt x="2243794" y="490052"/>
                  </a:lnTo>
                  <a:lnTo>
                    <a:pt x="2224293" y="518956"/>
                  </a:lnTo>
                  <a:lnTo>
                    <a:pt x="2195387" y="538445"/>
                  </a:lnTo>
                  <a:lnTo>
                    <a:pt x="2160016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2937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Network</a:t>
            </a:r>
            <a:r>
              <a:rPr sz="2400" spc="-140" dirty="0"/>
              <a:t> </a:t>
            </a:r>
            <a:r>
              <a:rPr sz="2400" spc="-5" dirty="0"/>
              <a:t>ACL</a:t>
            </a:r>
            <a:r>
              <a:rPr sz="2400" spc="-55" dirty="0"/>
              <a:t> </a:t>
            </a:r>
            <a:r>
              <a:rPr sz="2400" dirty="0"/>
              <a:t>-</a:t>
            </a:r>
            <a:r>
              <a:rPr sz="2400" spc="-25" dirty="0"/>
              <a:t> </a:t>
            </a:r>
            <a:r>
              <a:rPr sz="2400" spc="-5" dirty="0"/>
              <a:t>Deny</a:t>
            </a:r>
            <a:endParaRPr sz="2400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3505" y="1778380"/>
          <a:ext cx="5646416" cy="27533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9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5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7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Rule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Allow/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6479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Deny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38430" marR="131445" indent="19812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123.123.0.0/16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DENY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90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Traffic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80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110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443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HTTPS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ALLOW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38430" marR="131445" indent="198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Tra</a:t>
                      </a:r>
                      <a:r>
                        <a:rPr sz="1400" spc="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fic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DENY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321435" y="1811527"/>
            <a:ext cx="1002030" cy="263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735"/>
              </a:spcBef>
            </a:pPr>
            <a:r>
              <a:rPr sz="1800" spc="-10" dirty="0">
                <a:solidFill>
                  <a:srgbClr val="FFFFFF"/>
                </a:solidFill>
                <a:latin typeface="Consolas"/>
                <a:cs typeface="Consolas"/>
              </a:rPr>
              <a:t>NACL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Database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50036" y="861034"/>
            <a:ext cx="887094" cy="3304540"/>
            <a:chOff x="1050036" y="861034"/>
            <a:chExt cx="887094" cy="330454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0036" y="861034"/>
              <a:ext cx="234670" cy="9510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31570" y="883157"/>
              <a:ext cx="76200" cy="794385"/>
            </a:xfrm>
            <a:custGeom>
              <a:avLst/>
              <a:gdLst/>
              <a:ahLst/>
              <a:cxnLst/>
              <a:rect l="l" t="t" r="r" b="b"/>
              <a:pathLst>
                <a:path w="76200" h="794385">
                  <a:moveTo>
                    <a:pt x="25400" y="717676"/>
                  </a:moveTo>
                  <a:lnTo>
                    <a:pt x="0" y="717676"/>
                  </a:lnTo>
                  <a:lnTo>
                    <a:pt x="38100" y="793876"/>
                  </a:lnTo>
                  <a:lnTo>
                    <a:pt x="69850" y="730376"/>
                  </a:lnTo>
                  <a:lnTo>
                    <a:pt x="25400" y="730376"/>
                  </a:lnTo>
                  <a:lnTo>
                    <a:pt x="25400" y="717676"/>
                  </a:lnTo>
                  <a:close/>
                </a:path>
                <a:path w="76200" h="794385">
                  <a:moveTo>
                    <a:pt x="50800" y="0"/>
                  </a:moveTo>
                  <a:lnTo>
                    <a:pt x="25400" y="0"/>
                  </a:lnTo>
                  <a:lnTo>
                    <a:pt x="25400" y="730376"/>
                  </a:lnTo>
                  <a:lnTo>
                    <a:pt x="50800" y="730376"/>
                  </a:lnTo>
                  <a:lnTo>
                    <a:pt x="50800" y="0"/>
                  </a:lnTo>
                  <a:close/>
                </a:path>
                <a:path w="76200" h="794385">
                  <a:moveTo>
                    <a:pt x="76200" y="717676"/>
                  </a:moveTo>
                  <a:lnTo>
                    <a:pt x="50800" y="717676"/>
                  </a:lnTo>
                  <a:lnTo>
                    <a:pt x="50800" y="730376"/>
                  </a:lnTo>
                  <a:lnTo>
                    <a:pt x="69850" y="730376"/>
                  </a:lnTo>
                  <a:lnTo>
                    <a:pt x="76200" y="717676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036" y="2218918"/>
              <a:ext cx="234670" cy="10150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31570" y="2241041"/>
              <a:ext cx="76200" cy="857885"/>
            </a:xfrm>
            <a:custGeom>
              <a:avLst/>
              <a:gdLst/>
              <a:ahLst/>
              <a:cxnLst/>
              <a:rect l="l" t="t" r="r" b="b"/>
              <a:pathLst>
                <a:path w="76200" h="857885">
                  <a:moveTo>
                    <a:pt x="25400" y="781431"/>
                  </a:moveTo>
                  <a:lnTo>
                    <a:pt x="0" y="781431"/>
                  </a:lnTo>
                  <a:lnTo>
                    <a:pt x="38100" y="857631"/>
                  </a:lnTo>
                  <a:lnTo>
                    <a:pt x="69850" y="794131"/>
                  </a:lnTo>
                  <a:lnTo>
                    <a:pt x="25400" y="794131"/>
                  </a:lnTo>
                  <a:lnTo>
                    <a:pt x="25400" y="781431"/>
                  </a:lnTo>
                  <a:close/>
                </a:path>
                <a:path w="76200" h="857885">
                  <a:moveTo>
                    <a:pt x="50800" y="0"/>
                  </a:moveTo>
                  <a:lnTo>
                    <a:pt x="25400" y="0"/>
                  </a:lnTo>
                  <a:lnTo>
                    <a:pt x="25400" y="794131"/>
                  </a:lnTo>
                  <a:lnTo>
                    <a:pt x="50800" y="794131"/>
                  </a:lnTo>
                  <a:lnTo>
                    <a:pt x="50800" y="0"/>
                  </a:lnTo>
                  <a:close/>
                </a:path>
                <a:path w="76200" h="857885">
                  <a:moveTo>
                    <a:pt x="76200" y="781431"/>
                  </a:moveTo>
                  <a:lnTo>
                    <a:pt x="50800" y="781431"/>
                  </a:lnTo>
                  <a:lnTo>
                    <a:pt x="50800" y="794131"/>
                  </a:lnTo>
                  <a:lnTo>
                    <a:pt x="69850" y="794131"/>
                  </a:lnTo>
                  <a:lnTo>
                    <a:pt x="76200" y="781431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2308" y="3621024"/>
              <a:ext cx="234670" cy="54406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83841" y="3643121"/>
              <a:ext cx="76200" cy="387985"/>
            </a:xfrm>
            <a:custGeom>
              <a:avLst/>
              <a:gdLst/>
              <a:ahLst/>
              <a:cxnLst/>
              <a:rect l="l" t="t" r="r" b="b"/>
              <a:pathLst>
                <a:path w="76200" h="387985">
                  <a:moveTo>
                    <a:pt x="25400" y="311442"/>
                  </a:moveTo>
                  <a:lnTo>
                    <a:pt x="0" y="311442"/>
                  </a:lnTo>
                  <a:lnTo>
                    <a:pt x="38100" y="387642"/>
                  </a:lnTo>
                  <a:lnTo>
                    <a:pt x="69850" y="324142"/>
                  </a:lnTo>
                  <a:lnTo>
                    <a:pt x="25400" y="324142"/>
                  </a:lnTo>
                  <a:lnTo>
                    <a:pt x="25400" y="311442"/>
                  </a:lnTo>
                  <a:close/>
                </a:path>
                <a:path w="76200" h="387985">
                  <a:moveTo>
                    <a:pt x="50800" y="0"/>
                  </a:moveTo>
                  <a:lnTo>
                    <a:pt x="25400" y="0"/>
                  </a:lnTo>
                  <a:lnTo>
                    <a:pt x="25400" y="324142"/>
                  </a:lnTo>
                  <a:lnTo>
                    <a:pt x="50800" y="324142"/>
                  </a:lnTo>
                  <a:lnTo>
                    <a:pt x="50800" y="0"/>
                  </a:lnTo>
                  <a:close/>
                </a:path>
                <a:path w="76200" h="387985">
                  <a:moveTo>
                    <a:pt x="76200" y="311442"/>
                  </a:moveTo>
                  <a:lnTo>
                    <a:pt x="50800" y="311442"/>
                  </a:lnTo>
                  <a:lnTo>
                    <a:pt x="50800" y="324142"/>
                  </a:lnTo>
                  <a:lnTo>
                    <a:pt x="69850" y="324142"/>
                  </a:lnTo>
                  <a:lnTo>
                    <a:pt x="76200" y="311442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9973" y="933450"/>
            <a:ext cx="5930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HTTP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HTT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63723" y="783323"/>
            <a:ext cx="234950" cy="2393315"/>
            <a:chOff x="2363723" y="783323"/>
            <a:chExt cx="234950" cy="239331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3723" y="783323"/>
              <a:ext cx="234670" cy="96318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445257" y="883158"/>
              <a:ext cx="76200" cy="805180"/>
            </a:xfrm>
            <a:custGeom>
              <a:avLst/>
              <a:gdLst/>
              <a:ahLst/>
              <a:cxnLst/>
              <a:rect l="l" t="t" r="r" b="b"/>
              <a:pathLst>
                <a:path w="76200" h="805180">
                  <a:moveTo>
                    <a:pt x="50800" y="63500"/>
                  </a:moveTo>
                  <a:lnTo>
                    <a:pt x="25400" y="63500"/>
                  </a:lnTo>
                  <a:lnTo>
                    <a:pt x="25400" y="805052"/>
                  </a:lnTo>
                  <a:lnTo>
                    <a:pt x="50800" y="805052"/>
                  </a:lnTo>
                  <a:lnTo>
                    <a:pt x="50800" y="63500"/>
                  </a:lnTo>
                  <a:close/>
                </a:path>
                <a:path w="76200" h="805180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05180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3723" y="2125992"/>
              <a:ext cx="234670" cy="105002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445257" y="2225802"/>
              <a:ext cx="76200" cy="891540"/>
            </a:xfrm>
            <a:custGeom>
              <a:avLst/>
              <a:gdLst/>
              <a:ahLst/>
              <a:cxnLst/>
              <a:rect l="l" t="t" r="r" b="b"/>
              <a:pathLst>
                <a:path w="76200" h="891539">
                  <a:moveTo>
                    <a:pt x="50800" y="63500"/>
                  </a:moveTo>
                  <a:lnTo>
                    <a:pt x="25400" y="63500"/>
                  </a:lnTo>
                  <a:lnTo>
                    <a:pt x="25400" y="891540"/>
                  </a:lnTo>
                  <a:lnTo>
                    <a:pt x="50800" y="891540"/>
                  </a:lnTo>
                  <a:lnTo>
                    <a:pt x="50800" y="63500"/>
                  </a:lnTo>
                  <a:close/>
                </a:path>
                <a:path w="76200" h="891539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91539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744339" y="953515"/>
            <a:ext cx="299402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NY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ou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q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8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ts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700" y="2170176"/>
            <a:ext cx="3253740" cy="1973580"/>
          </a:xfrm>
          <a:custGeom>
            <a:avLst/>
            <a:gdLst/>
            <a:ahLst/>
            <a:cxnLst/>
            <a:rect l="l" t="t" r="r" b="b"/>
            <a:pathLst>
              <a:path w="3253740" h="1973579">
                <a:moveTo>
                  <a:pt x="2924810" y="0"/>
                </a:moveTo>
                <a:lnTo>
                  <a:pt x="328930" y="0"/>
                </a:lnTo>
                <a:lnTo>
                  <a:pt x="280323" y="3567"/>
                </a:lnTo>
                <a:lnTo>
                  <a:pt x="233931" y="13930"/>
                </a:lnTo>
                <a:lnTo>
                  <a:pt x="190262" y="30580"/>
                </a:lnTo>
                <a:lnTo>
                  <a:pt x="149825" y="53006"/>
                </a:lnTo>
                <a:lnTo>
                  <a:pt x="113128" y="80698"/>
                </a:lnTo>
                <a:lnTo>
                  <a:pt x="80681" y="113149"/>
                </a:lnTo>
                <a:lnTo>
                  <a:pt x="52993" y="149847"/>
                </a:lnTo>
                <a:lnTo>
                  <a:pt x="30571" y="190284"/>
                </a:lnTo>
                <a:lnTo>
                  <a:pt x="13926" y="233950"/>
                </a:lnTo>
                <a:lnTo>
                  <a:pt x="3566" y="280335"/>
                </a:lnTo>
                <a:lnTo>
                  <a:pt x="0" y="328930"/>
                </a:lnTo>
                <a:lnTo>
                  <a:pt x="0" y="1644650"/>
                </a:lnTo>
                <a:lnTo>
                  <a:pt x="3566" y="1693256"/>
                </a:lnTo>
                <a:lnTo>
                  <a:pt x="13926" y="1739648"/>
                </a:lnTo>
                <a:lnTo>
                  <a:pt x="30571" y="1783317"/>
                </a:lnTo>
                <a:lnTo>
                  <a:pt x="52993" y="1823754"/>
                </a:lnTo>
                <a:lnTo>
                  <a:pt x="80681" y="1860451"/>
                </a:lnTo>
                <a:lnTo>
                  <a:pt x="113128" y="1892898"/>
                </a:lnTo>
                <a:lnTo>
                  <a:pt x="149825" y="1920586"/>
                </a:lnTo>
                <a:lnTo>
                  <a:pt x="190262" y="1943008"/>
                </a:lnTo>
                <a:lnTo>
                  <a:pt x="233931" y="1959653"/>
                </a:lnTo>
                <a:lnTo>
                  <a:pt x="280323" y="1970013"/>
                </a:lnTo>
                <a:lnTo>
                  <a:pt x="328930" y="1973580"/>
                </a:lnTo>
                <a:lnTo>
                  <a:pt x="2924810" y="1973580"/>
                </a:lnTo>
                <a:lnTo>
                  <a:pt x="2973404" y="1970013"/>
                </a:lnTo>
                <a:lnTo>
                  <a:pt x="3019789" y="1959653"/>
                </a:lnTo>
                <a:lnTo>
                  <a:pt x="3063455" y="1943008"/>
                </a:lnTo>
                <a:lnTo>
                  <a:pt x="3103892" y="1920586"/>
                </a:lnTo>
                <a:lnTo>
                  <a:pt x="3140590" y="1892898"/>
                </a:lnTo>
                <a:lnTo>
                  <a:pt x="3173041" y="1860451"/>
                </a:lnTo>
                <a:lnTo>
                  <a:pt x="3200733" y="1823754"/>
                </a:lnTo>
                <a:lnTo>
                  <a:pt x="3223159" y="1783317"/>
                </a:lnTo>
                <a:lnTo>
                  <a:pt x="3239809" y="1739648"/>
                </a:lnTo>
                <a:lnTo>
                  <a:pt x="3250172" y="1693256"/>
                </a:lnTo>
                <a:lnTo>
                  <a:pt x="3253740" y="1644650"/>
                </a:lnTo>
                <a:lnTo>
                  <a:pt x="3253740" y="328930"/>
                </a:lnTo>
                <a:lnTo>
                  <a:pt x="3250172" y="280335"/>
                </a:lnTo>
                <a:lnTo>
                  <a:pt x="3239809" y="233950"/>
                </a:lnTo>
                <a:lnTo>
                  <a:pt x="3223159" y="190284"/>
                </a:lnTo>
                <a:lnTo>
                  <a:pt x="3200733" y="149847"/>
                </a:lnTo>
                <a:lnTo>
                  <a:pt x="3173041" y="113149"/>
                </a:lnTo>
                <a:lnTo>
                  <a:pt x="3140590" y="80698"/>
                </a:lnTo>
                <a:lnTo>
                  <a:pt x="3103892" y="53006"/>
                </a:lnTo>
                <a:lnTo>
                  <a:pt x="3063455" y="30580"/>
                </a:lnTo>
                <a:lnTo>
                  <a:pt x="3019789" y="13930"/>
                </a:lnTo>
                <a:lnTo>
                  <a:pt x="2973404" y="3567"/>
                </a:lnTo>
                <a:lnTo>
                  <a:pt x="292481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29917" y="3702202"/>
            <a:ext cx="525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onsolas"/>
                <a:cs typeface="Consolas"/>
              </a:rPr>
              <a:t>NACL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7976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5285" algn="l"/>
              </a:tabLst>
            </a:pPr>
            <a:r>
              <a:rPr sz="2400" dirty="0"/>
              <a:t>Network</a:t>
            </a:r>
            <a:r>
              <a:rPr sz="2400" spc="-114" dirty="0"/>
              <a:t> </a:t>
            </a:r>
            <a:r>
              <a:rPr sz="2400" spc="-5" dirty="0"/>
              <a:t>Access</a:t>
            </a:r>
            <a:r>
              <a:rPr sz="2400" spc="50" dirty="0"/>
              <a:t> </a:t>
            </a:r>
            <a:r>
              <a:rPr sz="2400" spc="-5" dirty="0"/>
              <a:t>Control </a:t>
            </a:r>
            <a:r>
              <a:rPr sz="2400" dirty="0"/>
              <a:t>List</a:t>
            </a:r>
            <a:r>
              <a:rPr sz="2400" spc="10" dirty="0"/>
              <a:t> </a:t>
            </a:r>
            <a:r>
              <a:rPr sz="2400" spc="-5" dirty="0"/>
              <a:t>(NACL)	</a:t>
            </a:r>
            <a:r>
              <a:rPr sz="2400" dirty="0"/>
              <a:t>–</a:t>
            </a:r>
            <a:r>
              <a:rPr sz="2400" spc="-40" dirty="0"/>
              <a:t> </a:t>
            </a:r>
            <a:r>
              <a:rPr sz="2400" spc="-5" dirty="0"/>
              <a:t>Subnet</a:t>
            </a:r>
            <a:r>
              <a:rPr sz="2400" spc="-25" dirty="0"/>
              <a:t> </a:t>
            </a:r>
            <a:r>
              <a:rPr sz="2400" dirty="0"/>
              <a:t>Firewall</a:t>
            </a:r>
            <a:endParaRPr sz="2400"/>
          </a:p>
        </p:txBody>
      </p:sp>
      <p:grpSp>
        <p:nvGrpSpPr>
          <p:cNvPr id="5" name="object 5"/>
          <p:cNvGrpSpPr/>
          <p:nvPr/>
        </p:nvGrpSpPr>
        <p:grpSpPr>
          <a:xfrm>
            <a:off x="492505" y="2371598"/>
            <a:ext cx="2800985" cy="1299845"/>
            <a:chOff x="492505" y="2371598"/>
            <a:chExt cx="2800985" cy="1299845"/>
          </a:xfrm>
        </p:grpSpPr>
        <p:sp>
          <p:nvSpPr>
            <p:cNvPr id="6" name="object 6"/>
            <p:cNvSpPr/>
            <p:nvPr/>
          </p:nvSpPr>
          <p:spPr>
            <a:xfrm>
              <a:off x="505205" y="2384298"/>
              <a:ext cx="2775585" cy="1274445"/>
            </a:xfrm>
            <a:custGeom>
              <a:avLst/>
              <a:gdLst/>
              <a:ahLst/>
              <a:cxnLst/>
              <a:rect l="l" t="t" r="r" b="b"/>
              <a:pathLst>
                <a:path w="2775585" h="1274445">
                  <a:moveTo>
                    <a:pt x="2562860" y="0"/>
                  </a:moveTo>
                  <a:lnTo>
                    <a:pt x="212344" y="0"/>
                  </a:lnTo>
                  <a:lnTo>
                    <a:pt x="163656" y="5610"/>
                  </a:lnTo>
                  <a:lnTo>
                    <a:pt x="118961" y="21592"/>
                  </a:lnTo>
                  <a:lnTo>
                    <a:pt x="79534" y="46666"/>
                  </a:lnTo>
                  <a:lnTo>
                    <a:pt x="46650" y="79556"/>
                  </a:lnTo>
                  <a:lnTo>
                    <a:pt x="21583" y="118983"/>
                  </a:lnTo>
                  <a:lnTo>
                    <a:pt x="5608" y="163672"/>
                  </a:lnTo>
                  <a:lnTo>
                    <a:pt x="0" y="212344"/>
                  </a:lnTo>
                  <a:lnTo>
                    <a:pt x="0" y="1061720"/>
                  </a:lnTo>
                  <a:lnTo>
                    <a:pt x="5608" y="1110391"/>
                  </a:lnTo>
                  <a:lnTo>
                    <a:pt x="21583" y="1155080"/>
                  </a:lnTo>
                  <a:lnTo>
                    <a:pt x="46650" y="1194507"/>
                  </a:lnTo>
                  <a:lnTo>
                    <a:pt x="79534" y="1227397"/>
                  </a:lnTo>
                  <a:lnTo>
                    <a:pt x="118961" y="1252471"/>
                  </a:lnTo>
                  <a:lnTo>
                    <a:pt x="163656" y="1268453"/>
                  </a:lnTo>
                  <a:lnTo>
                    <a:pt x="212344" y="1274064"/>
                  </a:lnTo>
                  <a:lnTo>
                    <a:pt x="2562860" y="1274064"/>
                  </a:lnTo>
                  <a:lnTo>
                    <a:pt x="2611531" y="1268453"/>
                  </a:lnTo>
                  <a:lnTo>
                    <a:pt x="2656220" y="1252471"/>
                  </a:lnTo>
                  <a:lnTo>
                    <a:pt x="2695647" y="1227397"/>
                  </a:lnTo>
                  <a:lnTo>
                    <a:pt x="2728537" y="1194507"/>
                  </a:lnTo>
                  <a:lnTo>
                    <a:pt x="2753611" y="1155080"/>
                  </a:lnTo>
                  <a:lnTo>
                    <a:pt x="2769593" y="1110391"/>
                  </a:lnTo>
                  <a:lnTo>
                    <a:pt x="2775204" y="1061720"/>
                  </a:lnTo>
                  <a:lnTo>
                    <a:pt x="2775204" y="212344"/>
                  </a:lnTo>
                  <a:lnTo>
                    <a:pt x="2769593" y="163672"/>
                  </a:lnTo>
                  <a:lnTo>
                    <a:pt x="2753611" y="118983"/>
                  </a:lnTo>
                  <a:lnTo>
                    <a:pt x="2728537" y="79556"/>
                  </a:lnTo>
                  <a:lnTo>
                    <a:pt x="2695647" y="46666"/>
                  </a:lnTo>
                  <a:lnTo>
                    <a:pt x="2656220" y="21592"/>
                  </a:lnTo>
                  <a:lnTo>
                    <a:pt x="2611531" y="5610"/>
                  </a:lnTo>
                  <a:lnTo>
                    <a:pt x="256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5205" y="2384298"/>
              <a:ext cx="2775585" cy="1274445"/>
            </a:xfrm>
            <a:custGeom>
              <a:avLst/>
              <a:gdLst/>
              <a:ahLst/>
              <a:cxnLst/>
              <a:rect l="l" t="t" r="r" b="b"/>
              <a:pathLst>
                <a:path w="2775585" h="1274445">
                  <a:moveTo>
                    <a:pt x="0" y="212344"/>
                  </a:moveTo>
                  <a:lnTo>
                    <a:pt x="5608" y="163672"/>
                  </a:lnTo>
                  <a:lnTo>
                    <a:pt x="21583" y="118983"/>
                  </a:lnTo>
                  <a:lnTo>
                    <a:pt x="46650" y="79556"/>
                  </a:lnTo>
                  <a:lnTo>
                    <a:pt x="79534" y="46666"/>
                  </a:lnTo>
                  <a:lnTo>
                    <a:pt x="118961" y="21592"/>
                  </a:lnTo>
                  <a:lnTo>
                    <a:pt x="163656" y="5610"/>
                  </a:lnTo>
                  <a:lnTo>
                    <a:pt x="212344" y="0"/>
                  </a:lnTo>
                  <a:lnTo>
                    <a:pt x="2562860" y="0"/>
                  </a:lnTo>
                  <a:lnTo>
                    <a:pt x="2611531" y="5610"/>
                  </a:lnTo>
                  <a:lnTo>
                    <a:pt x="2656220" y="21592"/>
                  </a:lnTo>
                  <a:lnTo>
                    <a:pt x="2695647" y="46666"/>
                  </a:lnTo>
                  <a:lnTo>
                    <a:pt x="2728537" y="79556"/>
                  </a:lnTo>
                  <a:lnTo>
                    <a:pt x="2753611" y="118983"/>
                  </a:lnTo>
                  <a:lnTo>
                    <a:pt x="2769593" y="163672"/>
                  </a:lnTo>
                  <a:lnTo>
                    <a:pt x="2775204" y="212344"/>
                  </a:lnTo>
                  <a:lnTo>
                    <a:pt x="2775204" y="1061720"/>
                  </a:lnTo>
                  <a:lnTo>
                    <a:pt x="2769593" y="1110391"/>
                  </a:lnTo>
                  <a:lnTo>
                    <a:pt x="2753611" y="1155080"/>
                  </a:lnTo>
                  <a:lnTo>
                    <a:pt x="2728537" y="1194507"/>
                  </a:lnTo>
                  <a:lnTo>
                    <a:pt x="2695647" y="1227397"/>
                  </a:lnTo>
                  <a:lnTo>
                    <a:pt x="2656220" y="1252471"/>
                  </a:lnTo>
                  <a:lnTo>
                    <a:pt x="2611531" y="1268453"/>
                  </a:lnTo>
                  <a:lnTo>
                    <a:pt x="2562860" y="1274064"/>
                  </a:lnTo>
                  <a:lnTo>
                    <a:pt x="212344" y="1274064"/>
                  </a:lnTo>
                  <a:lnTo>
                    <a:pt x="163656" y="1268453"/>
                  </a:lnTo>
                  <a:lnTo>
                    <a:pt x="118961" y="1252471"/>
                  </a:lnTo>
                  <a:lnTo>
                    <a:pt x="79534" y="1227397"/>
                  </a:lnTo>
                  <a:lnTo>
                    <a:pt x="46650" y="1194507"/>
                  </a:lnTo>
                  <a:lnTo>
                    <a:pt x="21583" y="1155080"/>
                  </a:lnTo>
                  <a:lnTo>
                    <a:pt x="5608" y="1110391"/>
                  </a:lnTo>
                  <a:lnTo>
                    <a:pt x="0" y="1061720"/>
                  </a:lnTo>
                  <a:lnTo>
                    <a:pt x="0" y="21234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84197" y="3313252"/>
            <a:ext cx="614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464646"/>
                </a:solidFill>
                <a:latin typeface="Consolas"/>
                <a:cs typeface="Consolas"/>
              </a:rPr>
              <a:t>S</a:t>
            </a:r>
            <a:r>
              <a:rPr sz="1400" spc="5" dirty="0">
                <a:solidFill>
                  <a:srgbClr val="464646"/>
                </a:solidFill>
                <a:latin typeface="Consolas"/>
                <a:cs typeface="Consolas"/>
              </a:rPr>
              <a:t>u</a:t>
            </a:r>
            <a:r>
              <a:rPr sz="1400" spc="-10" dirty="0">
                <a:solidFill>
                  <a:srgbClr val="464646"/>
                </a:solidFill>
                <a:latin typeface="Consolas"/>
                <a:cs typeface="Consolas"/>
              </a:rPr>
              <a:t>b</a:t>
            </a:r>
            <a:r>
              <a:rPr sz="1400" spc="5" dirty="0">
                <a:solidFill>
                  <a:srgbClr val="464646"/>
                </a:solidFill>
                <a:latin typeface="Consolas"/>
                <a:cs typeface="Consolas"/>
              </a:rPr>
              <a:t>n</a:t>
            </a:r>
            <a:r>
              <a:rPr sz="1400" spc="-10" dirty="0">
                <a:solidFill>
                  <a:srgbClr val="464646"/>
                </a:solidFill>
                <a:latin typeface="Consolas"/>
                <a:cs typeface="Consolas"/>
              </a:rPr>
              <a:t>e</a:t>
            </a:r>
            <a:r>
              <a:rPr sz="1400" dirty="0">
                <a:solidFill>
                  <a:srgbClr val="464646"/>
                </a:solidFill>
                <a:latin typeface="Consolas"/>
                <a:cs typeface="Consolas"/>
              </a:rPr>
              <a:t>t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7577" y="2594101"/>
            <a:ext cx="1177925" cy="619760"/>
            <a:chOff x="687577" y="2594101"/>
            <a:chExt cx="1177925" cy="619760"/>
          </a:xfrm>
        </p:grpSpPr>
        <p:sp>
          <p:nvSpPr>
            <p:cNvPr id="10" name="object 10"/>
            <p:cNvSpPr/>
            <p:nvPr/>
          </p:nvSpPr>
          <p:spPr>
            <a:xfrm>
              <a:off x="700277" y="2606801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1053084" y="0"/>
                  </a:moveTo>
                  <a:lnTo>
                    <a:pt x="99059" y="0"/>
                  </a:lnTo>
                  <a:lnTo>
                    <a:pt x="60500" y="7780"/>
                  </a:lnTo>
                  <a:lnTo>
                    <a:pt x="29013" y="29003"/>
                  </a:lnTo>
                  <a:lnTo>
                    <a:pt x="7784" y="60489"/>
                  </a:lnTo>
                  <a:lnTo>
                    <a:pt x="0" y="99060"/>
                  </a:lnTo>
                  <a:lnTo>
                    <a:pt x="0" y="495300"/>
                  </a:lnTo>
                  <a:lnTo>
                    <a:pt x="7784" y="533870"/>
                  </a:lnTo>
                  <a:lnTo>
                    <a:pt x="29013" y="565356"/>
                  </a:lnTo>
                  <a:lnTo>
                    <a:pt x="60500" y="586579"/>
                  </a:lnTo>
                  <a:lnTo>
                    <a:pt x="99059" y="594360"/>
                  </a:lnTo>
                  <a:lnTo>
                    <a:pt x="1053084" y="594360"/>
                  </a:lnTo>
                  <a:lnTo>
                    <a:pt x="1091654" y="586579"/>
                  </a:lnTo>
                  <a:lnTo>
                    <a:pt x="1123140" y="565356"/>
                  </a:lnTo>
                  <a:lnTo>
                    <a:pt x="1144363" y="533870"/>
                  </a:lnTo>
                  <a:lnTo>
                    <a:pt x="1152144" y="495300"/>
                  </a:lnTo>
                  <a:lnTo>
                    <a:pt x="1152144" y="99060"/>
                  </a:lnTo>
                  <a:lnTo>
                    <a:pt x="1144363" y="60489"/>
                  </a:lnTo>
                  <a:lnTo>
                    <a:pt x="1123140" y="29003"/>
                  </a:lnTo>
                  <a:lnTo>
                    <a:pt x="1091654" y="7780"/>
                  </a:lnTo>
                  <a:lnTo>
                    <a:pt x="1053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0277" y="2606801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0" y="99060"/>
                  </a:moveTo>
                  <a:lnTo>
                    <a:pt x="7784" y="60489"/>
                  </a:lnTo>
                  <a:lnTo>
                    <a:pt x="29013" y="29003"/>
                  </a:lnTo>
                  <a:lnTo>
                    <a:pt x="60500" y="7780"/>
                  </a:lnTo>
                  <a:lnTo>
                    <a:pt x="99059" y="0"/>
                  </a:lnTo>
                  <a:lnTo>
                    <a:pt x="1053084" y="0"/>
                  </a:lnTo>
                  <a:lnTo>
                    <a:pt x="1091654" y="7780"/>
                  </a:lnTo>
                  <a:lnTo>
                    <a:pt x="1123140" y="29003"/>
                  </a:lnTo>
                  <a:lnTo>
                    <a:pt x="1144363" y="60489"/>
                  </a:lnTo>
                  <a:lnTo>
                    <a:pt x="1152144" y="99060"/>
                  </a:lnTo>
                  <a:lnTo>
                    <a:pt x="1152144" y="495300"/>
                  </a:lnTo>
                  <a:lnTo>
                    <a:pt x="1144363" y="533870"/>
                  </a:lnTo>
                  <a:lnTo>
                    <a:pt x="1123140" y="565356"/>
                  </a:lnTo>
                  <a:lnTo>
                    <a:pt x="1091654" y="586579"/>
                  </a:lnTo>
                  <a:lnTo>
                    <a:pt x="1053084" y="594360"/>
                  </a:lnTo>
                  <a:lnTo>
                    <a:pt x="99059" y="594360"/>
                  </a:lnTo>
                  <a:lnTo>
                    <a:pt x="60500" y="586579"/>
                  </a:lnTo>
                  <a:lnTo>
                    <a:pt x="29013" y="565356"/>
                  </a:lnTo>
                  <a:lnTo>
                    <a:pt x="7784" y="533870"/>
                  </a:lnTo>
                  <a:lnTo>
                    <a:pt x="0" y="495300"/>
                  </a:lnTo>
                  <a:lnTo>
                    <a:pt x="0" y="9906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53541" y="2778633"/>
            <a:ext cx="8439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Instan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55545" y="2591054"/>
            <a:ext cx="1177925" cy="619760"/>
            <a:chOff x="1955545" y="2591054"/>
            <a:chExt cx="1177925" cy="619760"/>
          </a:xfrm>
        </p:grpSpPr>
        <p:sp>
          <p:nvSpPr>
            <p:cNvPr id="14" name="object 14"/>
            <p:cNvSpPr/>
            <p:nvPr/>
          </p:nvSpPr>
          <p:spPr>
            <a:xfrm>
              <a:off x="1968245" y="2603754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1053084" y="0"/>
                  </a:moveTo>
                  <a:lnTo>
                    <a:pt x="99060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59"/>
                  </a:lnTo>
                  <a:lnTo>
                    <a:pt x="0" y="495300"/>
                  </a:lnTo>
                  <a:lnTo>
                    <a:pt x="7780" y="533870"/>
                  </a:lnTo>
                  <a:lnTo>
                    <a:pt x="29003" y="565356"/>
                  </a:lnTo>
                  <a:lnTo>
                    <a:pt x="60489" y="586579"/>
                  </a:lnTo>
                  <a:lnTo>
                    <a:pt x="99060" y="594359"/>
                  </a:lnTo>
                  <a:lnTo>
                    <a:pt x="1053084" y="594359"/>
                  </a:lnTo>
                  <a:lnTo>
                    <a:pt x="1091654" y="586579"/>
                  </a:lnTo>
                  <a:lnTo>
                    <a:pt x="1123140" y="565356"/>
                  </a:lnTo>
                  <a:lnTo>
                    <a:pt x="1144363" y="533870"/>
                  </a:lnTo>
                  <a:lnTo>
                    <a:pt x="1152144" y="495300"/>
                  </a:lnTo>
                  <a:lnTo>
                    <a:pt x="1152144" y="99059"/>
                  </a:lnTo>
                  <a:lnTo>
                    <a:pt x="1144363" y="60489"/>
                  </a:lnTo>
                  <a:lnTo>
                    <a:pt x="1123140" y="29003"/>
                  </a:lnTo>
                  <a:lnTo>
                    <a:pt x="1091654" y="7780"/>
                  </a:lnTo>
                  <a:lnTo>
                    <a:pt x="1053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68245" y="2603754"/>
              <a:ext cx="1152525" cy="594360"/>
            </a:xfrm>
            <a:custGeom>
              <a:avLst/>
              <a:gdLst/>
              <a:ahLst/>
              <a:cxnLst/>
              <a:rect l="l" t="t" r="r" b="b"/>
              <a:pathLst>
                <a:path w="1152525" h="594360">
                  <a:moveTo>
                    <a:pt x="0" y="99059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60" y="0"/>
                  </a:lnTo>
                  <a:lnTo>
                    <a:pt x="1053084" y="0"/>
                  </a:lnTo>
                  <a:lnTo>
                    <a:pt x="1091654" y="7780"/>
                  </a:lnTo>
                  <a:lnTo>
                    <a:pt x="1123140" y="29003"/>
                  </a:lnTo>
                  <a:lnTo>
                    <a:pt x="1144363" y="60489"/>
                  </a:lnTo>
                  <a:lnTo>
                    <a:pt x="1152144" y="99059"/>
                  </a:lnTo>
                  <a:lnTo>
                    <a:pt x="1152144" y="495300"/>
                  </a:lnTo>
                  <a:lnTo>
                    <a:pt x="1144363" y="533870"/>
                  </a:lnTo>
                  <a:lnTo>
                    <a:pt x="1123140" y="565356"/>
                  </a:lnTo>
                  <a:lnTo>
                    <a:pt x="1091654" y="586579"/>
                  </a:lnTo>
                  <a:lnTo>
                    <a:pt x="1053084" y="594359"/>
                  </a:lnTo>
                  <a:lnTo>
                    <a:pt x="99060" y="594359"/>
                  </a:lnTo>
                  <a:lnTo>
                    <a:pt x="60489" y="586579"/>
                  </a:lnTo>
                  <a:lnTo>
                    <a:pt x="29003" y="565356"/>
                  </a:lnTo>
                  <a:lnTo>
                    <a:pt x="7780" y="533870"/>
                  </a:lnTo>
                  <a:lnTo>
                    <a:pt x="0" y="495300"/>
                  </a:lnTo>
                  <a:lnTo>
                    <a:pt x="0" y="9905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22170" y="2775585"/>
            <a:ext cx="8439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Instan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08786" y="1309369"/>
            <a:ext cx="1275080" cy="874394"/>
            <a:chOff x="1208786" y="1309369"/>
            <a:chExt cx="1275080" cy="874394"/>
          </a:xfrm>
        </p:grpSpPr>
        <p:sp>
          <p:nvSpPr>
            <p:cNvPr id="18" name="object 18"/>
            <p:cNvSpPr/>
            <p:nvPr/>
          </p:nvSpPr>
          <p:spPr>
            <a:xfrm>
              <a:off x="1221486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277748" y="0"/>
                  </a:moveTo>
                  <a:lnTo>
                    <a:pt x="92582" y="0"/>
                  </a:lnTo>
                  <a:lnTo>
                    <a:pt x="92582" y="663701"/>
                  </a:lnTo>
                  <a:lnTo>
                    <a:pt x="0" y="663701"/>
                  </a:lnTo>
                  <a:lnTo>
                    <a:pt x="185165" y="848867"/>
                  </a:lnTo>
                  <a:lnTo>
                    <a:pt x="370331" y="663701"/>
                  </a:lnTo>
                  <a:lnTo>
                    <a:pt x="277748" y="663701"/>
                  </a:lnTo>
                  <a:lnTo>
                    <a:pt x="277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21486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40" h="848994">
                  <a:moveTo>
                    <a:pt x="0" y="663701"/>
                  </a:moveTo>
                  <a:lnTo>
                    <a:pt x="92582" y="663701"/>
                  </a:lnTo>
                  <a:lnTo>
                    <a:pt x="92582" y="0"/>
                  </a:lnTo>
                  <a:lnTo>
                    <a:pt x="277748" y="0"/>
                  </a:lnTo>
                  <a:lnTo>
                    <a:pt x="277748" y="663701"/>
                  </a:lnTo>
                  <a:lnTo>
                    <a:pt x="370331" y="663701"/>
                  </a:lnTo>
                  <a:lnTo>
                    <a:pt x="185165" y="848867"/>
                  </a:lnTo>
                  <a:lnTo>
                    <a:pt x="0" y="66370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00833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185166" y="0"/>
                  </a:moveTo>
                  <a:lnTo>
                    <a:pt x="0" y="185165"/>
                  </a:lnTo>
                  <a:lnTo>
                    <a:pt x="92583" y="185165"/>
                  </a:lnTo>
                  <a:lnTo>
                    <a:pt x="92583" y="848867"/>
                  </a:lnTo>
                  <a:lnTo>
                    <a:pt x="277749" y="848867"/>
                  </a:lnTo>
                  <a:lnTo>
                    <a:pt x="277749" y="185165"/>
                  </a:lnTo>
                  <a:lnTo>
                    <a:pt x="370332" y="185165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00833" y="1322069"/>
              <a:ext cx="370840" cy="848994"/>
            </a:xfrm>
            <a:custGeom>
              <a:avLst/>
              <a:gdLst/>
              <a:ahLst/>
              <a:cxnLst/>
              <a:rect l="l" t="t" r="r" b="b"/>
              <a:pathLst>
                <a:path w="370839" h="848994">
                  <a:moveTo>
                    <a:pt x="370332" y="185165"/>
                  </a:moveTo>
                  <a:lnTo>
                    <a:pt x="277749" y="185165"/>
                  </a:lnTo>
                  <a:lnTo>
                    <a:pt x="277749" y="848867"/>
                  </a:lnTo>
                  <a:lnTo>
                    <a:pt x="92583" y="848867"/>
                  </a:lnTo>
                  <a:lnTo>
                    <a:pt x="92583" y="185165"/>
                  </a:lnTo>
                  <a:lnTo>
                    <a:pt x="0" y="185165"/>
                  </a:lnTo>
                  <a:lnTo>
                    <a:pt x="185166" y="0"/>
                  </a:lnTo>
                  <a:lnTo>
                    <a:pt x="370332" y="185165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61005" y="1415034"/>
            <a:ext cx="9956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25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90" dirty="0">
                <a:solidFill>
                  <a:srgbClr val="464646"/>
                </a:solidFill>
                <a:latin typeface="Arial"/>
                <a:cs typeface="Arial"/>
              </a:rPr>
              <a:t>tb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  </a:t>
            </a: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traffic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4408" y="1426286"/>
            <a:ext cx="831215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traffic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31258" y="1438783"/>
            <a:ext cx="3594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14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fi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LL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u="sng" spc="-170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D</a:t>
            </a:r>
            <a:r>
              <a:rPr sz="1800" b="1" u="sng" spc="-114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E</a:t>
            </a:r>
            <a:r>
              <a:rPr sz="1800" b="1" u="sng" spc="-6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NIED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1258" y="2261997"/>
            <a:ext cx="2955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4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85" dirty="0">
                <a:solidFill>
                  <a:srgbClr val="464646"/>
                </a:solidFill>
                <a:latin typeface="Arial"/>
                <a:cs typeface="Arial"/>
              </a:rPr>
              <a:t>ce</a:t>
            </a:r>
            <a:r>
              <a:rPr sz="1800" b="1" spc="-28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e 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ma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ic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14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85" dirty="0">
                <a:solidFill>
                  <a:srgbClr val="464646"/>
                </a:solidFill>
                <a:latin typeface="Arial"/>
                <a:cs typeface="Arial"/>
              </a:rPr>
              <a:t>cted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31258" y="3085338"/>
            <a:ext cx="4017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u="sng" spc="10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S</a:t>
            </a:r>
            <a:r>
              <a:rPr sz="1800" b="1" u="sng" spc="30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t</a:t>
            </a:r>
            <a:r>
              <a:rPr sz="1800" b="1" u="sng" spc="-10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a</a:t>
            </a:r>
            <a:r>
              <a:rPr sz="1800" b="1" u="sng" spc="-150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tel</a:t>
            </a:r>
            <a:r>
              <a:rPr sz="1800" b="1" u="sng" spc="-19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e</a:t>
            </a:r>
            <a:r>
              <a:rPr sz="1800" b="1" u="sng" spc="-225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s</a:t>
            </a:r>
            <a:r>
              <a:rPr sz="1800" b="1" u="sng" spc="-220" dirty="0">
                <a:solidFill>
                  <a:srgbClr val="464646"/>
                </a:solidFill>
                <a:uFill>
                  <a:solidFill>
                    <a:srgbClr val="464646"/>
                  </a:solidFill>
                </a:uFill>
                <a:latin typeface="Arial"/>
                <a:cs typeface="Arial"/>
              </a:rPr>
              <a:t>s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al</a:t>
            </a:r>
            <a:r>
              <a:rPr sz="1800" b="1" spc="-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–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5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ee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h 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5" dirty="0">
                <a:solidFill>
                  <a:srgbClr val="464646"/>
                </a:solidFill>
                <a:latin typeface="Arial"/>
                <a:cs typeface="Arial"/>
              </a:rPr>
              <a:t>ffic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31258" y="3907942"/>
            <a:ext cx="40081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lu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te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 </a:t>
            </a:r>
            <a:r>
              <a:rPr sz="1800" b="1" spc="-100" dirty="0">
                <a:solidFill>
                  <a:srgbClr val="464646"/>
                </a:solidFill>
                <a:latin typeface="Arial"/>
                <a:cs typeface="Arial"/>
              </a:rPr>
              <a:t>– 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ered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che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fic 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id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65" dirty="0">
                <a:solidFill>
                  <a:srgbClr val="464646"/>
                </a:solidFill>
                <a:latin typeface="Arial"/>
                <a:cs typeface="Arial"/>
              </a:rPr>
              <a:t>ome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2103881"/>
            <a:ext cx="6968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Private,</a:t>
            </a:r>
            <a:r>
              <a:rPr sz="4000" spc="10" dirty="0"/>
              <a:t> </a:t>
            </a:r>
            <a:r>
              <a:rPr sz="4000" spc="-5" dirty="0"/>
              <a:t>Public and</a:t>
            </a:r>
            <a:r>
              <a:rPr sz="4000" spc="-20" dirty="0"/>
              <a:t> </a:t>
            </a:r>
            <a:r>
              <a:rPr sz="4000" spc="-5" dirty="0"/>
              <a:t>Elastic</a:t>
            </a:r>
            <a:r>
              <a:rPr sz="4000" spc="10" dirty="0"/>
              <a:t> </a:t>
            </a:r>
            <a:r>
              <a:rPr sz="4000" spc="-5" dirty="0"/>
              <a:t>IP</a:t>
            </a:r>
            <a:endParaRPr sz="4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722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70" dirty="0"/>
              <a:t> </a:t>
            </a:r>
            <a:r>
              <a:rPr sz="2800" spc="-5" dirty="0"/>
              <a:t>CIDR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841502" y="934466"/>
            <a:ext cx="4538345" cy="2529840"/>
            <a:chOff x="841502" y="934466"/>
            <a:chExt cx="4538345" cy="2529840"/>
          </a:xfrm>
        </p:grpSpPr>
        <p:sp>
          <p:nvSpPr>
            <p:cNvPr id="4" name="object 4"/>
            <p:cNvSpPr/>
            <p:nvPr/>
          </p:nvSpPr>
          <p:spPr>
            <a:xfrm>
              <a:off x="854202" y="947166"/>
              <a:ext cx="4512945" cy="2504440"/>
            </a:xfrm>
            <a:custGeom>
              <a:avLst/>
              <a:gdLst/>
              <a:ahLst/>
              <a:cxnLst/>
              <a:rect l="l" t="t" r="r" b="b"/>
              <a:pathLst>
                <a:path w="4512945" h="2504440">
                  <a:moveTo>
                    <a:pt x="4095242" y="0"/>
                  </a:moveTo>
                  <a:lnTo>
                    <a:pt x="417322" y="0"/>
                  </a:lnTo>
                  <a:lnTo>
                    <a:pt x="368653" y="2807"/>
                  </a:lnTo>
                  <a:lnTo>
                    <a:pt x="321634" y="11020"/>
                  </a:lnTo>
                  <a:lnTo>
                    <a:pt x="276576" y="24326"/>
                  </a:lnTo>
                  <a:lnTo>
                    <a:pt x="233794" y="42412"/>
                  </a:lnTo>
                  <a:lnTo>
                    <a:pt x="193601" y="64966"/>
                  </a:lnTo>
                  <a:lnTo>
                    <a:pt x="156308" y="91673"/>
                  </a:lnTo>
                  <a:lnTo>
                    <a:pt x="122231" y="122221"/>
                  </a:lnTo>
                  <a:lnTo>
                    <a:pt x="91681" y="156298"/>
                  </a:lnTo>
                  <a:lnTo>
                    <a:pt x="64972" y="193589"/>
                  </a:lnTo>
                  <a:lnTo>
                    <a:pt x="42417" y="233783"/>
                  </a:lnTo>
                  <a:lnTo>
                    <a:pt x="24329" y="276566"/>
                  </a:lnTo>
                  <a:lnTo>
                    <a:pt x="11021" y="321626"/>
                  </a:lnTo>
                  <a:lnTo>
                    <a:pt x="2807" y="368648"/>
                  </a:lnTo>
                  <a:lnTo>
                    <a:pt x="0" y="417322"/>
                  </a:lnTo>
                  <a:lnTo>
                    <a:pt x="0" y="2086610"/>
                  </a:lnTo>
                  <a:lnTo>
                    <a:pt x="2807" y="2135283"/>
                  </a:lnTo>
                  <a:lnTo>
                    <a:pt x="11021" y="2182305"/>
                  </a:lnTo>
                  <a:lnTo>
                    <a:pt x="24329" y="2227365"/>
                  </a:lnTo>
                  <a:lnTo>
                    <a:pt x="42417" y="2270148"/>
                  </a:lnTo>
                  <a:lnTo>
                    <a:pt x="64972" y="2310342"/>
                  </a:lnTo>
                  <a:lnTo>
                    <a:pt x="91681" y="2347633"/>
                  </a:lnTo>
                  <a:lnTo>
                    <a:pt x="122231" y="2381710"/>
                  </a:lnTo>
                  <a:lnTo>
                    <a:pt x="156308" y="2412258"/>
                  </a:lnTo>
                  <a:lnTo>
                    <a:pt x="193601" y="2438965"/>
                  </a:lnTo>
                  <a:lnTo>
                    <a:pt x="233794" y="2461519"/>
                  </a:lnTo>
                  <a:lnTo>
                    <a:pt x="276576" y="2479605"/>
                  </a:lnTo>
                  <a:lnTo>
                    <a:pt x="321634" y="2492911"/>
                  </a:lnTo>
                  <a:lnTo>
                    <a:pt x="368653" y="2501124"/>
                  </a:lnTo>
                  <a:lnTo>
                    <a:pt x="417322" y="2503932"/>
                  </a:lnTo>
                  <a:lnTo>
                    <a:pt x="4095242" y="2503932"/>
                  </a:lnTo>
                  <a:lnTo>
                    <a:pt x="4143915" y="2501124"/>
                  </a:lnTo>
                  <a:lnTo>
                    <a:pt x="4190937" y="2492911"/>
                  </a:lnTo>
                  <a:lnTo>
                    <a:pt x="4235997" y="2479605"/>
                  </a:lnTo>
                  <a:lnTo>
                    <a:pt x="4278780" y="2461519"/>
                  </a:lnTo>
                  <a:lnTo>
                    <a:pt x="4318974" y="2438965"/>
                  </a:lnTo>
                  <a:lnTo>
                    <a:pt x="4356265" y="2412258"/>
                  </a:lnTo>
                  <a:lnTo>
                    <a:pt x="4390342" y="2381710"/>
                  </a:lnTo>
                  <a:lnTo>
                    <a:pt x="4420890" y="2347633"/>
                  </a:lnTo>
                  <a:lnTo>
                    <a:pt x="4447597" y="2310342"/>
                  </a:lnTo>
                  <a:lnTo>
                    <a:pt x="4470151" y="2270148"/>
                  </a:lnTo>
                  <a:lnTo>
                    <a:pt x="4488237" y="2227365"/>
                  </a:lnTo>
                  <a:lnTo>
                    <a:pt x="4501543" y="2182305"/>
                  </a:lnTo>
                  <a:lnTo>
                    <a:pt x="4509756" y="2135283"/>
                  </a:lnTo>
                  <a:lnTo>
                    <a:pt x="4512564" y="2086610"/>
                  </a:lnTo>
                  <a:lnTo>
                    <a:pt x="4512564" y="417322"/>
                  </a:lnTo>
                  <a:lnTo>
                    <a:pt x="4509756" y="368648"/>
                  </a:lnTo>
                  <a:lnTo>
                    <a:pt x="4501543" y="321626"/>
                  </a:lnTo>
                  <a:lnTo>
                    <a:pt x="4488237" y="276566"/>
                  </a:lnTo>
                  <a:lnTo>
                    <a:pt x="4470151" y="233783"/>
                  </a:lnTo>
                  <a:lnTo>
                    <a:pt x="4447597" y="193589"/>
                  </a:lnTo>
                  <a:lnTo>
                    <a:pt x="4420890" y="156298"/>
                  </a:lnTo>
                  <a:lnTo>
                    <a:pt x="4390342" y="122221"/>
                  </a:lnTo>
                  <a:lnTo>
                    <a:pt x="4356265" y="91673"/>
                  </a:lnTo>
                  <a:lnTo>
                    <a:pt x="4318974" y="64966"/>
                  </a:lnTo>
                  <a:lnTo>
                    <a:pt x="4278780" y="42412"/>
                  </a:lnTo>
                  <a:lnTo>
                    <a:pt x="4235997" y="24326"/>
                  </a:lnTo>
                  <a:lnTo>
                    <a:pt x="4190937" y="11020"/>
                  </a:lnTo>
                  <a:lnTo>
                    <a:pt x="4143915" y="2807"/>
                  </a:lnTo>
                  <a:lnTo>
                    <a:pt x="4095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4202" y="947166"/>
              <a:ext cx="4512945" cy="2504440"/>
            </a:xfrm>
            <a:custGeom>
              <a:avLst/>
              <a:gdLst/>
              <a:ahLst/>
              <a:cxnLst/>
              <a:rect l="l" t="t" r="r" b="b"/>
              <a:pathLst>
                <a:path w="4512945" h="2504440">
                  <a:moveTo>
                    <a:pt x="0" y="417322"/>
                  </a:moveTo>
                  <a:lnTo>
                    <a:pt x="2807" y="368648"/>
                  </a:lnTo>
                  <a:lnTo>
                    <a:pt x="11021" y="321626"/>
                  </a:lnTo>
                  <a:lnTo>
                    <a:pt x="24329" y="276566"/>
                  </a:lnTo>
                  <a:lnTo>
                    <a:pt x="42417" y="233783"/>
                  </a:lnTo>
                  <a:lnTo>
                    <a:pt x="64972" y="193589"/>
                  </a:lnTo>
                  <a:lnTo>
                    <a:pt x="91681" y="156298"/>
                  </a:lnTo>
                  <a:lnTo>
                    <a:pt x="122231" y="122221"/>
                  </a:lnTo>
                  <a:lnTo>
                    <a:pt x="156308" y="91673"/>
                  </a:lnTo>
                  <a:lnTo>
                    <a:pt x="193601" y="64966"/>
                  </a:lnTo>
                  <a:lnTo>
                    <a:pt x="233794" y="42412"/>
                  </a:lnTo>
                  <a:lnTo>
                    <a:pt x="276576" y="24326"/>
                  </a:lnTo>
                  <a:lnTo>
                    <a:pt x="321634" y="11020"/>
                  </a:lnTo>
                  <a:lnTo>
                    <a:pt x="368653" y="2807"/>
                  </a:lnTo>
                  <a:lnTo>
                    <a:pt x="417322" y="0"/>
                  </a:lnTo>
                  <a:lnTo>
                    <a:pt x="4095242" y="0"/>
                  </a:lnTo>
                  <a:lnTo>
                    <a:pt x="4143915" y="2807"/>
                  </a:lnTo>
                  <a:lnTo>
                    <a:pt x="4190937" y="11020"/>
                  </a:lnTo>
                  <a:lnTo>
                    <a:pt x="4235997" y="24326"/>
                  </a:lnTo>
                  <a:lnTo>
                    <a:pt x="4278780" y="42412"/>
                  </a:lnTo>
                  <a:lnTo>
                    <a:pt x="4318974" y="64966"/>
                  </a:lnTo>
                  <a:lnTo>
                    <a:pt x="4356265" y="91673"/>
                  </a:lnTo>
                  <a:lnTo>
                    <a:pt x="4390342" y="122221"/>
                  </a:lnTo>
                  <a:lnTo>
                    <a:pt x="4420890" y="156298"/>
                  </a:lnTo>
                  <a:lnTo>
                    <a:pt x="4447597" y="193589"/>
                  </a:lnTo>
                  <a:lnTo>
                    <a:pt x="4470151" y="233783"/>
                  </a:lnTo>
                  <a:lnTo>
                    <a:pt x="4488237" y="276566"/>
                  </a:lnTo>
                  <a:lnTo>
                    <a:pt x="4501543" y="321626"/>
                  </a:lnTo>
                  <a:lnTo>
                    <a:pt x="4509756" y="368648"/>
                  </a:lnTo>
                  <a:lnTo>
                    <a:pt x="4512564" y="417322"/>
                  </a:lnTo>
                  <a:lnTo>
                    <a:pt x="4512564" y="2086610"/>
                  </a:lnTo>
                  <a:lnTo>
                    <a:pt x="4509756" y="2135283"/>
                  </a:lnTo>
                  <a:lnTo>
                    <a:pt x="4501543" y="2182305"/>
                  </a:lnTo>
                  <a:lnTo>
                    <a:pt x="4488237" y="2227365"/>
                  </a:lnTo>
                  <a:lnTo>
                    <a:pt x="4470151" y="2270148"/>
                  </a:lnTo>
                  <a:lnTo>
                    <a:pt x="4447597" y="2310342"/>
                  </a:lnTo>
                  <a:lnTo>
                    <a:pt x="4420890" y="2347633"/>
                  </a:lnTo>
                  <a:lnTo>
                    <a:pt x="4390342" y="2381710"/>
                  </a:lnTo>
                  <a:lnTo>
                    <a:pt x="4356265" y="2412258"/>
                  </a:lnTo>
                  <a:lnTo>
                    <a:pt x="4318974" y="2438965"/>
                  </a:lnTo>
                  <a:lnTo>
                    <a:pt x="4278780" y="2461519"/>
                  </a:lnTo>
                  <a:lnTo>
                    <a:pt x="4235997" y="2479605"/>
                  </a:lnTo>
                  <a:lnTo>
                    <a:pt x="4190937" y="2492911"/>
                  </a:lnTo>
                  <a:lnTo>
                    <a:pt x="4143915" y="2501124"/>
                  </a:lnTo>
                  <a:lnTo>
                    <a:pt x="4095242" y="2503932"/>
                  </a:lnTo>
                  <a:lnTo>
                    <a:pt x="417322" y="2503932"/>
                  </a:lnTo>
                  <a:lnTo>
                    <a:pt x="368653" y="2501124"/>
                  </a:lnTo>
                  <a:lnTo>
                    <a:pt x="321634" y="2492911"/>
                  </a:lnTo>
                  <a:lnTo>
                    <a:pt x="276576" y="2479605"/>
                  </a:lnTo>
                  <a:lnTo>
                    <a:pt x="233794" y="2461519"/>
                  </a:lnTo>
                  <a:lnTo>
                    <a:pt x="193601" y="2438965"/>
                  </a:lnTo>
                  <a:lnTo>
                    <a:pt x="156308" y="2412258"/>
                  </a:lnTo>
                  <a:lnTo>
                    <a:pt x="122231" y="2381710"/>
                  </a:lnTo>
                  <a:lnTo>
                    <a:pt x="91681" y="2347633"/>
                  </a:lnTo>
                  <a:lnTo>
                    <a:pt x="64972" y="2310342"/>
                  </a:lnTo>
                  <a:lnTo>
                    <a:pt x="42417" y="2270148"/>
                  </a:lnTo>
                  <a:lnTo>
                    <a:pt x="24329" y="2227365"/>
                  </a:lnTo>
                  <a:lnTo>
                    <a:pt x="11021" y="2182305"/>
                  </a:lnTo>
                  <a:lnTo>
                    <a:pt x="2807" y="2135283"/>
                  </a:lnTo>
                  <a:lnTo>
                    <a:pt x="0" y="2086610"/>
                  </a:lnTo>
                  <a:lnTo>
                    <a:pt x="0" y="41732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61817" y="2043810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9606" y="2591816"/>
            <a:ext cx="3785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  <a:tabLst>
                <a:tab pos="1630680" algn="l"/>
              </a:tabLst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	(IPv4)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2600:1f16:e3f:7000::/56</a:t>
            </a:r>
            <a:r>
              <a:rPr sz="1800" spc="-9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(IPv6)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69355" y="1175765"/>
            <a:ext cx="3122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18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v</a:t>
            </a:r>
            <a:r>
              <a:rPr sz="1800" spc="45" dirty="0">
                <a:solidFill>
                  <a:srgbClr val="464646"/>
                </a:solidFill>
                <a:latin typeface="Microsoft Sans Serif"/>
                <a:cs typeface="Microsoft Sans Serif"/>
              </a:rPr>
              <a:t>4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18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v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6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464646"/>
                </a:solidFill>
                <a:latin typeface="Microsoft Sans Serif"/>
                <a:cs typeface="Microsoft Sans Serif"/>
              </a:rPr>
              <a:t>Traffic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464646"/>
                </a:solidFill>
                <a:latin typeface="Microsoft Sans Serif"/>
                <a:cs typeface="Microsoft Sans Serif"/>
              </a:rPr>
              <a:t>ar</a:t>
            </a:r>
            <a:r>
              <a:rPr sz="1800" spc="-15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ro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ted  separately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9355" y="1998421"/>
            <a:ext cx="18002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Configure</a:t>
            </a:r>
            <a:endParaRPr sz="18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-13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135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table</a:t>
            </a:r>
            <a:endParaRPr sz="18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Security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Group</a:t>
            </a:r>
            <a:endParaRPr sz="18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Network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ACL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7412" y="3555194"/>
            <a:ext cx="3028315" cy="8515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Private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IPv4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CIDR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10.0.0.0</a:t>
            </a:r>
            <a:r>
              <a:rPr sz="1600" spc="-15" dirty="0">
                <a:solidFill>
                  <a:srgbClr val="91919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919190"/>
                </a:solidFill>
                <a:latin typeface="Consolas"/>
                <a:cs typeface="Consolas"/>
              </a:rPr>
              <a:t>-</a:t>
            </a: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 10.255.255.255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172.16.0.0</a:t>
            </a:r>
            <a:r>
              <a:rPr sz="1600" spc="-40" dirty="0">
                <a:solidFill>
                  <a:srgbClr val="91919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919190"/>
                </a:solidFill>
                <a:latin typeface="Consolas"/>
                <a:cs typeface="Consolas"/>
              </a:rPr>
              <a:t>-</a:t>
            </a:r>
            <a:r>
              <a:rPr sz="1600" spc="-40" dirty="0">
                <a:solidFill>
                  <a:srgbClr val="91919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919190"/>
                </a:solidFill>
                <a:latin typeface="Consolas"/>
                <a:cs typeface="Consolas"/>
              </a:rPr>
              <a:t>172.31.255.255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9449" y="3893616"/>
            <a:ext cx="26949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(10.0.0.0/8</a:t>
            </a:r>
            <a:r>
              <a:rPr sz="1600" spc="-30" dirty="0">
                <a:solidFill>
                  <a:srgbClr val="91919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prefix)</a:t>
            </a:r>
            <a:endParaRPr sz="1600">
              <a:latin typeface="Consolas"/>
              <a:cs typeface="Consolas"/>
            </a:endParaRPr>
          </a:p>
          <a:p>
            <a:pPr marL="235585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(172.16.0.0/12</a:t>
            </a:r>
            <a:r>
              <a:rPr sz="1600" spc="-30" dirty="0">
                <a:solidFill>
                  <a:srgbClr val="91919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919190"/>
                </a:solidFill>
                <a:latin typeface="Consolas"/>
                <a:cs typeface="Consolas"/>
              </a:rPr>
              <a:t>prefix)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7412" y="4381906"/>
            <a:ext cx="5917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192.168.0.0</a:t>
            </a:r>
            <a:r>
              <a:rPr sz="1600" spc="-5" dirty="0">
                <a:solidFill>
                  <a:srgbClr val="919190"/>
                </a:solidFill>
                <a:latin typeface="Consolas"/>
                <a:cs typeface="Consolas"/>
              </a:rPr>
              <a:t> -</a:t>
            </a:r>
            <a:r>
              <a:rPr sz="1600" spc="-15" dirty="0">
                <a:solidFill>
                  <a:srgbClr val="91919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192.168.255.255</a:t>
            </a:r>
            <a:r>
              <a:rPr sz="1600" spc="5" dirty="0">
                <a:solidFill>
                  <a:srgbClr val="91919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(192.168.0.0/16</a:t>
            </a:r>
            <a:r>
              <a:rPr sz="1600" spc="5" dirty="0">
                <a:solidFill>
                  <a:srgbClr val="91919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919190"/>
                </a:solidFill>
                <a:latin typeface="Consolas"/>
                <a:cs typeface="Consolas"/>
              </a:rPr>
              <a:t>prefix)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1502" y="934466"/>
            <a:ext cx="4538345" cy="3296285"/>
            <a:chOff x="841502" y="934466"/>
            <a:chExt cx="4538345" cy="3296285"/>
          </a:xfrm>
        </p:grpSpPr>
        <p:sp>
          <p:nvSpPr>
            <p:cNvPr id="3" name="object 3"/>
            <p:cNvSpPr/>
            <p:nvPr/>
          </p:nvSpPr>
          <p:spPr>
            <a:xfrm>
              <a:off x="854202" y="947166"/>
              <a:ext cx="4512945" cy="3270885"/>
            </a:xfrm>
            <a:custGeom>
              <a:avLst/>
              <a:gdLst/>
              <a:ahLst/>
              <a:cxnLst/>
              <a:rect l="l" t="t" r="r" b="b"/>
              <a:pathLst>
                <a:path w="4512945" h="3270885">
                  <a:moveTo>
                    <a:pt x="3967480" y="0"/>
                  </a:moveTo>
                  <a:lnTo>
                    <a:pt x="545084" y="0"/>
                  </a:lnTo>
                  <a:lnTo>
                    <a:pt x="498052" y="2001"/>
                  </a:lnTo>
                  <a:lnTo>
                    <a:pt x="452131" y="7895"/>
                  </a:lnTo>
                  <a:lnTo>
                    <a:pt x="407484" y="17519"/>
                  </a:lnTo>
                  <a:lnTo>
                    <a:pt x="364276" y="30709"/>
                  </a:lnTo>
                  <a:lnTo>
                    <a:pt x="322670" y="47300"/>
                  </a:lnTo>
                  <a:lnTo>
                    <a:pt x="282829" y="67130"/>
                  </a:lnTo>
                  <a:lnTo>
                    <a:pt x="244917" y="90034"/>
                  </a:lnTo>
                  <a:lnTo>
                    <a:pt x="209098" y="115849"/>
                  </a:lnTo>
                  <a:lnTo>
                    <a:pt x="175535" y="144410"/>
                  </a:lnTo>
                  <a:lnTo>
                    <a:pt x="144392" y="175555"/>
                  </a:lnTo>
                  <a:lnTo>
                    <a:pt x="115833" y="209120"/>
                  </a:lnTo>
                  <a:lnTo>
                    <a:pt x="90021" y="244940"/>
                  </a:lnTo>
                  <a:lnTo>
                    <a:pt x="67119" y="282852"/>
                  </a:lnTo>
                  <a:lnTo>
                    <a:pt x="47292" y="322692"/>
                  </a:lnTo>
                  <a:lnTo>
                    <a:pt x="30703" y="364296"/>
                  </a:lnTo>
                  <a:lnTo>
                    <a:pt x="17516" y="407502"/>
                  </a:lnTo>
                  <a:lnTo>
                    <a:pt x="7894" y="452144"/>
                  </a:lnTo>
                  <a:lnTo>
                    <a:pt x="2000" y="498059"/>
                  </a:lnTo>
                  <a:lnTo>
                    <a:pt x="0" y="545084"/>
                  </a:lnTo>
                  <a:lnTo>
                    <a:pt x="0" y="2725420"/>
                  </a:lnTo>
                  <a:lnTo>
                    <a:pt x="2000" y="2772451"/>
                  </a:lnTo>
                  <a:lnTo>
                    <a:pt x="7894" y="2818372"/>
                  </a:lnTo>
                  <a:lnTo>
                    <a:pt x="17516" y="2863019"/>
                  </a:lnTo>
                  <a:lnTo>
                    <a:pt x="30703" y="2906227"/>
                  </a:lnTo>
                  <a:lnTo>
                    <a:pt x="47292" y="2947833"/>
                  </a:lnTo>
                  <a:lnTo>
                    <a:pt x="67119" y="2987674"/>
                  </a:lnTo>
                  <a:lnTo>
                    <a:pt x="90021" y="3025586"/>
                  </a:lnTo>
                  <a:lnTo>
                    <a:pt x="115833" y="3061405"/>
                  </a:lnTo>
                  <a:lnTo>
                    <a:pt x="144392" y="3094968"/>
                  </a:lnTo>
                  <a:lnTo>
                    <a:pt x="175535" y="3126111"/>
                  </a:lnTo>
                  <a:lnTo>
                    <a:pt x="209098" y="3154670"/>
                  </a:lnTo>
                  <a:lnTo>
                    <a:pt x="244917" y="3180482"/>
                  </a:lnTo>
                  <a:lnTo>
                    <a:pt x="282829" y="3203384"/>
                  </a:lnTo>
                  <a:lnTo>
                    <a:pt x="322670" y="3223211"/>
                  </a:lnTo>
                  <a:lnTo>
                    <a:pt x="364276" y="3239800"/>
                  </a:lnTo>
                  <a:lnTo>
                    <a:pt x="407484" y="3252987"/>
                  </a:lnTo>
                  <a:lnTo>
                    <a:pt x="452131" y="3262609"/>
                  </a:lnTo>
                  <a:lnTo>
                    <a:pt x="498052" y="3268503"/>
                  </a:lnTo>
                  <a:lnTo>
                    <a:pt x="545084" y="3270504"/>
                  </a:lnTo>
                  <a:lnTo>
                    <a:pt x="3967480" y="3270504"/>
                  </a:lnTo>
                  <a:lnTo>
                    <a:pt x="4014504" y="3268503"/>
                  </a:lnTo>
                  <a:lnTo>
                    <a:pt x="4060419" y="3262609"/>
                  </a:lnTo>
                  <a:lnTo>
                    <a:pt x="4105061" y="3252987"/>
                  </a:lnTo>
                  <a:lnTo>
                    <a:pt x="4148267" y="3239800"/>
                  </a:lnTo>
                  <a:lnTo>
                    <a:pt x="4189871" y="3223211"/>
                  </a:lnTo>
                  <a:lnTo>
                    <a:pt x="4229711" y="3203384"/>
                  </a:lnTo>
                  <a:lnTo>
                    <a:pt x="4267623" y="3180482"/>
                  </a:lnTo>
                  <a:lnTo>
                    <a:pt x="4303443" y="3154670"/>
                  </a:lnTo>
                  <a:lnTo>
                    <a:pt x="4337008" y="3126111"/>
                  </a:lnTo>
                  <a:lnTo>
                    <a:pt x="4368153" y="3094968"/>
                  </a:lnTo>
                  <a:lnTo>
                    <a:pt x="4396714" y="3061405"/>
                  </a:lnTo>
                  <a:lnTo>
                    <a:pt x="4422529" y="3025586"/>
                  </a:lnTo>
                  <a:lnTo>
                    <a:pt x="4445433" y="2987674"/>
                  </a:lnTo>
                  <a:lnTo>
                    <a:pt x="4465263" y="2947833"/>
                  </a:lnTo>
                  <a:lnTo>
                    <a:pt x="4481854" y="2906227"/>
                  </a:lnTo>
                  <a:lnTo>
                    <a:pt x="4495044" y="2863019"/>
                  </a:lnTo>
                  <a:lnTo>
                    <a:pt x="4504668" y="2818372"/>
                  </a:lnTo>
                  <a:lnTo>
                    <a:pt x="4510562" y="2772451"/>
                  </a:lnTo>
                  <a:lnTo>
                    <a:pt x="4512564" y="2725420"/>
                  </a:lnTo>
                  <a:lnTo>
                    <a:pt x="4512564" y="545084"/>
                  </a:lnTo>
                  <a:lnTo>
                    <a:pt x="4510562" y="498059"/>
                  </a:lnTo>
                  <a:lnTo>
                    <a:pt x="4504668" y="452144"/>
                  </a:lnTo>
                  <a:lnTo>
                    <a:pt x="4495044" y="407502"/>
                  </a:lnTo>
                  <a:lnTo>
                    <a:pt x="4481854" y="364296"/>
                  </a:lnTo>
                  <a:lnTo>
                    <a:pt x="4465263" y="322692"/>
                  </a:lnTo>
                  <a:lnTo>
                    <a:pt x="4445433" y="282852"/>
                  </a:lnTo>
                  <a:lnTo>
                    <a:pt x="4422529" y="244940"/>
                  </a:lnTo>
                  <a:lnTo>
                    <a:pt x="4396714" y="209120"/>
                  </a:lnTo>
                  <a:lnTo>
                    <a:pt x="4368153" y="175555"/>
                  </a:lnTo>
                  <a:lnTo>
                    <a:pt x="4337008" y="144410"/>
                  </a:lnTo>
                  <a:lnTo>
                    <a:pt x="4303443" y="115849"/>
                  </a:lnTo>
                  <a:lnTo>
                    <a:pt x="4267623" y="90034"/>
                  </a:lnTo>
                  <a:lnTo>
                    <a:pt x="4229711" y="67130"/>
                  </a:lnTo>
                  <a:lnTo>
                    <a:pt x="4189871" y="47300"/>
                  </a:lnTo>
                  <a:lnTo>
                    <a:pt x="4148267" y="30709"/>
                  </a:lnTo>
                  <a:lnTo>
                    <a:pt x="4105061" y="17519"/>
                  </a:lnTo>
                  <a:lnTo>
                    <a:pt x="4060419" y="7895"/>
                  </a:lnTo>
                  <a:lnTo>
                    <a:pt x="4014504" y="2001"/>
                  </a:lnTo>
                  <a:lnTo>
                    <a:pt x="39674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4202" y="947166"/>
              <a:ext cx="4512945" cy="3270885"/>
            </a:xfrm>
            <a:custGeom>
              <a:avLst/>
              <a:gdLst/>
              <a:ahLst/>
              <a:cxnLst/>
              <a:rect l="l" t="t" r="r" b="b"/>
              <a:pathLst>
                <a:path w="4512945" h="3270885">
                  <a:moveTo>
                    <a:pt x="0" y="545084"/>
                  </a:moveTo>
                  <a:lnTo>
                    <a:pt x="2000" y="498059"/>
                  </a:lnTo>
                  <a:lnTo>
                    <a:pt x="7894" y="452144"/>
                  </a:lnTo>
                  <a:lnTo>
                    <a:pt x="17516" y="407502"/>
                  </a:lnTo>
                  <a:lnTo>
                    <a:pt x="30703" y="364296"/>
                  </a:lnTo>
                  <a:lnTo>
                    <a:pt x="47292" y="322692"/>
                  </a:lnTo>
                  <a:lnTo>
                    <a:pt x="67119" y="282852"/>
                  </a:lnTo>
                  <a:lnTo>
                    <a:pt x="90021" y="244940"/>
                  </a:lnTo>
                  <a:lnTo>
                    <a:pt x="115833" y="209120"/>
                  </a:lnTo>
                  <a:lnTo>
                    <a:pt x="144392" y="175555"/>
                  </a:lnTo>
                  <a:lnTo>
                    <a:pt x="175535" y="144410"/>
                  </a:lnTo>
                  <a:lnTo>
                    <a:pt x="209098" y="115849"/>
                  </a:lnTo>
                  <a:lnTo>
                    <a:pt x="244917" y="90034"/>
                  </a:lnTo>
                  <a:lnTo>
                    <a:pt x="282829" y="67130"/>
                  </a:lnTo>
                  <a:lnTo>
                    <a:pt x="322670" y="47300"/>
                  </a:lnTo>
                  <a:lnTo>
                    <a:pt x="364276" y="30709"/>
                  </a:lnTo>
                  <a:lnTo>
                    <a:pt x="407484" y="17519"/>
                  </a:lnTo>
                  <a:lnTo>
                    <a:pt x="452131" y="7895"/>
                  </a:lnTo>
                  <a:lnTo>
                    <a:pt x="498052" y="2001"/>
                  </a:lnTo>
                  <a:lnTo>
                    <a:pt x="545084" y="0"/>
                  </a:lnTo>
                  <a:lnTo>
                    <a:pt x="3967480" y="0"/>
                  </a:lnTo>
                  <a:lnTo>
                    <a:pt x="4014504" y="2001"/>
                  </a:lnTo>
                  <a:lnTo>
                    <a:pt x="4060419" y="7895"/>
                  </a:lnTo>
                  <a:lnTo>
                    <a:pt x="4105061" y="17519"/>
                  </a:lnTo>
                  <a:lnTo>
                    <a:pt x="4148267" y="30709"/>
                  </a:lnTo>
                  <a:lnTo>
                    <a:pt x="4189871" y="47300"/>
                  </a:lnTo>
                  <a:lnTo>
                    <a:pt x="4229711" y="67130"/>
                  </a:lnTo>
                  <a:lnTo>
                    <a:pt x="4267623" y="90034"/>
                  </a:lnTo>
                  <a:lnTo>
                    <a:pt x="4303443" y="115849"/>
                  </a:lnTo>
                  <a:lnTo>
                    <a:pt x="4337008" y="144410"/>
                  </a:lnTo>
                  <a:lnTo>
                    <a:pt x="4368153" y="175555"/>
                  </a:lnTo>
                  <a:lnTo>
                    <a:pt x="4396714" y="209120"/>
                  </a:lnTo>
                  <a:lnTo>
                    <a:pt x="4422529" y="244940"/>
                  </a:lnTo>
                  <a:lnTo>
                    <a:pt x="4445433" y="282852"/>
                  </a:lnTo>
                  <a:lnTo>
                    <a:pt x="4465263" y="322692"/>
                  </a:lnTo>
                  <a:lnTo>
                    <a:pt x="4481854" y="364296"/>
                  </a:lnTo>
                  <a:lnTo>
                    <a:pt x="4495044" y="407502"/>
                  </a:lnTo>
                  <a:lnTo>
                    <a:pt x="4504668" y="452144"/>
                  </a:lnTo>
                  <a:lnTo>
                    <a:pt x="4510562" y="498059"/>
                  </a:lnTo>
                  <a:lnTo>
                    <a:pt x="4512564" y="545084"/>
                  </a:lnTo>
                  <a:lnTo>
                    <a:pt x="4512564" y="2725420"/>
                  </a:lnTo>
                  <a:lnTo>
                    <a:pt x="4510562" y="2772451"/>
                  </a:lnTo>
                  <a:lnTo>
                    <a:pt x="4504668" y="2818372"/>
                  </a:lnTo>
                  <a:lnTo>
                    <a:pt x="4495044" y="2863019"/>
                  </a:lnTo>
                  <a:lnTo>
                    <a:pt x="4481854" y="2906227"/>
                  </a:lnTo>
                  <a:lnTo>
                    <a:pt x="4465263" y="2947833"/>
                  </a:lnTo>
                  <a:lnTo>
                    <a:pt x="4445433" y="2987674"/>
                  </a:lnTo>
                  <a:lnTo>
                    <a:pt x="4422529" y="3025586"/>
                  </a:lnTo>
                  <a:lnTo>
                    <a:pt x="4396714" y="3061405"/>
                  </a:lnTo>
                  <a:lnTo>
                    <a:pt x="4368153" y="3094968"/>
                  </a:lnTo>
                  <a:lnTo>
                    <a:pt x="4337008" y="3126111"/>
                  </a:lnTo>
                  <a:lnTo>
                    <a:pt x="4303443" y="3154670"/>
                  </a:lnTo>
                  <a:lnTo>
                    <a:pt x="4267623" y="3180482"/>
                  </a:lnTo>
                  <a:lnTo>
                    <a:pt x="4229711" y="3203384"/>
                  </a:lnTo>
                  <a:lnTo>
                    <a:pt x="4189871" y="3223211"/>
                  </a:lnTo>
                  <a:lnTo>
                    <a:pt x="4148267" y="3239800"/>
                  </a:lnTo>
                  <a:lnTo>
                    <a:pt x="4105061" y="3252987"/>
                  </a:lnTo>
                  <a:lnTo>
                    <a:pt x="4060419" y="3262609"/>
                  </a:lnTo>
                  <a:lnTo>
                    <a:pt x="4014504" y="3268503"/>
                  </a:lnTo>
                  <a:lnTo>
                    <a:pt x="3967480" y="3270504"/>
                  </a:lnTo>
                  <a:lnTo>
                    <a:pt x="545084" y="3270504"/>
                  </a:lnTo>
                  <a:lnTo>
                    <a:pt x="498052" y="3268503"/>
                  </a:lnTo>
                  <a:lnTo>
                    <a:pt x="452131" y="3262609"/>
                  </a:lnTo>
                  <a:lnTo>
                    <a:pt x="407484" y="3252987"/>
                  </a:lnTo>
                  <a:lnTo>
                    <a:pt x="364276" y="3239800"/>
                  </a:lnTo>
                  <a:lnTo>
                    <a:pt x="322670" y="3223211"/>
                  </a:lnTo>
                  <a:lnTo>
                    <a:pt x="282829" y="3203384"/>
                  </a:lnTo>
                  <a:lnTo>
                    <a:pt x="244917" y="3180482"/>
                  </a:lnTo>
                  <a:lnTo>
                    <a:pt x="209098" y="3154670"/>
                  </a:lnTo>
                  <a:lnTo>
                    <a:pt x="175535" y="3126111"/>
                  </a:lnTo>
                  <a:lnTo>
                    <a:pt x="144392" y="3094968"/>
                  </a:lnTo>
                  <a:lnTo>
                    <a:pt x="115833" y="3061405"/>
                  </a:lnTo>
                  <a:lnTo>
                    <a:pt x="90021" y="3025586"/>
                  </a:lnTo>
                  <a:lnTo>
                    <a:pt x="67119" y="2987674"/>
                  </a:lnTo>
                  <a:lnTo>
                    <a:pt x="47292" y="2947833"/>
                  </a:lnTo>
                  <a:lnTo>
                    <a:pt x="30703" y="2906227"/>
                  </a:lnTo>
                  <a:lnTo>
                    <a:pt x="17516" y="2863019"/>
                  </a:lnTo>
                  <a:lnTo>
                    <a:pt x="7894" y="2818372"/>
                  </a:lnTo>
                  <a:lnTo>
                    <a:pt x="2000" y="2772451"/>
                  </a:lnTo>
                  <a:lnTo>
                    <a:pt x="0" y="2725420"/>
                  </a:lnTo>
                  <a:lnTo>
                    <a:pt x="0" y="54508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5202" y="1183386"/>
              <a:ext cx="3634740" cy="2707005"/>
            </a:xfrm>
            <a:custGeom>
              <a:avLst/>
              <a:gdLst/>
              <a:ahLst/>
              <a:cxnLst/>
              <a:rect l="l" t="t" r="r" b="b"/>
              <a:pathLst>
                <a:path w="3634740" h="2707004">
                  <a:moveTo>
                    <a:pt x="3183636" y="0"/>
                  </a:moveTo>
                  <a:lnTo>
                    <a:pt x="451103" y="0"/>
                  </a:lnTo>
                  <a:lnTo>
                    <a:pt x="401944" y="2646"/>
                  </a:lnTo>
                  <a:lnTo>
                    <a:pt x="354320" y="10402"/>
                  </a:lnTo>
                  <a:lnTo>
                    <a:pt x="308506" y="22994"/>
                  </a:lnTo>
                  <a:lnTo>
                    <a:pt x="264776" y="40145"/>
                  </a:lnTo>
                  <a:lnTo>
                    <a:pt x="223407" y="61580"/>
                  </a:lnTo>
                  <a:lnTo>
                    <a:pt x="184672" y="87026"/>
                  </a:lnTo>
                  <a:lnTo>
                    <a:pt x="148847" y="116206"/>
                  </a:lnTo>
                  <a:lnTo>
                    <a:pt x="116206" y="148847"/>
                  </a:lnTo>
                  <a:lnTo>
                    <a:pt x="87026" y="184672"/>
                  </a:lnTo>
                  <a:lnTo>
                    <a:pt x="61580" y="223407"/>
                  </a:lnTo>
                  <a:lnTo>
                    <a:pt x="40145" y="264776"/>
                  </a:lnTo>
                  <a:lnTo>
                    <a:pt x="22994" y="308506"/>
                  </a:lnTo>
                  <a:lnTo>
                    <a:pt x="10402" y="354320"/>
                  </a:lnTo>
                  <a:lnTo>
                    <a:pt x="2646" y="401944"/>
                  </a:lnTo>
                  <a:lnTo>
                    <a:pt x="0" y="451103"/>
                  </a:lnTo>
                  <a:lnTo>
                    <a:pt x="0" y="2255520"/>
                  </a:lnTo>
                  <a:lnTo>
                    <a:pt x="2646" y="2304679"/>
                  </a:lnTo>
                  <a:lnTo>
                    <a:pt x="10402" y="2352303"/>
                  </a:lnTo>
                  <a:lnTo>
                    <a:pt x="22994" y="2398117"/>
                  </a:lnTo>
                  <a:lnTo>
                    <a:pt x="40145" y="2441847"/>
                  </a:lnTo>
                  <a:lnTo>
                    <a:pt x="61580" y="2483216"/>
                  </a:lnTo>
                  <a:lnTo>
                    <a:pt x="87026" y="2521951"/>
                  </a:lnTo>
                  <a:lnTo>
                    <a:pt x="116206" y="2557776"/>
                  </a:lnTo>
                  <a:lnTo>
                    <a:pt x="148847" y="2590417"/>
                  </a:lnTo>
                  <a:lnTo>
                    <a:pt x="184672" y="2619597"/>
                  </a:lnTo>
                  <a:lnTo>
                    <a:pt x="223407" y="2645043"/>
                  </a:lnTo>
                  <a:lnTo>
                    <a:pt x="264776" y="2666478"/>
                  </a:lnTo>
                  <a:lnTo>
                    <a:pt x="308506" y="2683629"/>
                  </a:lnTo>
                  <a:lnTo>
                    <a:pt x="354320" y="2696221"/>
                  </a:lnTo>
                  <a:lnTo>
                    <a:pt x="401944" y="2703977"/>
                  </a:lnTo>
                  <a:lnTo>
                    <a:pt x="451103" y="2706624"/>
                  </a:lnTo>
                  <a:lnTo>
                    <a:pt x="3183636" y="2706624"/>
                  </a:lnTo>
                  <a:lnTo>
                    <a:pt x="3232795" y="2703977"/>
                  </a:lnTo>
                  <a:lnTo>
                    <a:pt x="3280419" y="2696221"/>
                  </a:lnTo>
                  <a:lnTo>
                    <a:pt x="3326233" y="2683629"/>
                  </a:lnTo>
                  <a:lnTo>
                    <a:pt x="3369963" y="2666478"/>
                  </a:lnTo>
                  <a:lnTo>
                    <a:pt x="3411332" y="2645043"/>
                  </a:lnTo>
                  <a:lnTo>
                    <a:pt x="3450067" y="2619597"/>
                  </a:lnTo>
                  <a:lnTo>
                    <a:pt x="3485892" y="2590417"/>
                  </a:lnTo>
                  <a:lnTo>
                    <a:pt x="3518533" y="2557776"/>
                  </a:lnTo>
                  <a:lnTo>
                    <a:pt x="3547713" y="2521951"/>
                  </a:lnTo>
                  <a:lnTo>
                    <a:pt x="3573159" y="2483216"/>
                  </a:lnTo>
                  <a:lnTo>
                    <a:pt x="3594594" y="2441847"/>
                  </a:lnTo>
                  <a:lnTo>
                    <a:pt x="3611745" y="2398117"/>
                  </a:lnTo>
                  <a:lnTo>
                    <a:pt x="3624337" y="2352303"/>
                  </a:lnTo>
                  <a:lnTo>
                    <a:pt x="3632093" y="2304679"/>
                  </a:lnTo>
                  <a:lnTo>
                    <a:pt x="3634740" y="2255520"/>
                  </a:lnTo>
                  <a:lnTo>
                    <a:pt x="3634740" y="451103"/>
                  </a:lnTo>
                  <a:lnTo>
                    <a:pt x="3632093" y="401944"/>
                  </a:lnTo>
                  <a:lnTo>
                    <a:pt x="3624337" y="354320"/>
                  </a:lnTo>
                  <a:lnTo>
                    <a:pt x="3611745" y="308506"/>
                  </a:lnTo>
                  <a:lnTo>
                    <a:pt x="3594594" y="264776"/>
                  </a:lnTo>
                  <a:lnTo>
                    <a:pt x="3573159" y="223407"/>
                  </a:lnTo>
                  <a:lnTo>
                    <a:pt x="3547713" y="184672"/>
                  </a:lnTo>
                  <a:lnTo>
                    <a:pt x="3518533" y="148847"/>
                  </a:lnTo>
                  <a:lnTo>
                    <a:pt x="3485892" y="116206"/>
                  </a:lnTo>
                  <a:lnTo>
                    <a:pt x="3450067" y="87026"/>
                  </a:lnTo>
                  <a:lnTo>
                    <a:pt x="3411332" y="61580"/>
                  </a:lnTo>
                  <a:lnTo>
                    <a:pt x="3369963" y="40145"/>
                  </a:lnTo>
                  <a:lnTo>
                    <a:pt x="3326233" y="22994"/>
                  </a:lnTo>
                  <a:lnTo>
                    <a:pt x="3280419" y="10402"/>
                  </a:lnTo>
                  <a:lnTo>
                    <a:pt x="3232795" y="2646"/>
                  </a:lnTo>
                  <a:lnTo>
                    <a:pt x="31836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35202" y="1183386"/>
              <a:ext cx="3634740" cy="2707005"/>
            </a:xfrm>
            <a:custGeom>
              <a:avLst/>
              <a:gdLst/>
              <a:ahLst/>
              <a:cxnLst/>
              <a:rect l="l" t="t" r="r" b="b"/>
              <a:pathLst>
                <a:path w="3634740" h="2707004">
                  <a:moveTo>
                    <a:pt x="0" y="451103"/>
                  </a:moveTo>
                  <a:lnTo>
                    <a:pt x="2646" y="401944"/>
                  </a:lnTo>
                  <a:lnTo>
                    <a:pt x="10402" y="354320"/>
                  </a:lnTo>
                  <a:lnTo>
                    <a:pt x="22994" y="308506"/>
                  </a:lnTo>
                  <a:lnTo>
                    <a:pt x="40145" y="264776"/>
                  </a:lnTo>
                  <a:lnTo>
                    <a:pt x="61580" y="223407"/>
                  </a:lnTo>
                  <a:lnTo>
                    <a:pt x="87026" y="184672"/>
                  </a:lnTo>
                  <a:lnTo>
                    <a:pt x="116206" y="148847"/>
                  </a:lnTo>
                  <a:lnTo>
                    <a:pt x="148847" y="116206"/>
                  </a:lnTo>
                  <a:lnTo>
                    <a:pt x="184672" y="87026"/>
                  </a:lnTo>
                  <a:lnTo>
                    <a:pt x="223407" y="61580"/>
                  </a:lnTo>
                  <a:lnTo>
                    <a:pt x="264776" y="40145"/>
                  </a:lnTo>
                  <a:lnTo>
                    <a:pt x="308506" y="22994"/>
                  </a:lnTo>
                  <a:lnTo>
                    <a:pt x="354320" y="10402"/>
                  </a:lnTo>
                  <a:lnTo>
                    <a:pt x="401944" y="2646"/>
                  </a:lnTo>
                  <a:lnTo>
                    <a:pt x="451103" y="0"/>
                  </a:lnTo>
                  <a:lnTo>
                    <a:pt x="3183636" y="0"/>
                  </a:lnTo>
                  <a:lnTo>
                    <a:pt x="3232795" y="2646"/>
                  </a:lnTo>
                  <a:lnTo>
                    <a:pt x="3280419" y="10402"/>
                  </a:lnTo>
                  <a:lnTo>
                    <a:pt x="3326233" y="22994"/>
                  </a:lnTo>
                  <a:lnTo>
                    <a:pt x="3369963" y="40145"/>
                  </a:lnTo>
                  <a:lnTo>
                    <a:pt x="3411332" y="61580"/>
                  </a:lnTo>
                  <a:lnTo>
                    <a:pt x="3450067" y="87026"/>
                  </a:lnTo>
                  <a:lnTo>
                    <a:pt x="3485892" y="116206"/>
                  </a:lnTo>
                  <a:lnTo>
                    <a:pt x="3518533" y="148847"/>
                  </a:lnTo>
                  <a:lnTo>
                    <a:pt x="3547713" y="184672"/>
                  </a:lnTo>
                  <a:lnTo>
                    <a:pt x="3573159" y="223407"/>
                  </a:lnTo>
                  <a:lnTo>
                    <a:pt x="3594594" y="264776"/>
                  </a:lnTo>
                  <a:lnTo>
                    <a:pt x="3611745" y="308506"/>
                  </a:lnTo>
                  <a:lnTo>
                    <a:pt x="3624337" y="354320"/>
                  </a:lnTo>
                  <a:lnTo>
                    <a:pt x="3632093" y="401944"/>
                  </a:lnTo>
                  <a:lnTo>
                    <a:pt x="3634740" y="451103"/>
                  </a:lnTo>
                  <a:lnTo>
                    <a:pt x="3634740" y="2255520"/>
                  </a:lnTo>
                  <a:lnTo>
                    <a:pt x="3632093" y="2304679"/>
                  </a:lnTo>
                  <a:lnTo>
                    <a:pt x="3624337" y="2352303"/>
                  </a:lnTo>
                  <a:lnTo>
                    <a:pt x="3611745" y="2398117"/>
                  </a:lnTo>
                  <a:lnTo>
                    <a:pt x="3594594" y="2441847"/>
                  </a:lnTo>
                  <a:lnTo>
                    <a:pt x="3573159" y="2483216"/>
                  </a:lnTo>
                  <a:lnTo>
                    <a:pt x="3547713" y="2521951"/>
                  </a:lnTo>
                  <a:lnTo>
                    <a:pt x="3518533" y="2557776"/>
                  </a:lnTo>
                  <a:lnTo>
                    <a:pt x="3485892" y="2590417"/>
                  </a:lnTo>
                  <a:lnTo>
                    <a:pt x="3450067" y="2619597"/>
                  </a:lnTo>
                  <a:lnTo>
                    <a:pt x="3411332" y="2645043"/>
                  </a:lnTo>
                  <a:lnTo>
                    <a:pt x="3369963" y="2666478"/>
                  </a:lnTo>
                  <a:lnTo>
                    <a:pt x="3326233" y="2683629"/>
                  </a:lnTo>
                  <a:lnTo>
                    <a:pt x="3280419" y="2696221"/>
                  </a:lnTo>
                  <a:lnTo>
                    <a:pt x="3232795" y="2703977"/>
                  </a:lnTo>
                  <a:lnTo>
                    <a:pt x="3183636" y="2706624"/>
                  </a:lnTo>
                  <a:lnTo>
                    <a:pt x="451103" y="2706624"/>
                  </a:lnTo>
                  <a:lnTo>
                    <a:pt x="401944" y="2703977"/>
                  </a:lnTo>
                  <a:lnTo>
                    <a:pt x="354320" y="2696221"/>
                  </a:lnTo>
                  <a:lnTo>
                    <a:pt x="308506" y="2683629"/>
                  </a:lnTo>
                  <a:lnTo>
                    <a:pt x="264776" y="2666478"/>
                  </a:lnTo>
                  <a:lnTo>
                    <a:pt x="223407" y="2645043"/>
                  </a:lnTo>
                  <a:lnTo>
                    <a:pt x="184672" y="2619597"/>
                  </a:lnTo>
                  <a:lnTo>
                    <a:pt x="148847" y="2590417"/>
                  </a:lnTo>
                  <a:lnTo>
                    <a:pt x="116206" y="2557776"/>
                  </a:lnTo>
                  <a:lnTo>
                    <a:pt x="87026" y="2521951"/>
                  </a:lnTo>
                  <a:lnTo>
                    <a:pt x="61580" y="2483216"/>
                  </a:lnTo>
                  <a:lnTo>
                    <a:pt x="40145" y="2441847"/>
                  </a:lnTo>
                  <a:lnTo>
                    <a:pt x="22994" y="2398117"/>
                  </a:lnTo>
                  <a:lnTo>
                    <a:pt x="10402" y="2352303"/>
                  </a:lnTo>
                  <a:lnTo>
                    <a:pt x="2646" y="2304679"/>
                  </a:lnTo>
                  <a:lnTo>
                    <a:pt x="0" y="2255520"/>
                  </a:lnTo>
                  <a:lnTo>
                    <a:pt x="0" y="451103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9245" y="3138042"/>
            <a:ext cx="1403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369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Subnet 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1.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/2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4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646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Private</a:t>
            </a:r>
            <a:r>
              <a:rPr sz="2800" spc="-55" dirty="0"/>
              <a:t> </a:t>
            </a:r>
            <a:r>
              <a:rPr sz="2800" spc="-5" dirty="0"/>
              <a:t>IP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1593341" y="4299000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8709" y="4299000"/>
            <a:ext cx="777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(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I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Pv4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02351" y="1898650"/>
            <a:ext cx="26835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114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v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17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to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m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aticall</a:t>
            </a:r>
            <a:r>
              <a:rPr sz="1800" spc="170" dirty="0">
                <a:solidFill>
                  <a:srgbClr val="464646"/>
                </a:solidFill>
                <a:latin typeface="Microsoft Sans Serif"/>
                <a:cs typeface="Microsoft Sans Serif"/>
              </a:rPr>
              <a:t>y 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assigned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from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subnet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CIDR </a:t>
            </a:r>
            <a:r>
              <a:rPr sz="1800" spc="-46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block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05610" y="1681226"/>
            <a:ext cx="1289050" cy="914400"/>
            <a:chOff x="1705610" y="1681226"/>
            <a:chExt cx="1289050" cy="914400"/>
          </a:xfrm>
        </p:grpSpPr>
        <p:sp>
          <p:nvSpPr>
            <p:cNvPr id="13" name="object 13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1115314" y="0"/>
                  </a:moveTo>
                  <a:lnTo>
                    <a:pt x="148081" y="0"/>
                  </a:lnTo>
                  <a:lnTo>
                    <a:pt x="101274" y="7548"/>
                  </a:lnTo>
                  <a:lnTo>
                    <a:pt x="60624" y="28569"/>
                  </a:lnTo>
                  <a:lnTo>
                    <a:pt x="28569" y="60624"/>
                  </a:lnTo>
                  <a:lnTo>
                    <a:pt x="7548" y="101274"/>
                  </a:lnTo>
                  <a:lnTo>
                    <a:pt x="0" y="148082"/>
                  </a:lnTo>
                  <a:lnTo>
                    <a:pt x="0" y="740410"/>
                  </a:lnTo>
                  <a:lnTo>
                    <a:pt x="7548" y="787217"/>
                  </a:lnTo>
                  <a:lnTo>
                    <a:pt x="28569" y="827867"/>
                  </a:lnTo>
                  <a:lnTo>
                    <a:pt x="60624" y="859922"/>
                  </a:lnTo>
                  <a:lnTo>
                    <a:pt x="101274" y="880943"/>
                  </a:lnTo>
                  <a:lnTo>
                    <a:pt x="148081" y="888492"/>
                  </a:lnTo>
                  <a:lnTo>
                    <a:pt x="1115314" y="888492"/>
                  </a:lnTo>
                  <a:lnTo>
                    <a:pt x="1162121" y="880943"/>
                  </a:lnTo>
                  <a:lnTo>
                    <a:pt x="1202771" y="859922"/>
                  </a:lnTo>
                  <a:lnTo>
                    <a:pt x="1234826" y="827867"/>
                  </a:lnTo>
                  <a:lnTo>
                    <a:pt x="1255847" y="787217"/>
                  </a:lnTo>
                  <a:lnTo>
                    <a:pt x="1263395" y="740410"/>
                  </a:lnTo>
                  <a:lnTo>
                    <a:pt x="1263395" y="148082"/>
                  </a:lnTo>
                  <a:lnTo>
                    <a:pt x="1255847" y="101274"/>
                  </a:lnTo>
                  <a:lnTo>
                    <a:pt x="1234826" y="60624"/>
                  </a:lnTo>
                  <a:lnTo>
                    <a:pt x="1202771" y="28569"/>
                  </a:lnTo>
                  <a:lnTo>
                    <a:pt x="1162121" y="7548"/>
                  </a:lnTo>
                  <a:lnTo>
                    <a:pt x="11153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0" y="148082"/>
                  </a:moveTo>
                  <a:lnTo>
                    <a:pt x="7548" y="101274"/>
                  </a:lnTo>
                  <a:lnTo>
                    <a:pt x="28569" y="60624"/>
                  </a:lnTo>
                  <a:lnTo>
                    <a:pt x="60624" y="28569"/>
                  </a:lnTo>
                  <a:lnTo>
                    <a:pt x="101274" y="7548"/>
                  </a:lnTo>
                  <a:lnTo>
                    <a:pt x="148081" y="0"/>
                  </a:lnTo>
                  <a:lnTo>
                    <a:pt x="1115314" y="0"/>
                  </a:lnTo>
                  <a:lnTo>
                    <a:pt x="1162121" y="7548"/>
                  </a:lnTo>
                  <a:lnTo>
                    <a:pt x="1202771" y="28569"/>
                  </a:lnTo>
                  <a:lnTo>
                    <a:pt x="1234826" y="60624"/>
                  </a:lnTo>
                  <a:lnTo>
                    <a:pt x="1255847" y="101274"/>
                  </a:lnTo>
                  <a:lnTo>
                    <a:pt x="1263395" y="148082"/>
                  </a:lnTo>
                  <a:lnTo>
                    <a:pt x="1263395" y="740410"/>
                  </a:lnTo>
                  <a:lnTo>
                    <a:pt x="1255847" y="787217"/>
                  </a:lnTo>
                  <a:lnTo>
                    <a:pt x="1234826" y="827867"/>
                  </a:lnTo>
                  <a:lnTo>
                    <a:pt x="1202771" y="859922"/>
                  </a:lnTo>
                  <a:lnTo>
                    <a:pt x="1162121" y="880943"/>
                  </a:lnTo>
                  <a:lnTo>
                    <a:pt x="1115314" y="888492"/>
                  </a:lnTo>
                  <a:lnTo>
                    <a:pt x="148081" y="888492"/>
                  </a:lnTo>
                  <a:lnTo>
                    <a:pt x="101274" y="880943"/>
                  </a:lnTo>
                  <a:lnTo>
                    <a:pt x="60624" y="859922"/>
                  </a:lnTo>
                  <a:lnTo>
                    <a:pt x="28569" y="827867"/>
                  </a:lnTo>
                  <a:lnTo>
                    <a:pt x="7548" y="787217"/>
                  </a:lnTo>
                  <a:lnTo>
                    <a:pt x="0" y="740410"/>
                  </a:lnTo>
                  <a:lnTo>
                    <a:pt x="0" y="14808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01139" y="1982470"/>
            <a:ext cx="69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rver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33700" y="2092490"/>
            <a:ext cx="1186180" cy="401320"/>
            <a:chOff x="2933700" y="2092490"/>
            <a:chExt cx="1186180" cy="40132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700" y="2110676"/>
              <a:ext cx="1184148" cy="32010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4472" y="2092490"/>
              <a:ext cx="1104887" cy="40077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0944" y="2138172"/>
              <a:ext cx="1094232" cy="23012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980944" y="2138172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5878" y="0"/>
                  </a:lnTo>
                  <a:lnTo>
                    <a:pt x="1070818" y="3010"/>
                  </a:lnTo>
                  <a:lnTo>
                    <a:pt x="1083008" y="11223"/>
                  </a:lnTo>
                  <a:lnTo>
                    <a:pt x="1091221" y="23413"/>
                  </a:lnTo>
                  <a:lnTo>
                    <a:pt x="1094232" y="38353"/>
                  </a:lnTo>
                  <a:lnTo>
                    <a:pt x="1094232" y="191769"/>
                  </a:lnTo>
                  <a:lnTo>
                    <a:pt x="1091221" y="206710"/>
                  </a:lnTo>
                  <a:lnTo>
                    <a:pt x="1083008" y="218900"/>
                  </a:lnTo>
                  <a:lnTo>
                    <a:pt x="1070818" y="227113"/>
                  </a:lnTo>
                  <a:lnTo>
                    <a:pt x="1055878" y="230123"/>
                  </a:lnTo>
                  <a:lnTo>
                    <a:pt x="38354" y="230123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3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37154" y="2140076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</a:t>
            </a:r>
            <a:r>
              <a:rPr sz="1200" spc="1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20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7850" y="3412363"/>
            <a:ext cx="2406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Subnet: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10.0.1.0/24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5185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Elastic</a:t>
            </a:r>
            <a:r>
              <a:rPr sz="2800" spc="10" dirty="0"/>
              <a:t> </a:t>
            </a:r>
            <a:r>
              <a:rPr sz="2800" spc="-5" dirty="0"/>
              <a:t>Network</a:t>
            </a:r>
            <a:r>
              <a:rPr sz="2800" spc="15" dirty="0"/>
              <a:t> </a:t>
            </a:r>
            <a:r>
              <a:rPr sz="2800" spc="-5" dirty="0"/>
              <a:t>Interface</a:t>
            </a:r>
            <a:r>
              <a:rPr sz="2800" spc="15" dirty="0"/>
              <a:t> </a:t>
            </a:r>
            <a:r>
              <a:rPr sz="2800" spc="-5" dirty="0"/>
              <a:t>(ENI)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593341" y="4299000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8709" y="4299000"/>
            <a:ext cx="777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(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I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Pv4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2279" y="1168730"/>
            <a:ext cx="3113405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17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dress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i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sig</a:t>
            </a:r>
            <a:r>
              <a:rPr sz="1800" spc="4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185" dirty="0">
                <a:solidFill>
                  <a:srgbClr val="464646"/>
                </a:solidFill>
                <a:latin typeface="Microsoft Sans Serif"/>
                <a:cs typeface="Microsoft Sans Serif"/>
              </a:rPr>
              <a:t>ed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primary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network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interface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eth0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2279" y="1992248"/>
            <a:ext cx="225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Private</a:t>
            </a:r>
            <a:r>
              <a:rPr sz="18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DNS</a:t>
            </a:r>
            <a:r>
              <a:rPr sz="18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Hostname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2279" y="2541270"/>
            <a:ext cx="31108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Primary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network interface 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and 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priva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36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17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addres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ay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with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the 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instance </a:t>
            </a:r>
            <a:r>
              <a:rPr sz="1800" spc="100" dirty="0">
                <a:solidFill>
                  <a:srgbClr val="464646"/>
                </a:solidFill>
                <a:latin typeface="Microsoft Sans Serif"/>
                <a:cs typeface="Microsoft Sans Serif"/>
              </a:rPr>
              <a:t>until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instance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is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terminated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05610" y="1681226"/>
            <a:ext cx="1289050" cy="914400"/>
            <a:chOff x="1705610" y="1681226"/>
            <a:chExt cx="1289050" cy="914400"/>
          </a:xfrm>
        </p:grpSpPr>
        <p:sp>
          <p:nvSpPr>
            <p:cNvPr id="10" name="object 10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1115314" y="0"/>
                  </a:moveTo>
                  <a:lnTo>
                    <a:pt x="148081" y="0"/>
                  </a:lnTo>
                  <a:lnTo>
                    <a:pt x="101274" y="7548"/>
                  </a:lnTo>
                  <a:lnTo>
                    <a:pt x="60624" y="28569"/>
                  </a:lnTo>
                  <a:lnTo>
                    <a:pt x="28569" y="60624"/>
                  </a:lnTo>
                  <a:lnTo>
                    <a:pt x="7548" y="101274"/>
                  </a:lnTo>
                  <a:lnTo>
                    <a:pt x="0" y="148082"/>
                  </a:lnTo>
                  <a:lnTo>
                    <a:pt x="0" y="740410"/>
                  </a:lnTo>
                  <a:lnTo>
                    <a:pt x="7548" y="787217"/>
                  </a:lnTo>
                  <a:lnTo>
                    <a:pt x="28569" y="827867"/>
                  </a:lnTo>
                  <a:lnTo>
                    <a:pt x="60624" y="859922"/>
                  </a:lnTo>
                  <a:lnTo>
                    <a:pt x="101274" y="880943"/>
                  </a:lnTo>
                  <a:lnTo>
                    <a:pt x="148081" y="888492"/>
                  </a:lnTo>
                  <a:lnTo>
                    <a:pt x="1115314" y="888492"/>
                  </a:lnTo>
                  <a:lnTo>
                    <a:pt x="1162121" y="880943"/>
                  </a:lnTo>
                  <a:lnTo>
                    <a:pt x="1202771" y="859922"/>
                  </a:lnTo>
                  <a:lnTo>
                    <a:pt x="1234826" y="827867"/>
                  </a:lnTo>
                  <a:lnTo>
                    <a:pt x="1255847" y="787217"/>
                  </a:lnTo>
                  <a:lnTo>
                    <a:pt x="1263395" y="740410"/>
                  </a:lnTo>
                  <a:lnTo>
                    <a:pt x="1263395" y="148082"/>
                  </a:lnTo>
                  <a:lnTo>
                    <a:pt x="1255847" y="101274"/>
                  </a:lnTo>
                  <a:lnTo>
                    <a:pt x="1234826" y="60624"/>
                  </a:lnTo>
                  <a:lnTo>
                    <a:pt x="1202771" y="28569"/>
                  </a:lnTo>
                  <a:lnTo>
                    <a:pt x="1162121" y="7548"/>
                  </a:lnTo>
                  <a:lnTo>
                    <a:pt x="11153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0" y="148082"/>
                  </a:moveTo>
                  <a:lnTo>
                    <a:pt x="7548" y="101274"/>
                  </a:lnTo>
                  <a:lnTo>
                    <a:pt x="28569" y="60624"/>
                  </a:lnTo>
                  <a:lnTo>
                    <a:pt x="60624" y="28569"/>
                  </a:lnTo>
                  <a:lnTo>
                    <a:pt x="101274" y="7548"/>
                  </a:lnTo>
                  <a:lnTo>
                    <a:pt x="148081" y="0"/>
                  </a:lnTo>
                  <a:lnTo>
                    <a:pt x="1115314" y="0"/>
                  </a:lnTo>
                  <a:lnTo>
                    <a:pt x="1162121" y="7548"/>
                  </a:lnTo>
                  <a:lnTo>
                    <a:pt x="1202771" y="28569"/>
                  </a:lnTo>
                  <a:lnTo>
                    <a:pt x="1234826" y="60624"/>
                  </a:lnTo>
                  <a:lnTo>
                    <a:pt x="1255847" y="101274"/>
                  </a:lnTo>
                  <a:lnTo>
                    <a:pt x="1263395" y="148082"/>
                  </a:lnTo>
                  <a:lnTo>
                    <a:pt x="1263395" y="740410"/>
                  </a:lnTo>
                  <a:lnTo>
                    <a:pt x="1255847" y="787217"/>
                  </a:lnTo>
                  <a:lnTo>
                    <a:pt x="1234826" y="827867"/>
                  </a:lnTo>
                  <a:lnTo>
                    <a:pt x="1202771" y="859922"/>
                  </a:lnTo>
                  <a:lnTo>
                    <a:pt x="1162121" y="880943"/>
                  </a:lnTo>
                  <a:lnTo>
                    <a:pt x="1115314" y="888492"/>
                  </a:lnTo>
                  <a:lnTo>
                    <a:pt x="148081" y="888492"/>
                  </a:lnTo>
                  <a:lnTo>
                    <a:pt x="101274" y="880943"/>
                  </a:lnTo>
                  <a:lnTo>
                    <a:pt x="60624" y="859922"/>
                  </a:lnTo>
                  <a:lnTo>
                    <a:pt x="28569" y="827867"/>
                  </a:lnTo>
                  <a:lnTo>
                    <a:pt x="7548" y="787217"/>
                  </a:lnTo>
                  <a:lnTo>
                    <a:pt x="0" y="740410"/>
                  </a:lnTo>
                  <a:lnTo>
                    <a:pt x="0" y="14808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01139" y="1982470"/>
            <a:ext cx="69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rver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03355" y="1823725"/>
            <a:ext cx="1703070" cy="439420"/>
            <a:chOff x="3003355" y="1823725"/>
            <a:chExt cx="1703070" cy="439420"/>
          </a:xfrm>
        </p:grpSpPr>
        <p:sp>
          <p:nvSpPr>
            <p:cNvPr id="14" name="object 14"/>
            <p:cNvSpPr/>
            <p:nvPr/>
          </p:nvSpPr>
          <p:spPr>
            <a:xfrm>
              <a:off x="3006463" y="1825617"/>
              <a:ext cx="542925" cy="230504"/>
            </a:xfrm>
            <a:custGeom>
              <a:avLst/>
              <a:gdLst/>
              <a:ahLst/>
              <a:cxnLst/>
              <a:rect l="l" t="t" r="r" b="b"/>
              <a:pathLst>
                <a:path w="542925" h="230505">
                  <a:moveTo>
                    <a:pt x="515320" y="0"/>
                  </a:moveTo>
                  <a:lnTo>
                    <a:pt x="27122" y="0"/>
                  </a:lnTo>
                  <a:lnTo>
                    <a:pt x="16591" y="1298"/>
                  </a:lnTo>
                  <a:lnTo>
                    <a:pt x="7967" y="4834"/>
                  </a:lnTo>
                  <a:lnTo>
                    <a:pt x="2140" y="10067"/>
                  </a:lnTo>
                  <a:lnTo>
                    <a:pt x="0" y="16458"/>
                  </a:lnTo>
                  <a:lnTo>
                    <a:pt x="0" y="213957"/>
                  </a:lnTo>
                  <a:lnTo>
                    <a:pt x="2140" y="220347"/>
                  </a:lnTo>
                  <a:lnTo>
                    <a:pt x="7967" y="225580"/>
                  </a:lnTo>
                  <a:lnTo>
                    <a:pt x="16591" y="229116"/>
                  </a:lnTo>
                  <a:lnTo>
                    <a:pt x="27122" y="230415"/>
                  </a:lnTo>
                  <a:lnTo>
                    <a:pt x="515320" y="230415"/>
                  </a:lnTo>
                  <a:lnTo>
                    <a:pt x="525851" y="229116"/>
                  </a:lnTo>
                  <a:lnTo>
                    <a:pt x="534475" y="225580"/>
                  </a:lnTo>
                  <a:lnTo>
                    <a:pt x="540302" y="220347"/>
                  </a:lnTo>
                  <a:lnTo>
                    <a:pt x="542442" y="213957"/>
                  </a:lnTo>
                  <a:lnTo>
                    <a:pt x="542442" y="205728"/>
                  </a:lnTo>
                  <a:lnTo>
                    <a:pt x="40683" y="205728"/>
                  </a:lnTo>
                  <a:lnTo>
                    <a:pt x="40683" y="139895"/>
                  </a:lnTo>
                  <a:lnTo>
                    <a:pt x="542442" y="139895"/>
                  </a:lnTo>
                  <a:lnTo>
                    <a:pt x="542442" y="90520"/>
                  </a:lnTo>
                  <a:lnTo>
                    <a:pt x="40683" y="90520"/>
                  </a:lnTo>
                  <a:lnTo>
                    <a:pt x="40683" y="24687"/>
                  </a:lnTo>
                  <a:lnTo>
                    <a:pt x="542442" y="24687"/>
                  </a:lnTo>
                  <a:lnTo>
                    <a:pt x="542442" y="16458"/>
                  </a:lnTo>
                  <a:lnTo>
                    <a:pt x="540302" y="10067"/>
                  </a:lnTo>
                  <a:lnTo>
                    <a:pt x="534475" y="4834"/>
                  </a:lnTo>
                  <a:lnTo>
                    <a:pt x="525851" y="1298"/>
                  </a:lnTo>
                  <a:lnTo>
                    <a:pt x="515320" y="0"/>
                  </a:lnTo>
                  <a:close/>
                </a:path>
                <a:path w="542925" h="230505">
                  <a:moveTo>
                    <a:pt x="542442" y="139895"/>
                  </a:moveTo>
                  <a:lnTo>
                    <a:pt x="501759" y="139895"/>
                  </a:lnTo>
                  <a:lnTo>
                    <a:pt x="501759" y="205728"/>
                  </a:lnTo>
                  <a:lnTo>
                    <a:pt x="542442" y="205728"/>
                  </a:lnTo>
                  <a:lnTo>
                    <a:pt x="542442" y="139895"/>
                  </a:lnTo>
                  <a:close/>
                </a:path>
                <a:path w="542925" h="230505">
                  <a:moveTo>
                    <a:pt x="542442" y="24687"/>
                  </a:moveTo>
                  <a:lnTo>
                    <a:pt x="501759" y="24687"/>
                  </a:lnTo>
                  <a:lnTo>
                    <a:pt x="501759" y="90520"/>
                  </a:lnTo>
                  <a:lnTo>
                    <a:pt x="542442" y="90520"/>
                  </a:lnTo>
                  <a:lnTo>
                    <a:pt x="542442" y="24687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03355" y="1823725"/>
              <a:ext cx="549275" cy="234950"/>
            </a:xfrm>
            <a:custGeom>
              <a:avLst/>
              <a:gdLst/>
              <a:ahLst/>
              <a:cxnLst/>
              <a:rect l="l" t="t" r="r" b="b"/>
              <a:pathLst>
                <a:path w="549275" h="234950">
                  <a:moveTo>
                    <a:pt x="519049" y="0"/>
                  </a:moveTo>
                  <a:lnTo>
                    <a:pt x="30179" y="0"/>
                  </a:lnTo>
                  <a:lnTo>
                    <a:pt x="18556" y="1412"/>
                  </a:lnTo>
                  <a:lnTo>
                    <a:pt x="9006" y="5468"/>
                  </a:lnTo>
                  <a:lnTo>
                    <a:pt x="2322" y="11260"/>
                  </a:lnTo>
                  <a:lnTo>
                    <a:pt x="0" y="18313"/>
                  </a:lnTo>
                  <a:lnTo>
                    <a:pt x="0" y="216220"/>
                  </a:lnTo>
                  <a:lnTo>
                    <a:pt x="2322" y="223269"/>
                  </a:lnTo>
                  <a:lnTo>
                    <a:pt x="9006" y="229064"/>
                  </a:lnTo>
                  <a:lnTo>
                    <a:pt x="18556" y="233120"/>
                  </a:lnTo>
                  <a:lnTo>
                    <a:pt x="30179" y="234529"/>
                  </a:lnTo>
                  <a:lnTo>
                    <a:pt x="519049" y="234529"/>
                  </a:lnTo>
                  <a:lnTo>
                    <a:pt x="530689" y="233120"/>
                  </a:lnTo>
                  <a:lnTo>
                    <a:pt x="536961" y="230456"/>
                  </a:lnTo>
                  <a:lnTo>
                    <a:pt x="31179" y="230456"/>
                  </a:lnTo>
                  <a:lnTo>
                    <a:pt x="30512" y="230415"/>
                  </a:lnTo>
                  <a:lnTo>
                    <a:pt x="30840" y="230415"/>
                  </a:lnTo>
                  <a:lnTo>
                    <a:pt x="23325" y="229503"/>
                  </a:lnTo>
                  <a:lnTo>
                    <a:pt x="21861" y="229503"/>
                  </a:lnTo>
                  <a:lnTo>
                    <a:pt x="20584" y="229170"/>
                  </a:lnTo>
                  <a:lnTo>
                    <a:pt x="21078" y="229170"/>
                  </a:lnTo>
                  <a:lnTo>
                    <a:pt x="14572" y="226407"/>
                  </a:lnTo>
                  <a:lnTo>
                    <a:pt x="14222" y="226407"/>
                  </a:lnTo>
                  <a:lnTo>
                    <a:pt x="13385" y="225903"/>
                  </a:lnTo>
                  <a:lnTo>
                    <a:pt x="13640" y="225903"/>
                  </a:lnTo>
                  <a:lnTo>
                    <a:pt x="9187" y="222042"/>
                  </a:lnTo>
                  <a:lnTo>
                    <a:pt x="8831" y="222042"/>
                  </a:lnTo>
                  <a:lnTo>
                    <a:pt x="8289" y="221263"/>
                  </a:lnTo>
                  <a:lnTo>
                    <a:pt x="8575" y="221263"/>
                  </a:lnTo>
                  <a:lnTo>
                    <a:pt x="6844" y="216014"/>
                  </a:lnTo>
                  <a:lnTo>
                    <a:pt x="6712" y="18920"/>
                  </a:lnTo>
                  <a:lnTo>
                    <a:pt x="6780" y="18515"/>
                  </a:lnTo>
                  <a:lnTo>
                    <a:pt x="8576" y="13266"/>
                  </a:lnTo>
                  <a:lnTo>
                    <a:pt x="8289" y="13266"/>
                  </a:lnTo>
                  <a:lnTo>
                    <a:pt x="8831" y="12491"/>
                  </a:lnTo>
                  <a:lnTo>
                    <a:pt x="9183" y="12491"/>
                  </a:lnTo>
                  <a:lnTo>
                    <a:pt x="13636" y="8630"/>
                  </a:lnTo>
                  <a:lnTo>
                    <a:pt x="13385" y="8630"/>
                  </a:lnTo>
                  <a:lnTo>
                    <a:pt x="14222" y="8122"/>
                  </a:lnTo>
                  <a:lnTo>
                    <a:pt x="14580" y="8122"/>
                  </a:lnTo>
                  <a:lnTo>
                    <a:pt x="21078" y="5362"/>
                  </a:lnTo>
                  <a:lnTo>
                    <a:pt x="20584" y="5362"/>
                  </a:lnTo>
                  <a:lnTo>
                    <a:pt x="21861" y="5030"/>
                  </a:lnTo>
                  <a:lnTo>
                    <a:pt x="23325" y="5030"/>
                  </a:lnTo>
                  <a:lnTo>
                    <a:pt x="30868" y="4114"/>
                  </a:lnTo>
                  <a:lnTo>
                    <a:pt x="30512" y="4114"/>
                  </a:lnTo>
                  <a:lnTo>
                    <a:pt x="31179" y="4076"/>
                  </a:lnTo>
                  <a:lnTo>
                    <a:pt x="536961" y="4076"/>
                  </a:lnTo>
                  <a:lnTo>
                    <a:pt x="530689" y="1412"/>
                  </a:lnTo>
                  <a:lnTo>
                    <a:pt x="519049" y="0"/>
                  </a:lnTo>
                  <a:close/>
                </a:path>
                <a:path w="549275" h="234950">
                  <a:moveTo>
                    <a:pt x="30840" y="230415"/>
                  </a:moveTo>
                  <a:lnTo>
                    <a:pt x="30512" y="230415"/>
                  </a:lnTo>
                  <a:lnTo>
                    <a:pt x="31179" y="230456"/>
                  </a:lnTo>
                  <a:lnTo>
                    <a:pt x="30840" y="230415"/>
                  </a:lnTo>
                  <a:close/>
                </a:path>
                <a:path w="549275" h="234950">
                  <a:moveTo>
                    <a:pt x="518372" y="230415"/>
                  </a:moveTo>
                  <a:lnTo>
                    <a:pt x="30840" y="230415"/>
                  </a:lnTo>
                  <a:lnTo>
                    <a:pt x="31179" y="230456"/>
                  </a:lnTo>
                  <a:lnTo>
                    <a:pt x="518032" y="230456"/>
                  </a:lnTo>
                  <a:lnTo>
                    <a:pt x="518372" y="230415"/>
                  </a:lnTo>
                  <a:close/>
                </a:path>
                <a:path w="549275" h="234950">
                  <a:moveTo>
                    <a:pt x="527933" y="229258"/>
                  </a:moveTo>
                  <a:lnTo>
                    <a:pt x="518032" y="230456"/>
                  </a:lnTo>
                  <a:lnTo>
                    <a:pt x="518710" y="230415"/>
                  </a:lnTo>
                  <a:lnTo>
                    <a:pt x="537058" y="230415"/>
                  </a:lnTo>
                  <a:lnTo>
                    <a:pt x="539205" y="229503"/>
                  </a:lnTo>
                  <a:lnTo>
                    <a:pt x="527355" y="229503"/>
                  </a:lnTo>
                  <a:lnTo>
                    <a:pt x="527933" y="229258"/>
                  </a:lnTo>
                  <a:close/>
                </a:path>
                <a:path w="549275" h="234950">
                  <a:moveTo>
                    <a:pt x="537058" y="230415"/>
                  </a:moveTo>
                  <a:lnTo>
                    <a:pt x="518710" y="230415"/>
                  </a:lnTo>
                  <a:lnTo>
                    <a:pt x="518032" y="230456"/>
                  </a:lnTo>
                  <a:lnTo>
                    <a:pt x="536961" y="230456"/>
                  </a:lnTo>
                  <a:close/>
                </a:path>
                <a:path w="549275" h="234950">
                  <a:moveTo>
                    <a:pt x="20584" y="229170"/>
                  </a:moveTo>
                  <a:lnTo>
                    <a:pt x="21861" y="229503"/>
                  </a:lnTo>
                  <a:lnTo>
                    <a:pt x="21276" y="229254"/>
                  </a:lnTo>
                  <a:lnTo>
                    <a:pt x="20584" y="229170"/>
                  </a:lnTo>
                  <a:close/>
                </a:path>
                <a:path w="549275" h="234950">
                  <a:moveTo>
                    <a:pt x="21276" y="229254"/>
                  </a:moveTo>
                  <a:lnTo>
                    <a:pt x="21861" y="229503"/>
                  </a:lnTo>
                  <a:lnTo>
                    <a:pt x="23325" y="229503"/>
                  </a:lnTo>
                  <a:lnTo>
                    <a:pt x="21276" y="229254"/>
                  </a:lnTo>
                  <a:close/>
                </a:path>
                <a:path w="549275" h="234950">
                  <a:moveTo>
                    <a:pt x="528655" y="229170"/>
                  </a:moveTo>
                  <a:lnTo>
                    <a:pt x="527933" y="229258"/>
                  </a:lnTo>
                  <a:lnTo>
                    <a:pt x="527355" y="229503"/>
                  </a:lnTo>
                  <a:lnTo>
                    <a:pt x="528655" y="229170"/>
                  </a:lnTo>
                  <a:close/>
                </a:path>
                <a:path w="549275" h="234950">
                  <a:moveTo>
                    <a:pt x="539988" y="229170"/>
                  </a:moveTo>
                  <a:lnTo>
                    <a:pt x="528655" y="229170"/>
                  </a:lnTo>
                  <a:lnTo>
                    <a:pt x="527355" y="229503"/>
                  </a:lnTo>
                  <a:lnTo>
                    <a:pt x="539205" y="229503"/>
                  </a:lnTo>
                  <a:lnTo>
                    <a:pt x="539988" y="229170"/>
                  </a:lnTo>
                  <a:close/>
                </a:path>
                <a:path w="549275" h="234950">
                  <a:moveTo>
                    <a:pt x="535309" y="226124"/>
                  </a:moveTo>
                  <a:lnTo>
                    <a:pt x="527933" y="229258"/>
                  </a:lnTo>
                  <a:lnTo>
                    <a:pt x="528655" y="229170"/>
                  </a:lnTo>
                  <a:lnTo>
                    <a:pt x="539988" y="229170"/>
                  </a:lnTo>
                  <a:lnTo>
                    <a:pt x="540238" y="229064"/>
                  </a:lnTo>
                  <a:lnTo>
                    <a:pt x="543296" y="226407"/>
                  </a:lnTo>
                  <a:lnTo>
                    <a:pt x="534984" y="226407"/>
                  </a:lnTo>
                  <a:lnTo>
                    <a:pt x="535309" y="226124"/>
                  </a:lnTo>
                  <a:close/>
                </a:path>
                <a:path w="549275" h="234950">
                  <a:moveTo>
                    <a:pt x="21078" y="229170"/>
                  </a:moveTo>
                  <a:lnTo>
                    <a:pt x="20584" y="229170"/>
                  </a:lnTo>
                  <a:lnTo>
                    <a:pt x="21276" y="229254"/>
                  </a:lnTo>
                  <a:lnTo>
                    <a:pt x="21078" y="229170"/>
                  </a:lnTo>
                  <a:close/>
                </a:path>
                <a:path w="549275" h="234950">
                  <a:moveTo>
                    <a:pt x="13385" y="225903"/>
                  </a:moveTo>
                  <a:lnTo>
                    <a:pt x="14222" y="226407"/>
                  </a:lnTo>
                  <a:lnTo>
                    <a:pt x="13885" y="226115"/>
                  </a:lnTo>
                  <a:lnTo>
                    <a:pt x="13385" y="225903"/>
                  </a:lnTo>
                  <a:close/>
                </a:path>
                <a:path w="549275" h="234950">
                  <a:moveTo>
                    <a:pt x="13885" y="226115"/>
                  </a:moveTo>
                  <a:lnTo>
                    <a:pt x="14222" y="226407"/>
                  </a:lnTo>
                  <a:lnTo>
                    <a:pt x="14572" y="226407"/>
                  </a:lnTo>
                  <a:lnTo>
                    <a:pt x="13885" y="226115"/>
                  </a:lnTo>
                  <a:close/>
                </a:path>
                <a:path w="549275" h="234950">
                  <a:moveTo>
                    <a:pt x="535831" y="225903"/>
                  </a:moveTo>
                  <a:lnTo>
                    <a:pt x="535309" y="226124"/>
                  </a:lnTo>
                  <a:lnTo>
                    <a:pt x="534984" y="226407"/>
                  </a:lnTo>
                  <a:lnTo>
                    <a:pt x="535831" y="225903"/>
                  </a:lnTo>
                  <a:close/>
                </a:path>
                <a:path w="549275" h="234950">
                  <a:moveTo>
                    <a:pt x="543876" y="225903"/>
                  </a:moveTo>
                  <a:lnTo>
                    <a:pt x="535831" y="225903"/>
                  </a:lnTo>
                  <a:lnTo>
                    <a:pt x="534984" y="226407"/>
                  </a:lnTo>
                  <a:lnTo>
                    <a:pt x="543296" y="226407"/>
                  </a:lnTo>
                  <a:lnTo>
                    <a:pt x="543876" y="225903"/>
                  </a:lnTo>
                  <a:close/>
                </a:path>
                <a:path w="549275" h="234950">
                  <a:moveTo>
                    <a:pt x="540561" y="221572"/>
                  </a:moveTo>
                  <a:lnTo>
                    <a:pt x="535309" y="226124"/>
                  </a:lnTo>
                  <a:lnTo>
                    <a:pt x="535831" y="225903"/>
                  </a:lnTo>
                  <a:lnTo>
                    <a:pt x="543876" y="225903"/>
                  </a:lnTo>
                  <a:lnTo>
                    <a:pt x="546906" y="223269"/>
                  </a:lnTo>
                  <a:lnTo>
                    <a:pt x="547309" y="222042"/>
                  </a:lnTo>
                  <a:lnTo>
                    <a:pt x="540408" y="222042"/>
                  </a:lnTo>
                  <a:lnTo>
                    <a:pt x="540561" y="221572"/>
                  </a:lnTo>
                  <a:close/>
                </a:path>
                <a:path w="549275" h="234950">
                  <a:moveTo>
                    <a:pt x="13640" y="225903"/>
                  </a:moveTo>
                  <a:lnTo>
                    <a:pt x="13385" y="225903"/>
                  </a:lnTo>
                  <a:lnTo>
                    <a:pt x="13885" y="226115"/>
                  </a:lnTo>
                  <a:lnTo>
                    <a:pt x="13640" y="225903"/>
                  </a:lnTo>
                  <a:close/>
                </a:path>
                <a:path w="549275" h="234950">
                  <a:moveTo>
                    <a:pt x="8289" y="221263"/>
                  </a:moveTo>
                  <a:lnTo>
                    <a:pt x="8831" y="222042"/>
                  </a:lnTo>
                  <a:lnTo>
                    <a:pt x="8689" y="221610"/>
                  </a:lnTo>
                  <a:lnTo>
                    <a:pt x="8289" y="221263"/>
                  </a:lnTo>
                  <a:close/>
                </a:path>
                <a:path w="549275" h="234950">
                  <a:moveTo>
                    <a:pt x="8689" y="221610"/>
                  </a:moveTo>
                  <a:lnTo>
                    <a:pt x="8831" y="222042"/>
                  </a:lnTo>
                  <a:lnTo>
                    <a:pt x="9187" y="222042"/>
                  </a:lnTo>
                  <a:lnTo>
                    <a:pt x="8689" y="221610"/>
                  </a:lnTo>
                  <a:close/>
                </a:path>
                <a:path w="549275" h="234950">
                  <a:moveTo>
                    <a:pt x="540916" y="221263"/>
                  </a:moveTo>
                  <a:lnTo>
                    <a:pt x="540561" y="221572"/>
                  </a:lnTo>
                  <a:lnTo>
                    <a:pt x="540408" y="222042"/>
                  </a:lnTo>
                  <a:lnTo>
                    <a:pt x="540916" y="221263"/>
                  </a:lnTo>
                  <a:close/>
                </a:path>
                <a:path w="549275" h="234950">
                  <a:moveTo>
                    <a:pt x="547565" y="221263"/>
                  </a:moveTo>
                  <a:lnTo>
                    <a:pt x="540916" y="221263"/>
                  </a:lnTo>
                  <a:lnTo>
                    <a:pt x="540408" y="222042"/>
                  </a:lnTo>
                  <a:lnTo>
                    <a:pt x="547309" y="222042"/>
                  </a:lnTo>
                  <a:lnTo>
                    <a:pt x="547565" y="221263"/>
                  </a:lnTo>
                  <a:close/>
                </a:path>
                <a:path w="549275" h="234950">
                  <a:moveTo>
                    <a:pt x="8575" y="221263"/>
                  </a:moveTo>
                  <a:lnTo>
                    <a:pt x="8289" y="221263"/>
                  </a:lnTo>
                  <a:lnTo>
                    <a:pt x="8689" y="221610"/>
                  </a:lnTo>
                  <a:lnTo>
                    <a:pt x="8575" y="221263"/>
                  </a:lnTo>
                  <a:close/>
                </a:path>
                <a:path w="549275" h="234950">
                  <a:moveTo>
                    <a:pt x="549223" y="215613"/>
                  </a:moveTo>
                  <a:lnTo>
                    <a:pt x="542499" y="215613"/>
                  </a:lnTo>
                  <a:lnTo>
                    <a:pt x="542442" y="216014"/>
                  </a:lnTo>
                  <a:lnTo>
                    <a:pt x="540561" y="221572"/>
                  </a:lnTo>
                  <a:lnTo>
                    <a:pt x="540916" y="221263"/>
                  </a:lnTo>
                  <a:lnTo>
                    <a:pt x="547565" y="221263"/>
                  </a:lnTo>
                  <a:lnTo>
                    <a:pt x="549223" y="216220"/>
                  </a:lnTo>
                  <a:lnTo>
                    <a:pt x="549223" y="215613"/>
                  </a:lnTo>
                  <a:close/>
                </a:path>
                <a:path w="549275" h="234950">
                  <a:moveTo>
                    <a:pt x="6780" y="215819"/>
                  </a:moveTo>
                  <a:lnTo>
                    <a:pt x="6780" y="216014"/>
                  </a:lnTo>
                  <a:lnTo>
                    <a:pt x="6780" y="215819"/>
                  </a:lnTo>
                  <a:close/>
                </a:path>
                <a:path w="549275" h="234950">
                  <a:moveTo>
                    <a:pt x="542442" y="215787"/>
                  </a:moveTo>
                  <a:lnTo>
                    <a:pt x="542368" y="216014"/>
                  </a:lnTo>
                  <a:lnTo>
                    <a:pt x="542442" y="215787"/>
                  </a:lnTo>
                  <a:close/>
                </a:path>
                <a:path w="549275" h="234950">
                  <a:moveTo>
                    <a:pt x="6780" y="215613"/>
                  </a:moveTo>
                  <a:lnTo>
                    <a:pt x="6780" y="215819"/>
                  </a:lnTo>
                  <a:lnTo>
                    <a:pt x="6780" y="215613"/>
                  </a:lnTo>
                  <a:close/>
                </a:path>
                <a:path w="549275" h="234950">
                  <a:moveTo>
                    <a:pt x="549223" y="18515"/>
                  </a:moveTo>
                  <a:lnTo>
                    <a:pt x="542442" y="18515"/>
                  </a:lnTo>
                  <a:lnTo>
                    <a:pt x="542499" y="18920"/>
                  </a:lnTo>
                  <a:lnTo>
                    <a:pt x="542442" y="215787"/>
                  </a:lnTo>
                  <a:lnTo>
                    <a:pt x="542499" y="215613"/>
                  </a:lnTo>
                  <a:lnTo>
                    <a:pt x="549223" y="215613"/>
                  </a:lnTo>
                  <a:lnTo>
                    <a:pt x="549223" y="18515"/>
                  </a:lnTo>
                  <a:close/>
                </a:path>
                <a:path w="549275" h="234950">
                  <a:moveTo>
                    <a:pt x="508539" y="139895"/>
                  </a:moveTo>
                  <a:lnTo>
                    <a:pt x="40683" y="139895"/>
                  </a:lnTo>
                  <a:lnTo>
                    <a:pt x="40683" y="209842"/>
                  </a:lnTo>
                  <a:lnTo>
                    <a:pt x="508539" y="209842"/>
                  </a:lnTo>
                  <a:lnTo>
                    <a:pt x="508539" y="207785"/>
                  </a:lnTo>
                  <a:lnTo>
                    <a:pt x="47463" y="207785"/>
                  </a:lnTo>
                  <a:lnTo>
                    <a:pt x="44073" y="205728"/>
                  </a:lnTo>
                  <a:lnTo>
                    <a:pt x="47463" y="205728"/>
                  </a:lnTo>
                  <a:lnTo>
                    <a:pt x="47463" y="144009"/>
                  </a:lnTo>
                  <a:lnTo>
                    <a:pt x="44073" y="144009"/>
                  </a:lnTo>
                  <a:lnTo>
                    <a:pt x="47463" y="141952"/>
                  </a:lnTo>
                  <a:lnTo>
                    <a:pt x="508539" y="141952"/>
                  </a:lnTo>
                  <a:lnTo>
                    <a:pt x="508539" y="139895"/>
                  </a:lnTo>
                  <a:close/>
                </a:path>
                <a:path w="549275" h="234950">
                  <a:moveTo>
                    <a:pt x="47463" y="205728"/>
                  </a:moveTo>
                  <a:lnTo>
                    <a:pt x="44073" y="205728"/>
                  </a:lnTo>
                  <a:lnTo>
                    <a:pt x="47463" y="207785"/>
                  </a:lnTo>
                  <a:lnTo>
                    <a:pt x="47463" y="205728"/>
                  </a:lnTo>
                  <a:close/>
                </a:path>
                <a:path w="549275" h="234950">
                  <a:moveTo>
                    <a:pt x="501759" y="205728"/>
                  </a:moveTo>
                  <a:lnTo>
                    <a:pt x="47463" y="205728"/>
                  </a:lnTo>
                  <a:lnTo>
                    <a:pt x="47463" y="207785"/>
                  </a:lnTo>
                  <a:lnTo>
                    <a:pt x="501759" y="207785"/>
                  </a:lnTo>
                  <a:lnTo>
                    <a:pt x="501759" y="205728"/>
                  </a:lnTo>
                  <a:close/>
                </a:path>
                <a:path w="549275" h="234950">
                  <a:moveTo>
                    <a:pt x="501759" y="141952"/>
                  </a:moveTo>
                  <a:lnTo>
                    <a:pt x="501759" y="207785"/>
                  </a:lnTo>
                  <a:lnTo>
                    <a:pt x="505149" y="205728"/>
                  </a:lnTo>
                  <a:lnTo>
                    <a:pt x="508539" y="205728"/>
                  </a:lnTo>
                  <a:lnTo>
                    <a:pt x="508539" y="144009"/>
                  </a:lnTo>
                  <a:lnTo>
                    <a:pt x="505149" y="144009"/>
                  </a:lnTo>
                  <a:lnTo>
                    <a:pt x="501759" y="141952"/>
                  </a:lnTo>
                  <a:close/>
                </a:path>
                <a:path w="549275" h="234950">
                  <a:moveTo>
                    <a:pt x="508539" y="205728"/>
                  </a:moveTo>
                  <a:lnTo>
                    <a:pt x="505149" y="205728"/>
                  </a:lnTo>
                  <a:lnTo>
                    <a:pt x="501759" y="207785"/>
                  </a:lnTo>
                  <a:lnTo>
                    <a:pt x="508539" y="207785"/>
                  </a:lnTo>
                  <a:lnTo>
                    <a:pt x="508539" y="205728"/>
                  </a:lnTo>
                  <a:close/>
                </a:path>
                <a:path w="549275" h="234950">
                  <a:moveTo>
                    <a:pt x="47463" y="141952"/>
                  </a:moveTo>
                  <a:lnTo>
                    <a:pt x="44073" y="144009"/>
                  </a:lnTo>
                  <a:lnTo>
                    <a:pt x="47463" y="144009"/>
                  </a:lnTo>
                  <a:lnTo>
                    <a:pt x="47463" y="141952"/>
                  </a:lnTo>
                  <a:close/>
                </a:path>
                <a:path w="549275" h="234950">
                  <a:moveTo>
                    <a:pt x="501759" y="141952"/>
                  </a:moveTo>
                  <a:lnTo>
                    <a:pt x="47463" y="141952"/>
                  </a:lnTo>
                  <a:lnTo>
                    <a:pt x="47463" y="144009"/>
                  </a:lnTo>
                  <a:lnTo>
                    <a:pt x="501759" y="144009"/>
                  </a:lnTo>
                  <a:lnTo>
                    <a:pt x="501759" y="141952"/>
                  </a:lnTo>
                  <a:close/>
                </a:path>
                <a:path w="549275" h="234950">
                  <a:moveTo>
                    <a:pt x="508539" y="141952"/>
                  </a:moveTo>
                  <a:lnTo>
                    <a:pt x="501759" y="141952"/>
                  </a:lnTo>
                  <a:lnTo>
                    <a:pt x="505149" y="144009"/>
                  </a:lnTo>
                  <a:lnTo>
                    <a:pt x="508539" y="144009"/>
                  </a:lnTo>
                  <a:lnTo>
                    <a:pt x="508539" y="141952"/>
                  </a:lnTo>
                  <a:close/>
                </a:path>
                <a:path w="549275" h="234950">
                  <a:moveTo>
                    <a:pt x="508539" y="24687"/>
                  </a:moveTo>
                  <a:lnTo>
                    <a:pt x="40683" y="24687"/>
                  </a:lnTo>
                  <a:lnTo>
                    <a:pt x="40683" y="94634"/>
                  </a:lnTo>
                  <a:lnTo>
                    <a:pt x="508539" y="94634"/>
                  </a:lnTo>
                  <a:lnTo>
                    <a:pt x="508539" y="92577"/>
                  </a:lnTo>
                  <a:lnTo>
                    <a:pt x="47463" y="92577"/>
                  </a:lnTo>
                  <a:lnTo>
                    <a:pt x="44073" y="90520"/>
                  </a:lnTo>
                  <a:lnTo>
                    <a:pt x="47463" y="90520"/>
                  </a:lnTo>
                  <a:lnTo>
                    <a:pt x="47463" y="28801"/>
                  </a:lnTo>
                  <a:lnTo>
                    <a:pt x="44073" y="28801"/>
                  </a:lnTo>
                  <a:lnTo>
                    <a:pt x="47463" y="26744"/>
                  </a:lnTo>
                  <a:lnTo>
                    <a:pt x="508539" y="26744"/>
                  </a:lnTo>
                  <a:lnTo>
                    <a:pt x="508539" y="24687"/>
                  </a:lnTo>
                  <a:close/>
                </a:path>
                <a:path w="549275" h="234950">
                  <a:moveTo>
                    <a:pt x="47463" y="90520"/>
                  </a:moveTo>
                  <a:lnTo>
                    <a:pt x="44073" y="90520"/>
                  </a:lnTo>
                  <a:lnTo>
                    <a:pt x="47463" y="92577"/>
                  </a:lnTo>
                  <a:lnTo>
                    <a:pt x="47463" y="90520"/>
                  </a:lnTo>
                  <a:close/>
                </a:path>
                <a:path w="549275" h="234950">
                  <a:moveTo>
                    <a:pt x="501759" y="90520"/>
                  </a:moveTo>
                  <a:lnTo>
                    <a:pt x="47463" y="90520"/>
                  </a:lnTo>
                  <a:lnTo>
                    <a:pt x="47463" y="92577"/>
                  </a:lnTo>
                  <a:lnTo>
                    <a:pt x="501759" y="92577"/>
                  </a:lnTo>
                  <a:lnTo>
                    <a:pt x="501759" y="90520"/>
                  </a:lnTo>
                  <a:close/>
                </a:path>
                <a:path w="549275" h="234950">
                  <a:moveTo>
                    <a:pt x="501759" y="26744"/>
                  </a:moveTo>
                  <a:lnTo>
                    <a:pt x="501759" y="92577"/>
                  </a:lnTo>
                  <a:lnTo>
                    <a:pt x="505149" y="90520"/>
                  </a:lnTo>
                  <a:lnTo>
                    <a:pt x="508539" y="90520"/>
                  </a:lnTo>
                  <a:lnTo>
                    <a:pt x="508539" y="28801"/>
                  </a:lnTo>
                  <a:lnTo>
                    <a:pt x="505149" y="28801"/>
                  </a:lnTo>
                  <a:lnTo>
                    <a:pt x="501759" y="26744"/>
                  </a:lnTo>
                  <a:close/>
                </a:path>
                <a:path w="549275" h="234950">
                  <a:moveTo>
                    <a:pt x="508539" y="90520"/>
                  </a:moveTo>
                  <a:lnTo>
                    <a:pt x="505149" y="90520"/>
                  </a:lnTo>
                  <a:lnTo>
                    <a:pt x="501759" y="92577"/>
                  </a:lnTo>
                  <a:lnTo>
                    <a:pt x="508539" y="92577"/>
                  </a:lnTo>
                  <a:lnTo>
                    <a:pt x="508539" y="90520"/>
                  </a:lnTo>
                  <a:close/>
                </a:path>
                <a:path w="549275" h="234950">
                  <a:moveTo>
                    <a:pt x="47463" y="26744"/>
                  </a:moveTo>
                  <a:lnTo>
                    <a:pt x="44073" y="28801"/>
                  </a:lnTo>
                  <a:lnTo>
                    <a:pt x="47463" y="28801"/>
                  </a:lnTo>
                  <a:lnTo>
                    <a:pt x="47463" y="26744"/>
                  </a:lnTo>
                  <a:close/>
                </a:path>
                <a:path w="549275" h="234950">
                  <a:moveTo>
                    <a:pt x="501759" y="26744"/>
                  </a:moveTo>
                  <a:lnTo>
                    <a:pt x="47463" y="26744"/>
                  </a:lnTo>
                  <a:lnTo>
                    <a:pt x="47463" y="28801"/>
                  </a:lnTo>
                  <a:lnTo>
                    <a:pt x="501759" y="28801"/>
                  </a:lnTo>
                  <a:lnTo>
                    <a:pt x="501759" y="26744"/>
                  </a:lnTo>
                  <a:close/>
                </a:path>
                <a:path w="549275" h="234950">
                  <a:moveTo>
                    <a:pt x="508539" y="26744"/>
                  </a:moveTo>
                  <a:lnTo>
                    <a:pt x="501759" y="26744"/>
                  </a:lnTo>
                  <a:lnTo>
                    <a:pt x="505149" y="28801"/>
                  </a:lnTo>
                  <a:lnTo>
                    <a:pt x="508539" y="28801"/>
                  </a:lnTo>
                  <a:lnTo>
                    <a:pt x="508539" y="26744"/>
                  </a:lnTo>
                  <a:close/>
                </a:path>
                <a:path w="549275" h="234950">
                  <a:moveTo>
                    <a:pt x="6780" y="18714"/>
                  </a:moveTo>
                  <a:lnTo>
                    <a:pt x="6712" y="18920"/>
                  </a:lnTo>
                  <a:lnTo>
                    <a:pt x="6780" y="18714"/>
                  </a:lnTo>
                  <a:close/>
                </a:path>
                <a:path w="549275" h="234950">
                  <a:moveTo>
                    <a:pt x="542442" y="18746"/>
                  </a:moveTo>
                  <a:lnTo>
                    <a:pt x="542442" y="18920"/>
                  </a:lnTo>
                  <a:lnTo>
                    <a:pt x="542442" y="18746"/>
                  </a:lnTo>
                  <a:close/>
                </a:path>
                <a:path w="549275" h="234950">
                  <a:moveTo>
                    <a:pt x="547310" y="12491"/>
                  </a:moveTo>
                  <a:lnTo>
                    <a:pt x="540408" y="12491"/>
                  </a:lnTo>
                  <a:lnTo>
                    <a:pt x="540916" y="13266"/>
                  </a:lnTo>
                  <a:lnTo>
                    <a:pt x="540660" y="13266"/>
                  </a:lnTo>
                  <a:lnTo>
                    <a:pt x="542442" y="18746"/>
                  </a:lnTo>
                  <a:lnTo>
                    <a:pt x="542442" y="18515"/>
                  </a:lnTo>
                  <a:lnTo>
                    <a:pt x="549223" y="18515"/>
                  </a:lnTo>
                  <a:lnTo>
                    <a:pt x="549223" y="18313"/>
                  </a:lnTo>
                  <a:lnTo>
                    <a:pt x="547565" y="13266"/>
                  </a:lnTo>
                  <a:lnTo>
                    <a:pt x="540916" y="13266"/>
                  </a:lnTo>
                  <a:lnTo>
                    <a:pt x="540559" y="12956"/>
                  </a:lnTo>
                  <a:lnTo>
                    <a:pt x="547463" y="12956"/>
                  </a:lnTo>
                  <a:lnTo>
                    <a:pt x="547310" y="12491"/>
                  </a:lnTo>
                  <a:close/>
                </a:path>
                <a:path w="549275" h="234950">
                  <a:moveTo>
                    <a:pt x="6846" y="18515"/>
                  </a:moveTo>
                  <a:lnTo>
                    <a:pt x="6780" y="18714"/>
                  </a:lnTo>
                  <a:lnTo>
                    <a:pt x="6846" y="18515"/>
                  </a:lnTo>
                  <a:close/>
                </a:path>
                <a:path w="549275" h="234950">
                  <a:moveTo>
                    <a:pt x="8831" y="12491"/>
                  </a:moveTo>
                  <a:lnTo>
                    <a:pt x="8289" y="13266"/>
                  </a:lnTo>
                  <a:lnTo>
                    <a:pt x="8691" y="12917"/>
                  </a:lnTo>
                  <a:lnTo>
                    <a:pt x="8831" y="12491"/>
                  </a:lnTo>
                  <a:close/>
                </a:path>
                <a:path w="549275" h="234950">
                  <a:moveTo>
                    <a:pt x="8691" y="12917"/>
                  </a:moveTo>
                  <a:lnTo>
                    <a:pt x="8289" y="13266"/>
                  </a:lnTo>
                  <a:lnTo>
                    <a:pt x="8576" y="13266"/>
                  </a:lnTo>
                  <a:lnTo>
                    <a:pt x="8691" y="12917"/>
                  </a:lnTo>
                  <a:close/>
                </a:path>
                <a:path w="549275" h="234950">
                  <a:moveTo>
                    <a:pt x="540408" y="12491"/>
                  </a:moveTo>
                  <a:lnTo>
                    <a:pt x="540559" y="12956"/>
                  </a:lnTo>
                  <a:lnTo>
                    <a:pt x="540916" y="13266"/>
                  </a:lnTo>
                  <a:lnTo>
                    <a:pt x="540408" y="12491"/>
                  </a:lnTo>
                  <a:close/>
                </a:path>
                <a:path w="549275" h="234950">
                  <a:moveTo>
                    <a:pt x="535317" y="8411"/>
                  </a:moveTo>
                  <a:lnTo>
                    <a:pt x="540559" y="12956"/>
                  </a:lnTo>
                  <a:lnTo>
                    <a:pt x="540408" y="12491"/>
                  </a:lnTo>
                  <a:lnTo>
                    <a:pt x="547310" y="12491"/>
                  </a:lnTo>
                  <a:lnTo>
                    <a:pt x="546906" y="11260"/>
                  </a:lnTo>
                  <a:lnTo>
                    <a:pt x="543878" y="8630"/>
                  </a:lnTo>
                  <a:lnTo>
                    <a:pt x="535831" y="8630"/>
                  </a:lnTo>
                  <a:lnTo>
                    <a:pt x="535317" y="8411"/>
                  </a:lnTo>
                  <a:close/>
                </a:path>
                <a:path w="549275" h="234950">
                  <a:moveTo>
                    <a:pt x="9183" y="12491"/>
                  </a:moveTo>
                  <a:lnTo>
                    <a:pt x="8831" y="12491"/>
                  </a:lnTo>
                  <a:lnTo>
                    <a:pt x="8691" y="12917"/>
                  </a:lnTo>
                  <a:lnTo>
                    <a:pt x="9183" y="12491"/>
                  </a:lnTo>
                  <a:close/>
                </a:path>
                <a:path w="549275" h="234950">
                  <a:moveTo>
                    <a:pt x="14222" y="8122"/>
                  </a:moveTo>
                  <a:lnTo>
                    <a:pt x="13385" y="8630"/>
                  </a:lnTo>
                  <a:lnTo>
                    <a:pt x="13888" y="8411"/>
                  </a:lnTo>
                  <a:lnTo>
                    <a:pt x="14222" y="8122"/>
                  </a:lnTo>
                  <a:close/>
                </a:path>
                <a:path w="549275" h="234950">
                  <a:moveTo>
                    <a:pt x="13877" y="8421"/>
                  </a:moveTo>
                  <a:lnTo>
                    <a:pt x="13385" y="8630"/>
                  </a:lnTo>
                  <a:lnTo>
                    <a:pt x="13636" y="8630"/>
                  </a:lnTo>
                  <a:lnTo>
                    <a:pt x="13877" y="8421"/>
                  </a:lnTo>
                  <a:close/>
                </a:path>
                <a:path w="549275" h="234950">
                  <a:moveTo>
                    <a:pt x="534984" y="8122"/>
                  </a:moveTo>
                  <a:lnTo>
                    <a:pt x="535339" y="8421"/>
                  </a:lnTo>
                  <a:lnTo>
                    <a:pt x="535831" y="8630"/>
                  </a:lnTo>
                  <a:lnTo>
                    <a:pt x="534984" y="8122"/>
                  </a:lnTo>
                  <a:close/>
                </a:path>
                <a:path w="549275" h="234950">
                  <a:moveTo>
                    <a:pt x="543294" y="8122"/>
                  </a:moveTo>
                  <a:lnTo>
                    <a:pt x="534984" y="8122"/>
                  </a:lnTo>
                  <a:lnTo>
                    <a:pt x="535831" y="8630"/>
                  </a:lnTo>
                  <a:lnTo>
                    <a:pt x="543878" y="8630"/>
                  </a:lnTo>
                  <a:lnTo>
                    <a:pt x="543294" y="8122"/>
                  </a:lnTo>
                  <a:close/>
                </a:path>
                <a:path w="549275" h="234950">
                  <a:moveTo>
                    <a:pt x="14580" y="8122"/>
                  </a:moveTo>
                  <a:lnTo>
                    <a:pt x="14222" y="8122"/>
                  </a:lnTo>
                  <a:lnTo>
                    <a:pt x="13877" y="8421"/>
                  </a:lnTo>
                  <a:lnTo>
                    <a:pt x="14580" y="8122"/>
                  </a:lnTo>
                  <a:close/>
                </a:path>
                <a:path w="549275" h="234950">
                  <a:moveTo>
                    <a:pt x="527933" y="5275"/>
                  </a:moveTo>
                  <a:lnTo>
                    <a:pt x="535317" y="8411"/>
                  </a:lnTo>
                  <a:lnTo>
                    <a:pt x="534984" y="8122"/>
                  </a:lnTo>
                  <a:lnTo>
                    <a:pt x="543294" y="8122"/>
                  </a:lnTo>
                  <a:lnTo>
                    <a:pt x="540238" y="5468"/>
                  </a:lnTo>
                  <a:lnTo>
                    <a:pt x="539988" y="5362"/>
                  </a:lnTo>
                  <a:lnTo>
                    <a:pt x="528655" y="5362"/>
                  </a:lnTo>
                  <a:lnTo>
                    <a:pt x="527933" y="5275"/>
                  </a:lnTo>
                  <a:close/>
                </a:path>
                <a:path w="549275" h="234950">
                  <a:moveTo>
                    <a:pt x="21861" y="5030"/>
                  </a:moveTo>
                  <a:lnTo>
                    <a:pt x="20584" y="5362"/>
                  </a:lnTo>
                  <a:lnTo>
                    <a:pt x="21284" y="5275"/>
                  </a:lnTo>
                  <a:lnTo>
                    <a:pt x="21861" y="5030"/>
                  </a:lnTo>
                  <a:close/>
                </a:path>
                <a:path w="549275" h="234950">
                  <a:moveTo>
                    <a:pt x="21276" y="5278"/>
                  </a:moveTo>
                  <a:lnTo>
                    <a:pt x="20584" y="5362"/>
                  </a:lnTo>
                  <a:lnTo>
                    <a:pt x="21078" y="5362"/>
                  </a:lnTo>
                  <a:lnTo>
                    <a:pt x="21276" y="5278"/>
                  </a:lnTo>
                  <a:close/>
                </a:path>
                <a:path w="549275" h="234950">
                  <a:moveTo>
                    <a:pt x="527355" y="5030"/>
                  </a:moveTo>
                  <a:lnTo>
                    <a:pt x="527962" y="5278"/>
                  </a:lnTo>
                  <a:lnTo>
                    <a:pt x="528655" y="5362"/>
                  </a:lnTo>
                  <a:lnTo>
                    <a:pt x="527355" y="5030"/>
                  </a:lnTo>
                  <a:close/>
                </a:path>
                <a:path w="549275" h="234950">
                  <a:moveTo>
                    <a:pt x="539205" y="5030"/>
                  </a:moveTo>
                  <a:lnTo>
                    <a:pt x="527355" y="5030"/>
                  </a:lnTo>
                  <a:lnTo>
                    <a:pt x="528655" y="5362"/>
                  </a:lnTo>
                  <a:lnTo>
                    <a:pt x="539988" y="5362"/>
                  </a:lnTo>
                  <a:lnTo>
                    <a:pt x="539205" y="5030"/>
                  </a:lnTo>
                  <a:close/>
                </a:path>
                <a:path w="549275" h="234950">
                  <a:moveTo>
                    <a:pt x="23325" y="5030"/>
                  </a:moveTo>
                  <a:lnTo>
                    <a:pt x="21861" y="5030"/>
                  </a:lnTo>
                  <a:lnTo>
                    <a:pt x="21276" y="5278"/>
                  </a:lnTo>
                  <a:lnTo>
                    <a:pt x="23325" y="5030"/>
                  </a:lnTo>
                  <a:close/>
                </a:path>
                <a:path w="549275" h="234950">
                  <a:moveTo>
                    <a:pt x="518032" y="4076"/>
                  </a:moveTo>
                  <a:lnTo>
                    <a:pt x="527933" y="5275"/>
                  </a:lnTo>
                  <a:lnTo>
                    <a:pt x="527355" y="5030"/>
                  </a:lnTo>
                  <a:lnTo>
                    <a:pt x="539205" y="5030"/>
                  </a:lnTo>
                  <a:lnTo>
                    <a:pt x="537050" y="4114"/>
                  </a:lnTo>
                  <a:lnTo>
                    <a:pt x="518710" y="4114"/>
                  </a:lnTo>
                  <a:lnTo>
                    <a:pt x="518032" y="4076"/>
                  </a:lnTo>
                  <a:close/>
                </a:path>
                <a:path w="549275" h="234950">
                  <a:moveTo>
                    <a:pt x="31179" y="4076"/>
                  </a:moveTo>
                  <a:lnTo>
                    <a:pt x="30512" y="4114"/>
                  </a:lnTo>
                  <a:lnTo>
                    <a:pt x="30868" y="4114"/>
                  </a:lnTo>
                  <a:lnTo>
                    <a:pt x="31179" y="4076"/>
                  </a:lnTo>
                  <a:close/>
                </a:path>
                <a:path w="549275" h="234950">
                  <a:moveTo>
                    <a:pt x="518032" y="4076"/>
                  </a:moveTo>
                  <a:lnTo>
                    <a:pt x="31179" y="4076"/>
                  </a:lnTo>
                  <a:lnTo>
                    <a:pt x="30868" y="4114"/>
                  </a:lnTo>
                  <a:lnTo>
                    <a:pt x="518344" y="4114"/>
                  </a:lnTo>
                  <a:lnTo>
                    <a:pt x="518032" y="4076"/>
                  </a:lnTo>
                  <a:close/>
                </a:path>
                <a:path w="549275" h="234950">
                  <a:moveTo>
                    <a:pt x="536961" y="4076"/>
                  </a:moveTo>
                  <a:lnTo>
                    <a:pt x="518032" y="4076"/>
                  </a:lnTo>
                  <a:lnTo>
                    <a:pt x="518710" y="4114"/>
                  </a:lnTo>
                  <a:lnTo>
                    <a:pt x="537050" y="4114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87829" y="1990200"/>
              <a:ext cx="108585" cy="16510"/>
            </a:xfrm>
            <a:custGeom>
              <a:avLst/>
              <a:gdLst/>
              <a:ahLst/>
              <a:cxnLst/>
              <a:rect l="l" t="t" r="r" b="b"/>
              <a:pathLst>
                <a:path w="108585" h="16510">
                  <a:moveTo>
                    <a:pt x="108488" y="0"/>
                  </a:moveTo>
                  <a:lnTo>
                    <a:pt x="0" y="0"/>
                  </a:lnTo>
                  <a:lnTo>
                    <a:pt x="0" y="16458"/>
                  </a:lnTo>
                  <a:lnTo>
                    <a:pt x="108488" y="16458"/>
                  </a:lnTo>
                  <a:lnTo>
                    <a:pt x="108488" y="0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84439" y="1988142"/>
              <a:ext cx="115570" cy="20955"/>
            </a:xfrm>
            <a:custGeom>
              <a:avLst/>
              <a:gdLst/>
              <a:ahLst/>
              <a:cxnLst/>
              <a:rect l="l" t="t" r="r" b="b"/>
              <a:pathLst>
                <a:path w="115569" h="20955">
                  <a:moveTo>
                    <a:pt x="115269" y="0"/>
                  </a:moveTo>
                  <a:lnTo>
                    <a:pt x="0" y="0"/>
                  </a:lnTo>
                  <a:lnTo>
                    <a:pt x="0" y="20572"/>
                  </a:lnTo>
                  <a:lnTo>
                    <a:pt x="115269" y="20572"/>
                  </a:lnTo>
                  <a:lnTo>
                    <a:pt x="115269" y="18515"/>
                  </a:lnTo>
                  <a:lnTo>
                    <a:pt x="6780" y="18515"/>
                  </a:lnTo>
                  <a:lnTo>
                    <a:pt x="3390" y="16458"/>
                  </a:lnTo>
                  <a:lnTo>
                    <a:pt x="6780" y="16458"/>
                  </a:lnTo>
                  <a:lnTo>
                    <a:pt x="6780" y="4114"/>
                  </a:lnTo>
                  <a:lnTo>
                    <a:pt x="3390" y="4114"/>
                  </a:lnTo>
                  <a:lnTo>
                    <a:pt x="6780" y="2057"/>
                  </a:lnTo>
                  <a:lnTo>
                    <a:pt x="115269" y="2057"/>
                  </a:lnTo>
                  <a:lnTo>
                    <a:pt x="115269" y="0"/>
                  </a:lnTo>
                  <a:close/>
                </a:path>
                <a:path w="115569" h="20955">
                  <a:moveTo>
                    <a:pt x="6780" y="16458"/>
                  </a:moveTo>
                  <a:lnTo>
                    <a:pt x="3390" y="16458"/>
                  </a:lnTo>
                  <a:lnTo>
                    <a:pt x="6780" y="18515"/>
                  </a:lnTo>
                  <a:lnTo>
                    <a:pt x="6780" y="16458"/>
                  </a:lnTo>
                  <a:close/>
                </a:path>
                <a:path w="115569" h="20955">
                  <a:moveTo>
                    <a:pt x="108488" y="16458"/>
                  </a:moveTo>
                  <a:lnTo>
                    <a:pt x="6780" y="16458"/>
                  </a:lnTo>
                  <a:lnTo>
                    <a:pt x="6780" y="18515"/>
                  </a:lnTo>
                  <a:lnTo>
                    <a:pt x="108488" y="18515"/>
                  </a:lnTo>
                  <a:lnTo>
                    <a:pt x="108488" y="16458"/>
                  </a:lnTo>
                  <a:close/>
                </a:path>
                <a:path w="115569" h="20955">
                  <a:moveTo>
                    <a:pt x="108488" y="2057"/>
                  </a:moveTo>
                  <a:lnTo>
                    <a:pt x="108488" y="18515"/>
                  </a:lnTo>
                  <a:lnTo>
                    <a:pt x="111878" y="16458"/>
                  </a:lnTo>
                  <a:lnTo>
                    <a:pt x="115269" y="16458"/>
                  </a:lnTo>
                  <a:lnTo>
                    <a:pt x="115269" y="4114"/>
                  </a:lnTo>
                  <a:lnTo>
                    <a:pt x="111878" y="4114"/>
                  </a:lnTo>
                  <a:lnTo>
                    <a:pt x="108488" y="2057"/>
                  </a:lnTo>
                  <a:close/>
                </a:path>
                <a:path w="115569" h="20955">
                  <a:moveTo>
                    <a:pt x="115269" y="16458"/>
                  </a:moveTo>
                  <a:lnTo>
                    <a:pt x="111878" y="16458"/>
                  </a:lnTo>
                  <a:lnTo>
                    <a:pt x="108488" y="18515"/>
                  </a:lnTo>
                  <a:lnTo>
                    <a:pt x="115269" y="18515"/>
                  </a:lnTo>
                  <a:lnTo>
                    <a:pt x="115269" y="16458"/>
                  </a:lnTo>
                  <a:close/>
                </a:path>
                <a:path w="115569" h="20955">
                  <a:moveTo>
                    <a:pt x="6780" y="2057"/>
                  </a:moveTo>
                  <a:lnTo>
                    <a:pt x="3390" y="4114"/>
                  </a:lnTo>
                  <a:lnTo>
                    <a:pt x="6780" y="4114"/>
                  </a:lnTo>
                  <a:lnTo>
                    <a:pt x="6780" y="2057"/>
                  </a:lnTo>
                  <a:close/>
                </a:path>
                <a:path w="115569" h="20955">
                  <a:moveTo>
                    <a:pt x="108488" y="2057"/>
                  </a:moveTo>
                  <a:lnTo>
                    <a:pt x="6780" y="2057"/>
                  </a:lnTo>
                  <a:lnTo>
                    <a:pt x="6780" y="4114"/>
                  </a:lnTo>
                  <a:lnTo>
                    <a:pt x="108488" y="4114"/>
                  </a:lnTo>
                  <a:lnTo>
                    <a:pt x="108488" y="2057"/>
                  </a:lnTo>
                  <a:close/>
                </a:path>
                <a:path w="115569" h="20955">
                  <a:moveTo>
                    <a:pt x="115269" y="2057"/>
                  </a:moveTo>
                  <a:lnTo>
                    <a:pt x="108488" y="2057"/>
                  </a:lnTo>
                  <a:lnTo>
                    <a:pt x="111878" y="4114"/>
                  </a:lnTo>
                  <a:lnTo>
                    <a:pt x="115269" y="4114"/>
                  </a:lnTo>
                  <a:lnTo>
                    <a:pt x="115269" y="205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23440" y="1990200"/>
              <a:ext cx="54610" cy="16510"/>
            </a:xfrm>
            <a:custGeom>
              <a:avLst/>
              <a:gdLst/>
              <a:ahLst/>
              <a:cxnLst/>
              <a:rect l="l" t="t" r="r" b="b"/>
              <a:pathLst>
                <a:path w="54610" h="16510">
                  <a:moveTo>
                    <a:pt x="54244" y="0"/>
                  </a:moveTo>
                  <a:lnTo>
                    <a:pt x="0" y="0"/>
                  </a:lnTo>
                  <a:lnTo>
                    <a:pt x="0" y="16458"/>
                  </a:lnTo>
                  <a:lnTo>
                    <a:pt x="54244" y="16458"/>
                  </a:lnTo>
                  <a:lnTo>
                    <a:pt x="54244" y="0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20049" y="1988142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5" h="20955">
                  <a:moveTo>
                    <a:pt x="61024" y="0"/>
                  </a:moveTo>
                  <a:lnTo>
                    <a:pt x="0" y="0"/>
                  </a:lnTo>
                  <a:lnTo>
                    <a:pt x="0" y="20572"/>
                  </a:lnTo>
                  <a:lnTo>
                    <a:pt x="61024" y="20572"/>
                  </a:lnTo>
                  <a:lnTo>
                    <a:pt x="61024" y="18515"/>
                  </a:lnTo>
                  <a:lnTo>
                    <a:pt x="6780" y="18515"/>
                  </a:lnTo>
                  <a:lnTo>
                    <a:pt x="3390" y="16458"/>
                  </a:lnTo>
                  <a:lnTo>
                    <a:pt x="6780" y="16458"/>
                  </a:lnTo>
                  <a:lnTo>
                    <a:pt x="6780" y="4114"/>
                  </a:lnTo>
                  <a:lnTo>
                    <a:pt x="3390" y="4114"/>
                  </a:lnTo>
                  <a:lnTo>
                    <a:pt x="6780" y="2057"/>
                  </a:lnTo>
                  <a:lnTo>
                    <a:pt x="61024" y="2057"/>
                  </a:lnTo>
                  <a:lnTo>
                    <a:pt x="61024" y="0"/>
                  </a:lnTo>
                  <a:close/>
                </a:path>
                <a:path w="61595" h="20955">
                  <a:moveTo>
                    <a:pt x="6780" y="16458"/>
                  </a:moveTo>
                  <a:lnTo>
                    <a:pt x="3390" y="16458"/>
                  </a:lnTo>
                  <a:lnTo>
                    <a:pt x="6780" y="18515"/>
                  </a:lnTo>
                  <a:lnTo>
                    <a:pt x="6780" y="16458"/>
                  </a:lnTo>
                  <a:close/>
                </a:path>
                <a:path w="61595" h="20955">
                  <a:moveTo>
                    <a:pt x="54244" y="16458"/>
                  </a:moveTo>
                  <a:lnTo>
                    <a:pt x="6780" y="16458"/>
                  </a:lnTo>
                  <a:lnTo>
                    <a:pt x="6780" y="18515"/>
                  </a:lnTo>
                  <a:lnTo>
                    <a:pt x="54244" y="18515"/>
                  </a:lnTo>
                  <a:lnTo>
                    <a:pt x="54244" y="16458"/>
                  </a:lnTo>
                  <a:close/>
                </a:path>
                <a:path w="61595" h="20955">
                  <a:moveTo>
                    <a:pt x="54244" y="2057"/>
                  </a:moveTo>
                  <a:lnTo>
                    <a:pt x="54244" y="18515"/>
                  </a:lnTo>
                  <a:lnTo>
                    <a:pt x="57634" y="16458"/>
                  </a:lnTo>
                  <a:lnTo>
                    <a:pt x="61024" y="16458"/>
                  </a:lnTo>
                  <a:lnTo>
                    <a:pt x="61024" y="4114"/>
                  </a:lnTo>
                  <a:lnTo>
                    <a:pt x="57634" y="4114"/>
                  </a:lnTo>
                  <a:lnTo>
                    <a:pt x="54244" y="2057"/>
                  </a:lnTo>
                  <a:close/>
                </a:path>
                <a:path w="61595" h="20955">
                  <a:moveTo>
                    <a:pt x="61024" y="16458"/>
                  </a:moveTo>
                  <a:lnTo>
                    <a:pt x="57634" y="16458"/>
                  </a:lnTo>
                  <a:lnTo>
                    <a:pt x="54244" y="18515"/>
                  </a:lnTo>
                  <a:lnTo>
                    <a:pt x="61024" y="18515"/>
                  </a:lnTo>
                  <a:lnTo>
                    <a:pt x="61024" y="16458"/>
                  </a:lnTo>
                  <a:close/>
                </a:path>
                <a:path w="61595" h="20955">
                  <a:moveTo>
                    <a:pt x="6780" y="2057"/>
                  </a:moveTo>
                  <a:lnTo>
                    <a:pt x="3390" y="4114"/>
                  </a:lnTo>
                  <a:lnTo>
                    <a:pt x="6780" y="4114"/>
                  </a:lnTo>
                  <a:lnTo>
                    <a:pt x="6780" y="2057"/>
                  </a:lnTo>
                  <a:close/>
                </a:path>
                <a:path w="61595" h="20955">
                  <a:moveTo>
                    <a:pt x="54244" y="2057"/>
                  </a:moveTo>
                  <a:lnTo>
                    <a:pt x="6780" y="2057"/>
                  </a:lnTo>
                  <a:lnTo>
                    <a:pt x="6780" y="4114"/>
                  </a:lnTo>
                  <a:lnTo>
                    <a:pt x="54244" y="4114"/>
                  </a:lnTo>
                  <a:lnTo>
                    <a:pt x="54244" y="2057"/>
                  </a:lnTo>
                  <a:close/>
                </a:path>
                <a:path w="61595" h="20955">
                  <a:moveTo>
                    <a:pt x="61024" y="2057"/>
                  </a:moveTo>
                  <a:lnTo>
                    <a:pt x="54244" y="2057"/>
                  </a:lnTo>
                  <a:lnTo>
                    <a:pt x="57634" y="4114"/>
                  </a:lnTo>
                  <a:lnTo>
                    <a:pt x="61024" y="4114"/>
                  </a:lnTo>
                  <a:lnTo>
                    <a:pt x="61024" y="205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8916" y="1880552"/>
              <a:ext cx="1185672" cy="3201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1212" y="1862366"/>
              <a:ext cx="1104887" cy="40077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6160" y="1908047"/>
              <a:ext cx="1095755" cy="2301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566160" y="1908047"/>
              <a:ext cx="1096010" cy="230504"/>
            </a:xfrm>
            <a:custGeom>
              <a:avLst/>
              <a:gdLst/>
              <a:ahLst/>
              <a:cxnLst/>
              <a:rect l="l" t="t" r="r" b="b"/>
              <a:pathLst>
                <a:path w="1096010" h="23050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1057402" y="0"/>
                  </a:lnTo>
                  <a:lnTo>
                    <a:pt x="1072342" y="3010"/>
                  </a:lnTo>
                  <a:lnTo>
                    <a:pt x="1084532" y="11223"/>
                  </a:lnTo>
                  <a:lnTo>
                    <a:pt x="1092745" y="23413"/>
                  </a:lnTo>
                  <a:lnTo>
                    <a:pt x="1095755" y="38353"/>
                  </a:lnTo>
                  <a:lnTo>
                    <a:pt x="1095755" y="191769"/>
                  </a:lnTo>
                  <a:lnTo>
                    <a:pt x="1092745" y="206710"/>
                  </a:lnTo>
                  <a:lnTo>
                    <a:pt x="1084532" y="218900"/>
                  </a:lnTo>
                  <a:lnTo>
                    <a:pt x="1072342" y="227113"/>
                  </a:lnTo>
                  <a:lnTo>
                    <a:pt x="1057402" y="230124"/>
                  </a:lnTo>
                  <a:lnTo>
                    <a:pt x="38353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3"/>
                  </a:lnTo>
                  <a:close/>
                </a:path>
              </a:pathLst>
            </a:custGeom>
            <a:ln w="9524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722878" y="1909952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</a:t>
            </a:r>
            <a:r>
              <a:rPr sz="1200" spc="1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20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502" y="934466"/>
            <a:ext cx="4455668" cy="3667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825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Multiple</a:t>
            </a:r>
            <a:r>
              <a:rPr sz="2800" spc="20" dirty="0"/>
              <a:t> </a:t>
            </a:r>
            <a:r>
              <a:rPr sz="2800" spc="-5" dirty="0"/>
              <a:t>Elastic</a:t>
            </a:r>
            <a:r>
              <a:rPr sz="2800" spc="20" dirty="0"/>
              <a:t> </a:t>
            </a:r>
            <a:r>
              <a:rPr sz="2800" spc="-5" dirty="0"/>
              <a:t>Network</a:t>
            </a:r>
            <a:r>
              <a:rPr sz="2800" spc="20" dirty="0"/>
              <a:t> </a:t>
            </a:r>
            <a:r>
              <a:rPr sz="2800" spc="-5" dirty="0"/>
              <a:t>Interfaces</a:t>
            </a:r>
            <a:r>
              <a:rPr sz="2800" spc="25" dirty="0"/>
              <a:t> </a:t>
            </a:r>
            <a:r>
              <a:rPr sz="2800" spc="-5" dirty="0"/>
              <a:t>(ENI)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5" dirty="0"/>
              <a:t> </a:t>
            </a:r>
            <a:r>
              <a:rPr spc="-40" dirty="0"/>
              <a:t>network</a:t>
            </a:r>
            <a:r>
              <a:rPr spc="-20" dirty="0"/>
              <a:t> </a:t>
            </a:r>
            <a:r>
              <a:rPr spc="-50" dirty="0"/>
              <a:t>interfaces</a:t>
            </a:r>
            <a:r>
              <a:rPr spc="5" dirty="0"/>
              <a:t> </a:t>
            </a:r>
            <a:r>
              <a:rPr spc="-55" dirty="0"/>
              <a:t>can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60" dirty="0"/>
              <a:t>be</a:t>
            </a:r>
            <a:r>
              <a:rPr spc="-20" dirty="0"/>
              <a:t> </a:t>
            </a:r>
            <a:r>
              <a:rPr spc="45" dirty="0"/>
              <a:t>at</a:t>
            </a:r>
            <a:r>
              <a:rPr spc="25" dirty="0"/>
              <a:t>t</a:t>
            </a:r>
            <a:r>
              <a:rPr spc="-150" dirty="0"/>
              <a:t>ached</a:t>
            </a:r>
            <a:r>
              <a:rPr spc="-15" dirty="0"/>
              <a:t> </a:t>
            </a:r>
            <a:r>
              <a:rPr spc="-55" dirty="0"/>
              <a:t>t</a:t>
            </a:r>
            <a:r>
              <a:rPr spc="-95" dirty="0"/>
              <a:t>o</a:t>
            </a:r>
            <a:r>
              <a:rPr spc="-20" dirty="0"/>
              <a:t> </a:t>
            </a:r>
            <a:r>
              <a:rPr dirty="0"/>
              <a:t>a</a:t>
            </a:r>
            <a:r>
              <a:rPr spc="5" dirty="0"/>
              <a:t>n</a:t>
            </a:r>
            <a:r>
              <a:rPr spc="-20" dirty="0"/>
              <a:t> </a:t>
            </a:r>
            <a:r>
              <a:rPr spc="140" dirty="0"/>
              <a:t>i</a:t>
            </a:r>
            <a:r>
              <a:rPr spc="110" dirty="0"/>
              <a:t>n</a:t>
            </a:r>
            <a:r>
              <a:rPr dirty="0"/>
              <a:t>s</a:t>
            </a:r>
            <a:r>
              <a:rPr spc="-10" dirty="0"/>
              <a:t>t</a:t>
            </a:r>
            <a:r>
              <a:rPr dirty="0"/>
              <a:t>a</a:t>
            </a:r>
            <a:r>
              <a:rPr spc="-5" dirty="0"/>
              <a:t>n</a:t>
            </a:r>
            <a:r>
              <a:rPr spc="-265" dirty="0"/>
              <a:t>ce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/>
          </a:p>
          <a:p>
            <a:pPr marL="12700" marR="32384">
              <a:lnSpc>
                <a:spcPct val="100000"/>
              </a:lnSpc>
            </a:pPr>
            <a:r>
              <a:rPr spc="-105" dirty="0"/>
              <a:t>Second</a:t>
            </a:r>
            <a:r>
              <a:rPr spc="-110" dirty="0"/>
              <a:t>a</a:t>
            </a:r>
            <a:r>
              <a:rPr spc="120" dirty="0"/>
              <a:t>r</a:t>
            </a:r>
            <a:r>
              <a:rPr spc="190" dirty="0"/>
              <a:t>y</a:t>
            </a:r>
            <a:r>
              <a:rPr dirty="0"/>
              <a:t> </a:t>
            </a:r>
            <a:r>
              <a:rPr spc="-35" dirty="0"/>
              <a:t>E</a:t>
            </a:r>
            <a:r>
              <a:rPr spc="-30" dirty="0"/>
              <a:t>NI </a:t>
            </a:r>
            <a:r>
              <a:rPr spc="-55" dirty="0"/>
              <a:t>can</a:t>
            </a:r>
            <a:r>
              <a:rPr spc="-20" dirty="0"/>
              <a:t> </a:t>
            </a:r>
            <a:r>
              <a:rPr spc="-260" dirty="0"/>
              <a:t>be</a:t>
            </a:r>
            <a:r>
              <a:rPr spc="-10" dirty="0"/>
              <a:t> </a:t>
            </a:r>
            <a:r>
              <a:rPr spc="-110" dirty="0"/>
              <a:t>detached  </a:t>
            </a:r>
            <a:r>
              <a:rPr spc="-10" dirty="0"/>
              <a:t>and </a:t>
            </a:r>
            <a:r>
              <a:rPr spc="-80" dirty="0"/>
              <a:t>attached</a:t>
            </a:r>
            <a:r>
              <a:rPr spc="-20" dirty="0"/>
              <a:t> </a:t>
            </a:r>
            <a:r>
              <a:rPr spc="-75" dirty="0"/>
              <a:t>to</a:t>
            </a:r>
            <a:r>
              <a:rPr spc="-25" dirty="0"/>
              <a:t> </a:t>
            </a:r>
            <a:r>
              <a:rPr spc="-80" dirty="0"/>
              <a:t>another </a:t>
            </a:r>
            <a:r>
              <a:rPr spc="-75" dirty="0"/>
              <a:t> </a:t>
            </a:r>
            <a:r>
              <a:rPr spc="-40" dirty="0"/>
              <a:t>instance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/>
          </a:p>
          <a:p>
            <a:pPr marL="12700" marR="109220">
              <a:lnSpc>
                <a:spcPct val="100000"/>
              </a:lnSpc>
            </a:pPr>
            <a:r>
              <a:rPr spc="-45" dirty="0"/>
              <a:t>Network </a:t>
            </a:r>
            <a:r>
              <a:rPr spc="60" dirty="0"/>
              <a:t>traffic </a:t>
            </a:r>
            <a:r>
              <a:rPr spc="-75" dirty="0"/>
              <a:t>to </a:t>
            </a:r>
            <a:r>
              <a:rPr spc="10" dirty="0"/>
              <a:t>that </a:t>
            </a:r>
            <a:r>
              <a:rPr spc="-125" dirty="0"/>
              <a:t>IP </a:t>
            </a:r>
            <a:r>
              <a:rPr spc="-120" dirty="0"/>
              <a:t> </a:t>
            </a:r>
            <a:r>
              <a:rPr spc="-70" dirty="0"/>
              <a:t>a</a:t>
            </a:r>
            <a:r>
              <a:rPr spc="-75" dirty="0"/>
              <a:t>d</a:t>
            </a:r>
            <a:r>
              <a:rPr spc="-110" dirty="0"/>
              <a:t>dress</a:t>
            </a:r>
            <a:r>
              <a:rPr dirty="0"/>
              <a:t> i</a:t>
            </a:r>
            <a:r>
              <a:rPr spc="15" dirty="0"/>
              <a:t>s</a:t>
            </a:r>
            <a:r>
              <a:rPr spc="-15" dirty="0"/>
              <a:t> </a:t>
            </a:r>
            <a:r>
              <a:rPr spc="-90" dirty="0"/>
              <a:t>redirecte</a:t>
            </a:r>
            <a:r>
              <a:rPr spc="-105" dirty="0"/>
              <a:t>d</a:t>
            </a:r>
            <a:r>
              <a:rPr spc="-15" dirty="0"/>
              <a:t> </a:t>
            </a:r>
            <a:r>
              <a:rPr spc="-55" dirty="0"/>
              <a:t>t</a:t>
            </a:r>
            <a:r>
              <a:rPr spc="-95" dirty="0"/>
              <a:t>o</a:t>
            </a:r>
            <a:r>
              <a:rPr spc="-20" dirty="0"/>
              <a:t> </a:t>
            </a:r>
            <a:r>
              <a:rPr spc="-100" dirty="0"/>
              <a:t>th</a:t>
            </a:r>
            <a:r>
              <a:rPr spc="-125" dirty="0"/>
              <a:t>e</a:t>
            </a:r>
            <a:r>
              <a:rPr spc="-20" dirty="0"/>
              <a:t> </a:t>
            </a:r>
            <a:r>
              <a:rPr spc="110" dirty="0"/>
              <a:t>n</a:t>
            </a:r>
            <a:r>
              <a:rPr spc="-170" dirty="0"/>
              <a:t>ew  </a:t>
            </a:r>
            <a:r>
              <a:rPr spc="-40" dirty="0"/>
              <a:t>instance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05126" y="1982470"/>
            <a:ext cx="88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18915" y="1862366"/>
            <a:ext cx="1187450" cy="401320"/>
            <a:chOff x="3518915" y="1862366"/>
            <a:chExt cx="1187450" cy="40132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8915" y="1880552"/>
              <a:ext cx="1185672" cy="3201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1211" y="1862366"/>
              <a:ext cx="1104887" cy="40077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6159" y="1908048"/>
              <a:ext cx="1095755" cy="2301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566159" y="1908048"/>
              <a:ext cx="1096010" cy="230504"/>
            </a:xfrm>
            <a:custGeom>
              <a:avLst/>
              <a:gdLst/>
              <a:ahLst/>
              <a:cxnLst/>
              <a:rect l="l" t="t" r="r" b="b"/>
              <a:pathLst>
                <a:path w="1096010" h="23050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1057402" y="0"/>
                  </a:lnTo>
                  <a:lnTo>
                    <a:pt x="1072342" y="3010"/>
                  </a:lnTo>
                  <a:lnTo>
                    <a:pt x="1084532" y="11223"/>
                  </a:lnTo>
                  <a:lnTo>
                    <a:pt x="1092745" y="23413"/>
                  </a:lnTo>
                  <a:lnTo>
                    <a:pt x="1095755" y="38353"/>
                  </a:lnTo>
                  <a:lnTo>
                    <a:pt x="1095755" y="191769"/>
                  </a:lnTo>
                  <a:lnTo>
                    <a:pt x="1092745" y="206710"/>
                  </a:lnTo>
                  <a:lnTo>
                    <a:pt x="1084532" y="218900"/>
                  </a:lnTo>
                  <a:lnTo>
                    <a:pt x="1072342" y="227113"/>
                  </a:lnTo>
                  <a:lnTo>
                    <a:pt x="1057402" y="230124"/>
                  </a:lnTo>
                  <a:lnTo>
                    <a:pt x="38353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3"/>
                  </a:lnTo>
                  <a:close/>
                </a:path>
              </a:pathLst>
            </a:custGeom>
            <a:ln w="9524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76534" y="1909952"/>
            <a:ext cx="1062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10.0.1.20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92817" y="2224537"/>
            <a:ext cx="1706245" cy="468630"/>
            <a:chOff x="2992817" y="2224537"/>
            <a:chExt cx="1706245" cy="468630"/>
          </a:xfrm>
        </p:grpSpPr>
        <p:sp>
          <p:nvSpPr>
            <p:cNvPr id="14" name="object 14"/>
            <p:cNvSpPr/>
            <p:nvPr/>
          </p:nvSpPr>
          <p:spPr>
            <a:xfrm>
              <a:off x="2995932" y="2226429"/>
              <a:ext cx="544195" cy="230504"/>
            </a:xfrm>
            <a:custGeom>
              <a:avLst/>
              <a:gdLst/>
              <a:ahLst/>
              <a:cxnLst/>
              <a:rect l="l" t="t" r="r" b="b"/>
              <a:pathLst>
                <a:path w="544195" h="230505">
                  <a:moveTo>
                    <a:pt x="516515" y="0"/>
                  </a:moveTo>
                  <a:lnTo>
                    <a:pt x="27185" y="0"/>
                  </a:lnTo>
                  <a:lnTo>
                    <a:pt x="16629" y="1298"/>
                  </a:lnTo>
                  <a:lnTo>
                    <a:pt x="7985" y="4834"/>
                  </a:lnTo>
                  <a:lnTo>
                    <a:pt x="2145" y="10067"/>
                  </a:lnTo>
                  <a:lnTo>
                    <a:pt x="0" y="16458"/>
                  </a:lnTo>
                  <a:lnTo>
                    <a:pt x="0" y="213957"/>
                  </a:lnTo>
                  <a:lnTo>
                    <a:pt x="2145" y="220347"/>
                  </a:lnTo>
                  <a:lnTo>
                    <a:pt x="7985" y="225580"/>
                  </a:lnTo>
                  <a:lnTo>
                    <a:pt x="16629" y="229116"/>
                  </a:lnTo>
                  <a:lnTo>
                    <a:pt x="27185" y="230415"/>
                  </a:lnTo>
                  <a:lnTo>
                    <a:pt x="516515" y="230415"/>
                  </a:lnTo>
                  <a:lnTo>
                    <a:pt x="527071" y="229116"/>
                  </a:lnTo>
                  <a:lnTo>
                    <a:pt x="535715" y="225580"/>
                  </a:lnTo>
                  <a:lnTo>
                    <a:pt x="541555" y="220347"/>
                  </a:lnTo>
                  <a:lnTo>
                    <a:pt x="543700" y="213957"/>
                  </a:lnTo>
                  <a:lnTo>
                    <a:pt x="543700" y="205728"/>
                  </a:lnTo>
                  <a:lnTo>
                    <a:pt x="40777" y="205728"/>
                  </a:lnTo>
                  <a:lnTo>
                    <a:pt x="40777" y="139895"/>
                  </a:lnTo>
                  <a:lnTo>
                    <a:pt x="543700" y="139895"/>
                  </a:lnTo>
                  <a:lnTo>
                    <a:pt x="543700" y="90520"/>
                  </a:lnTo>
                  <a:lnTo>
                    <a:pt x="40777" y="90520"/>
                  </a:lnTo>
                  <a:lnTo>
                    <a:pt x="40777" y="24687"/>
                  </a:lnTo>
                  <a:lnTo>
                    <a:pt x="543700" y="24687"/>
                  </a:lnTo>
                  <a:lnTo>
                    <a:pt x="543700" y="16458"/>
                  </a:lnTo>
                  <a:lnTo>
                    <a:pt x="541555" y="10067"/>
                  </a:lnTo>
                  <a:lnTo>
                    <a:pt x="535715" y="4834"/>
                  </a:lnTo>
                  <a:lnTo>
                    <a:pt x="527071" y="1298"/>
                  </a:lnTo>
                  <a:lnTo>
                    <a:pt x="516515" y="0"/>
                  </a:lnTo>
                  <a:close/>
                </a:path>
                <a:path w="544195" h="230505">
                  <a:moveTo>
                    <a:pt x="543700" y="139895"/>
                  </a:moveTo>
                  <a:lnTo>
                    <a:pt x="502923" y="139895"/>
                  </a:lnTo>
                  <a:lnTo>
                    <a:pt x="502923" y="205728"/>
                  </a:lnTo>
                  <a:lnTo>
                    <a:pt x="543700" y="205728"/>
                  </a:lnTo>
                  <a:lnTo>
                    <a:pt x="543700" y="139895"/>
                  </a:lnTo>
                  <a:close/>
                </a:path>
                <a:path w="544195" h="230505">
                  <a:moveTo>
                    <a:pt x="543700" y="24687"/>
                  </a:moveTo>
                  <a:lnTo>
                    <a:pt x="502923" y="24687"/>
                  </a:lnTo>
                  <a:lnTo>
                    <a:pt x="502923" y="90520"/>
                  </a:lnTo>
                  <a:lnTo>
                    <a:pt x="543700" y="90520"/>
                  </a:lnTo>
                  <a:lnTo>
                    <a:pt x="543700" y="24687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92817" y="2224537"/>
              <a:ext cx="550545" cy="234950"/>
            </a:xfrm>
            <a:custGeom>
              <a:avLst/>
              <a:gdLst/>
              <a:ahLst/>
              <a:cxnLst/>
              <a:rect l="l" t="t" r="r" b="b"/>
              <a:pathLst>
                <a:path w="550545" h="234950">
                  <a:moveTo>
                    <a:pt x="520253" y="0"/>
                  </a:moveTo>
                  <a:lnTo>
                    <a:pt x="30249" y="0"/>
                  </a:lnTo>
                  <a:lnTo>
                    <a:pt x="18599" y="1412"/>
                  </a:lnTo>
                  <a:lnTo>
                    <a:pt x="9027" y="5468"/>
                  </a:lnTo>
                  <a:lnTo>
                    <a:pt x="2327" y="11260"/>
                  </a:lnTo>
                  <a:lnTo>
                    <a:pt x="0" y="18313"/>
                  </a:lnTo>
                  <a:lnTo>
                    <a:pt x="0" y="216220"/>
                  </a:lnTo>
                  <a:lnTo>
                    <a:pt x="2327" y="223269"/>
                  </a:lnTo>
                  <a:lnTo>
                    <a:pt x="9027" y="229064"/>
                  </a:lnTo>
                  <a:lnTo>
                    <a:pt x="18599" y="233120"/>
                  </a:lnTo>
                  <a:lnTo>
                    <a:pt x="30249" y="234529"/>
                  </a:lnTo>
                  <a:lnTo>
                    <a:pt x="520253" y="234529"/>
                  </a:lnTo>
                  <a:lnTo>
                    <a:pt x="531920" y="233120"/>
                  </a:lnTo>
                  <a:lnTo>
                    <a:pt x="538207" y="230456"/>
                  </a:lnTo>
                  <a:lnTo>
                    <a:pt x="31251" y="230456"/>
                  </a:lnTo>
                  <a:lnTo>
                    <a:pt x="30583" y="230415"/>
                  </a:lnTo>
                  <a:lnTo>
                    <a:pt x="30911" y="230415"/>
                  </a:lnTo>
                  <a:lnTo>
                    <a:pt x="23379" y="229503"/>
                  </a:lnTo>
                  <a:lnTo>
                    <a:pt x="21912" y="229503"/>
                  </a:lnTo>
                  <a:lnTo>
                    <a:pt x="20632" y="229170"/>
                  </a:lnTo>
                  <a:lnTo>
                    <a:pt x="21127" y="229170"/>
                  </a:lnTo>
                  <a:lnTo>
                    <a:pt x="14606" y="226407"/>
                  </a:lnTo>
                  <a:lnTo>
                    <a:pt x="14255" y="226407"/>
                  </a:lnTo>
                  <a:lnTo>
                    <a:pt x="13416" y="225903"/>
                  </a:lnTo>
                  <a:lnTo>
                    <a:pt x="13672" y="225903"/>
                  </a:lnTo>
                  <a:lnTo>
                    <a:pt x="9208" y="222042"/>
                  </a:lnTo>
                  <a:lnTo>
                    <a:pt x="8852" y="222042"/>
                  </a:lnTo>
                  <a:lnTo>
                    <a:pt x="8308" y="221263"/>
                  </a:lnTo>
                  <a:lnTo>
                    <a:pt x="8595" y="221263"/>
                  </a:lnTo>
                  <a:lnTo>
                    <a:pt x="6860" y="216014"/>
                  </a:lnTo>
                  <a:lnTo>
                    <a:pt x="6728" y="18920"/>
                  </a:lnTo>
                  <a:lnTo>
                    <a:pt x="6796" y="18515"/>
                  </a:lnTo>
                  <a:lnTo>
                    <a:pt x="8596" y="13266"/>
                  </a:lnTo>
                  <a:lnTo>
                    <a:pt x="8308" y="13266"/>
                  </a:lnTo>
                  <a:lnTo>
                    <a:pt x="8852" y="12491"/>
                  </a:lnTo>
                  <a:lnTo>
                    <a:pt x="9204" y="12491"/>
                  </a:lnTo>
                  <a:lnTo>
                    <a:pt x="13668" y="8630"/>
                  </a:lnTo>
                  <a:lnTo>
                    <a:pt x="13416" y="8630"/>
                  </a:lnTo>
                  <a:lnTo>
                    <a:pt x="14255" y="8122"/>
                  </a:lnTo>
                  <a:lnTo>
                    <a:pt x="14614" y="8122"/>
                  </a:lnTo>
                  <a:lnTo>
                    <a:pt x="21127" y="5362"/>
                  </a:lnTo>
                  <a:lnTo>
                    <a:pt x="20632" y="5362"/>
                  </a:lnTo>
                  <a:lnTo>
                    <a:pt x="21912" y="5030"/>
                  </a:lnTo>
                  <a:lnTo>
                    <a:pt x="23379" y="5030"/>
                  </a:lnTo>
                  <a:lnTo>
                    <a:pt x="30939" y="4114"/>
                  </a:lnTo>
                  <a:lnTo>
                    <a:pt x="30583" y="4114"/>
                  </a:lnTo>
                  <a:lnTo>
                    <a:pt x="31251" y="4076"/>
                  </a:lnTo>
                  <a:lnTo>
                    <a:pt x="538207" y="4076"/>
                  </a:lnTo>
                  <a:lnTo>
                    <a:pt x="531920" y="1412"/>
                  </a:lnTo>
                  <a:lnTo>
                    <a:pt x="520253" y="0"/>
                  </a:lnTo>
                  <a:close/>
                </a:path>
                <a:path w="550545" h="234950">
                  <a:moveTo>
                    <a:pt x="30911" y="230415"/>
                  </a:moveTo>
                  <a:lnTo>
                    <a:pt x="30583" y="230415"/>
                  </a:lnTo>
                  <a:lnTo>
                    <a:pt x="31251" y="230456"/>
                  </a:lnTo>
                  <a:lnTo>
                    <a:pt x="30911" y="230415"/>
                  </a:lnTo>
                  <a:close/>
                </a:path>
                <a:path w="550545" h="234950">
                  <a:moveTo>
                    <a:pt x="519574" y="230415"/>
                  </a:moveTo>
                  <a:lnTo>
                    <a:pt x="30911" y="230415"/>
                  </a:lnTo>
                  <a:lnTo>
                    <a:pt x="31251" y="230456"/>
                  </a:lnTo>
                  <a:lnTo>
                    <a:pt x="519234" y="230456"/>
                  </a:lnTo>
                  <a:lnTo>
                    <a:pt x="519574" y="230415"/>
                  </a:lnTo>
                  <a:close/>
                </a:path>
                <a:path w="550545" h="234950">
                  <a:moveTo>
                    <a:pt x="529157" y="229258"/>
                  </a:moveTo>
                  <a:lnTo>
                    <a:pt x="519234" y="230456"/>
                  </a:lnTo>
                  <a:lnTo>
                    <a:pt x="519913" y="230415"/>
                  </a:lnTo>
                  <a:lnTo>
                    <a:pt x="538304" y="230415"/>
                  </a:lnTo>
                  <a:lnTo>
                    <a:pt x="540456" y="229503"/>
                  </a:lnTo>
                  <a:lnTo>
                    <a:pt x="528579" y="229503"/>
                  </a:lnTo>
                  <a:lnTo>
                    <a:pt x="529157" y="229258"/>
                  </a:lnTo>
                  <a:close/>
                </a:path>
                <a:path w="550545" h="234950">
                  <a:moveTo>
                    <a:pt x="538304" y="230415"/>
                  </a:moveTo>
                  <a:lnTo>
                    <a:pt x="519913" y="230415"/>
                  </a:lnTo>
                  <a:lnTo>
                    <a:pt x="519234" y="230456"/>
                  </a:lnTo>
                  <a:lnTo>
                    <a:pt x="538207" y="230456"/>
                  </a:lnTo>
                  <a:close/>
                </a:path>
                <a:path w="550545" h="234950">
                  <a:moveTo>
                    <a:pt x="20632" y="229170"/>
                  </a:moveTo>
                  <a:lnTo>
                    <a:pt x="21912" y="229503"/>
                  </a:lnTo>
                  <a:lnTo>
                    <a:pt x="21325" y="229254"/>
                  </a:lnTo>
                  <a:lnTo>
                    <a:pt x="20632" y="229170"/>
                  </a:lnTo>
                  <a:close/>
                </a:path>
                <a:path w="550545" h="234950">
                  <a:moveTo>
                    <a:pt x="21325" y="229254"/>
                  </a:moveTo>
                  <a:lnTo>
                    <a:pt x="21912" y="229503"/>
                  </a:lnTo>
                  <a:lnTo>
                    <a:pt x="23379" y="229503"/>
                  </a:lnTo>
                  <a:lnTo>
                    <a:pt x="21325" y="229254"/>
                  </a:lnTo>
                  <a:close/>
                </a:path>
                <a:path w="550545" h="234950">
                  <a:moveTo>
                    <a:pt x="529881" y="229170"/>
                  </a:moveTo>
                  <a:lnTo>
                    <a:pt x="529157" y="229258"/>
                  </a:lnTo>
                  <a:lnTo>
                    <a:pt x="528579" y="229503"/>
                  </a:lnTo>
                  <a:lnTo>
                    <a:pt x="529881" y="229170"/>
                  </a:lnTo>
                  <a:close/>
                </a:path>
                <a:path w="550545" h="234950">
                  <a:moveTo>
                    <a:pt x="541241" y="229170"/>
                  </a:moveTo>
                  <a:lnTo>
                    <a:pt x="529881" y="229170"/>
                  </a:lnTo>
                  <a:lnTo>
                    <a:pt x="528579" y="229503"/>
                  </a:lnTo>
                  <a:lnTo>
                    <a:pt x="540456" y="229503"/>
                  </a:lnTo>
                  <a:lnTo>
                    <a:pt x="541241" y="229170"/>
                  </a:lnTo>
                  <a:close/>
                </a:path>
                <a:path w="550545" h="234950">
                  <a:moveTo>
                    <a:pt x="536551" y="226124"/>
                  </a:moveTo>
                  <a:lnTo>
                    <a:pt x="529157" y="229258"/>
                  </a:lnTo>
                  <a:lnTo>
                    <a:pt x="529881" y="229170"/>
                  </a:lnTo>
                  <a:lnTo>
                    <a:pt x="541241" y="229170"/>
                  </a:lnTo>
                  <a:lnTo>
                    <a:pt x="541491" y="229064"/>
                  </a:lnTo>
                  <a:lnTo>
                    <a:pt x="544556" y="226407"/>
                  </a:lnTo>
                  <a:lnTo>
                    <a:pt x="536224" y="226407"/>
                  </a:lnTo>
                  <a:lnTo>
                    <a:pt x="536551" y="226124"/>
                  </a:lnTo>
                  <a:close/>
                </a:path>
                <a:path w="550545" h="234950">
                  <a:moveTo>
                    <a:pt x="21127" y="229170"/>
                  </a:moveTo>
                  <a:lnTo>
                    <a:pt x="20632" y="229170"/>
                  </a:lnTo>
                  <a:lnTo>
                    <a:pt x="21325" y="229254"/>
                  </a:lnTo>
                  <a:lnTo>
                    <a:pt x="21127" y="229170"/>
                  </a:lnTo>
                  <a:close/>
                </a:path>
                <a:path w="550545" h="234950">
                  <a:moveTo>
                    <a:pt x="13416" y="225903"/>
                  </a:moveTo>
                  <a:lnTo>
                    <a:pt x="14255" y="226407"/>
                  </a:lnTo>
                  <a:lnTo>
                    <a:pt x="13917" y="226115"/>
                  </a:lnTo>
                  <a:lnTo>
                    <a:pt x="13416" y="225903"/>
                  </a:lnTo>
                  <a:close/>
                </a:path>
                <a:path w="550545" h="234950">
                  <a:moveTo>
                    <a:pt x="13917" y="226115"/>
                  </a:moveTo>
                  <a:lnTo>
                    <a:pt x="14255" y="226407"/>
                  </a:lnTo>
                  <a:lnTo>
                    <a:pt x="14606" y="226407"/>
                  </a:lnTo>
                  <a:lnTo>
                    <a:pt x="13917" y="226115"/>
                  </a:lnTo>
                  <a:close/>
                </a:path>
                <a:path w="550545" h="234950">
                  <a:moveTo>
                    <a:pt x="537074" y="225903"/>
                  </a:moveTo>
                  <a:lnTo>
                    <a:pt x="536551" y="226124"/>
                  </a:lnTo>
                  <a:lnTo>
                    <a:pt x="536224" y="226407"/>
                  </a:lnTo>
                  <a:lnTo>
                    <a:pt x="537074" y="225903"/>
                  </a:lnTo>
                  <a:close/>
                </a:path>
                <a:path w="550545" h="234950">
                  <a:moveTo>
                    <a:pt x="545137" y="225903"/>
                  </a:moveTo>
                  <a:lnTo>
                    <a:pt x="537074" y="225903"/>
                  </a:lnTo>
                  <a:lnTo>
                    <a:pt x="536224" y="226407"/>
                  </a:lnTo>
                  <a:lnTo>
                    <a:pt x="544556" y="226407"/>
                  </a:lnTo>
                  <a:lnTo>
                    <a:pt x="545137" y="225903"/>
                  </a:lnTo>
                  <a:close/>
                </a:path>
                <a:path w="550545" h="234950">
                  <a:moveTo>
                    <a:pt x="541815" y="221572"/>
                  </a:moveTo>
                  <a:lnTo>
                    <a:pt x="536551" y="226124"/>
                  </a:lnTo>
                  <a:lnTo>
                    <a:pt x="537074" y="225903"/>
                  </a:lnTo>
                  <a:lnTo>
                    <a:pt x="545137" y="225903"/>
                  </a:lnTo>
                  <a:lnTo>
                    <a:pt x="548174" y="223269"/>
                  </a:lnTo>
                  <a:lnTo>
                    <a:pt x="548579" y="222042"/>
                  </a:lnTo>
                  <a:lnTo>
                    <a:pt x="541661" y="222042"/>
                  </a:lnTo>
                  <a:lnTo>
                    <a:pt x="541815" y="221572"/>
                  </a:lnTo>
                  <a:close/>
                </a:path>
                <a:path w="550545" h="234950">
                  <a:moveTo>
                    <a:pt x="13672" y="225903"/>
                  </a:moveTo>
                  <a:lnTo>
                    <a:pt x="13416" y="225903"/>
                  </a:lnTo>
                  <a:lnTo>
                    <a:pt x="13917" y="226115"/>
                  </a:lnTo>
                  <a:lnTo>
                    <a:pt x="13672" y="225903"/>
                  </a:lnTo>
                  <a:close/>
                </a:path>
                <a:path w="550545" h="234950">
                  <a:moveTo>
                    <a:pt x="8308" y="221263"/>
                  </a:moveTo>
                  <a:lnTo>
                    <a:pt x="8852" y="222042"/>
                  </a:lnTo>
                  <a:lnTo>
                    <a:pt x="8709" y="221610"/>
                  </a:lnTo>
                  <a:lnTo>
                    <a:pt x="8308" y="221263"/>
                  </a:lnTo>
                  <a:close/>
                </a:path>
                <a:path w="550545" h="234950">
                  <a:moveTo>
                    <a:pt x="8709" y="221610"/>
                  </a:moveTo>
                  <a:lnTo>
                    <a:pt x="8852" y="222042"/>
                  </a:lnTo>
                  <a:lnTo>
                    <a:pt x="9208" y="222042"/>
                  </a:lnTo>
                  <a:lnTo>
                    <a:pt x="8709" y="221610"/>
                  </a:lnTo>
                  <a:close/>
                </a:path>
                <a:path w="550545" h="234950">
                  <a:moveTo>
                    <a:pt x="542171" y="221263"/>
                  </a:moveTo>
                  <a:lnTo>
                    <a:pt x="541815" y="221572"/>
                  </a:lnTo>
                  <a:lnTo>
                    <a:pt x="541661" y="222042"/>
                  </a:lnTo>
                  <a:lnTo>
                    <a:pt x="542171" y="221263"/>
                  </a:lnTo>
                  <a:close/>
                </a:path>
                <a:path w="550545" h="234950">
                  <a:moveTo>
                    <a:pt x="548835" y="221263"/>
                  </a:moveTo>
                  <a:lnTo>
                    <a:pt x="542171" y="221263"/>
                  </a:lnTo>
                  <a:lnTo>
                    <a:pt x="541661" y="222042"/>
                  </a:lnTo>
                  <a:lnTo>
                    <a:pt x="548579" y="222042"/>
                  </a:lnTo>
                  <a:lnTo>
                    <a:pt x="548835" y="221263"/>
                  </a:lnTo>
                  <a:close/>
                </a:path>
                <a:path w="550545" h="234950">
                  <a:moveTo>
                    <a:pt x="8595" y="221263"/>
                  </a:moveTo>
                  <a:lnTo>
                    <a:pt x="8308" y="221263"/>
                  </a:lnTo>
                  <a:lnTo>
                    <a:pt x="8709" y="221610"/>
                  </a:lnTo>
                  <a:lnTo>
                    <a:pt x="8595" y="221263"/>
                  </a:lnTo>
                  <a:close/>
                </a:path>
                <a:path w="550545" h="234950">
                  <a:moveTo>
                    <a:pt x="550496" y="215613"/>
                  </a:moveTo>
                  <a:lnTo>
                    <a:pt x="543757" y="215613"/>
                  </a:lnTo>
                  <a:lnTo>
                    <a:pt x="543700" y="216014"/>
                  </a:lnTo>
                  <a:lnTo>
                    <a:pt x="541815" y="221572"/>
                  </a:lnTo>
                  <a:lnTo>
                    <a:pt x="542171" y="221263"/>
                  </a:lnTo>
                  <a:lnTo>
                    <a:pt x="548835" y="221263"/>
                  </a:lnTo>
                  <a:lnTo>
                    <a:pt x="550496" y="216220"/>
                  </a:lnTo>
                  <a:lnTo>
                    <a:pt x="550496" y="215613"/>
                  </a:lnTo>
                  <a:close/>
                </a:path>
                <a:path w="550545" h="234950">
                  <a:moveTo>
                    <a:pt x="6796" y="215819"/>
                  </a:moveTo>
                  <a:lnTo>
                    <a:pt x="6796" y="216014"/>
                  </a:lnTo>
                  <a:lnTo>
                    <a:pt x="6796" y="215819"/>
                  </a:lnTo>
                  <a:close/>
                </a:path>
                <a:path w="550545" h="234950">
                  <a:moveTo>
                    <a:pt x="543700" y="215787"/>
                  </a:moveTo>
                  <a:lnTo>
                    <a:pt x="543626" y="216014"/>
                  </a:lnTo>
                  <a:lnTo>
                    <a:pt x="543700" y="215787"/>
                  </a:lnTo>
                  <a:close/>
                </a:path>
                <a:path w="550545" h="234950">
                  <a:moveTo>
                    <a:pt x="6796" y="215613"/>
                  </a:moveTo>
                  <a:lnTo>
                    <a:pt x="6796" y="215819"/>
                  </a:lnTo>
                  <a:lnTo>
                    <a:pt x="6796" y="215613"/>
                  </a:lnTo>
                  <a:close/>
                </a:path>
                <a:path w="550545" h="234950">
                  <a:moveTo>
                    <a:pt x="550496" y="18515"/>
                  </a:moveTo>
                  <a:lnTo>
                    <a:pt x="543700" y="18515"/>
                  </a:lnTo>
                  <a:lnTo>
                    <a:pt x="543757" y="18920"/>
                  </a:lnTo>
                  <a:lnTo>
                    <a:pt x="543700" y="215787"/>
                  </a:lnTo>
                  <a:lnTo>
                    <a:pt x="543757" y="215613"/>
                  </a:lnTo>
                  <a:lnTo>
                    <a:pt x="550496" y="215613"/>
                  </a:lnTo>
                  <a:lnTo>
                    <a:pt x="550496" y="18515"/>
                  </a:lnTo>
                  <a:close/>
                </a:path>
                <a:path w="550545" h="234950">
                  <a:moveTo>
                    <a:pt x="509719" y="139895"/>
                  </a:moveTo>
                  <a:lnTo>
                    <a:pt x="40777" y="139895"/>
                  </a:lnTo>
                  <a:lnTo>
                    <a:pt x="40777" y="209842"/>
                  </a:lnTo>
                  <a:lnTo>
                    <a:pt x="509719" y="209842"/>
                  </a:lnTo>
                  <a:lnTo>
                    <a:pt x="509719" y="207785"/>
                  </a:lnTo>
                  <a:lnTo>
                    <a:pt x="47573" y="207785"/>
                  </a:lnTo>
                  <a:lnTo>
                    <a:pt x="44175" y="205728"/>
                  </a:lnTo>
                  <a:lnTo>
                    <a:pt x="47573" y="205728"/>
                  </a:lnTo>
                  <a:lnTo>
                    <a:pt x="47573" y="144009"/>
                  </a:lnTo>
                  <a:lnTo>
                    <a:pt x="44175" y="144009"/>
                  </a:lnTo>
                  <a:lnTo>
                    <a:pt x="47573" y="141952"/>
                  </a:lnTo>
                  <a:lnTo>
                    <a:pt x="509719" y="141952"/>
                  </a:lnTo>
                  <a:lnTo>
                    <a:pt x="509719" y="139895"/>
                  </a:lnTo>
                  <a:close/>
                </a:path>
                <a:path w="550545" h="234950">
                  <a:moveTo>
                    <a:pt x="47573" y="205728"/>
                  </a:moveTo>
                  <a:lnTo>
                    <a:pt x="44175" y="205728"/>
                  </a:lnTo>
                  <a:lnTo>
                    <a:pt x="47573" y="207785"/>
                  </a:lnTo>
                  <a:lnTo>
                    <a:pt x="47573" y="205728"/>
                  </a:lnTo>
                  <a:close/>
                </a:path>
                <a:path w="550545" h="234950">
                  <a:moveTo>
                    <a:pt x="502923" y="205728"/>
                  </a:moveTo>
                  <a:lnTo>
                    <a:pt x="47573" y="205728"/>
                  </a:lnTo>
                  <a:lnTo>
                    <a:pt x="47573" y="207785"/>
                  </a:lnTo>
                  <a:lnTo>
                    <a:pt x="502923" y="207785"/>
                  </a:lnTo>
                  <a:lnTo>
                    <a:pt x="502923" y="205728"/>
                  </a:lnTo>
                  <a:close/>
                </a:path>
                <a:path w="550545" h="234950">
                  <a:moveTo>
                    <a:pt x="502923" y="141952"/>
                  </a:moveTo>
                  <a:lnTo>
                    <a:pt x="502923" y="207785"/>
                  </a:lnTo>
                  <a:lnTo>
                    <a:pt x="506321" y="205728"/>
                  </a:lnTo>
                  <a:lnTo>
                    <a:pt x="509719" y="205728"/>
                  </a:lnTo>
                  <a:lnTo>
                    <a:pt x="509719" y="144009"/>
                  </a:lnTo>
                  <a:lnTo>
                    <a:pt x="506321" y="144009"/>
                  </a:lnTo>
                  <a:lnTo>
                    <a:pt x="502923" y="141952"/>
                  </a:lnTo>
                  <a:close/>
                </a:path>
                <a:path w="550545" h="234950">
                  <a:moveTo>
                    <a:pt x="509719" y="205728"/>
                  </a:moveTo>
                  <a:lnTo>
                    <a:pt x="506321" y="205728"/>
                  </a:lnTo>
                  <a:lnTo>
                    <a:pt x="502923" y="207785"/>
                  </a:lnTo>
                  <a:lnTo>
                    <a:pt x="509719" y="207785"/>
                  </a:lnTo>
                  <a:lnTo>
                    <a:pt x="509719" y="205728"/>
                  </a:lnTo>
                  <a:close/>
                </a:path>
                <a:path w="550545" h="234950">
                  <a:moveTo>
                    <a:pt x="47573" y="141952"/>
                  </a:moveTo>
                  <a:lnTo>
                    <a:pt x="44175" y="144009"/>
                  </a:lnTo>
                  <a:lnTo>
                    <a:pt x="47573" y="144009"/>
                  </a:lnTo>
                  <a:lnTo>
                    <a:pt x="47573" y="141952"/>
                  </a:lnTo>
                  <a:close/>
                </a:path>
                <a:path w="550545" h="234950">
                  <a:moveTo>
                    <a:pt x="502923" y="141952"/>
                  </a:moveTo>
                  <a:lnTo>
                    <a:pt x="47573" y="141952"/>
                  </a:lnTo>
                  <a:lnTo>
                    <a:pt x="47573" y="144009"/>
                  </a:lnTo>
                  <a:lnTo>
                    <a:pt x="502923" y="144009"/>
                  </a:lnTo>
                  <a:lnTo>
                    <a:pt x="502923" y="141952"/>
                  </a:lnTo>
                  <a:close/>
                </a:path>
                <a:path w="550545" h="234950">
                  <a:moveTo>
                    <a:pt x="509719" y="141952"/>
                  </a:moveTo>
                  <a:lnTo>
                    <a:pt x="502923" y="141952"/>
                  </a:lnTo>
                  <a:lnTo>
                    <a:pt x="506321" y="144009"/>
                  </a:lnTo>
                  <a:lnTo>
                    <a:pt x="509719" y="144009"/>
                  </a:lnTo>
                  <a:lnTo>
                    <a:pt x="509719" y="141952"/>
                  </a:lnTo>
                  <a:close/>
                </a:path>
                <a:path w="550545" h="234950">
                  <a:moveTo>
                    <a:pt x="509719" y="24687"/>
                  </a:moveTo>
                  <a:lnTo>
                    <a:pt x="40777" y="24687"/>
                  </a:lnTo>
                  <a:lnTo>
                    <a:pt x="40777" y="94634"/>
                  </a:lnTo>
                  <a:lnTo>
                    <a:pt x="509719" y="94634"/>
                  </a:lnTo>
                  <a:lnTo>
                    <a:pt x="509719" y="92577"/>
                  </a:lnTo>
                  <a:lnTo>
                    <a:pt x="47573" y="92577"/>
                  </a:lnTo>
                  <a:lnTo>
                    <a:pt x="44175" y="90520"/>
                  </a:lnTo>
                  <a:lnTo>
                    <a:pt x="47573" y="90520"/>
                  </a:lnTo>
                  <a:lnTo>
                    <a:pt x="47573" y="28801"/>
                  </a:lnTo>
                  <a:lnTo>
                    <a:pt x="44175" y="28801"/>
                  </a:lnTo>
                  <a:lnTo>
                    <a:pt x="47573" y="26744"/>
                  </a:lnTo>
                  <a:lnTo>
                    <a:pt x="509719" y="26744"/>
                  </a:lnTo>
                  <a:lnTo>
                    <a:pt x="509719" y="24687"/>
                  </a:lnTo>
                  <a:close/>
                </a:path>
                <a:path w="550545" h="234950">
                  <a:moveTo>
                    <a:pt x="47573" y="90520"/>
                  </a:moveTo>
                  <a:lnTo>
                    <a:pt x="44175" y="90520"/>
                  </a:lnTo>
                  <a:lnTo>
                    <a:pt x="47573" y="92577"/>
                  </a:lnTo>
                  <a:lnTo>
                    <a:pt x="47573" y="90520"/>
                  </a:lnTo>
                  <a:close/>
                </a:path>
                <a:path w="550545" h="234950">
                  <a:moveTo>
                    <a:pt x="502923" y="90520"/>
                  </a:moveTo>
                  <a:lnTo>
                    <a:pt x="47573" y="90520"/>
                  </a:lnTo>
                  <a:lnTo>
                    <a:pt x="47573" y="92577"/>
                  </a:lnTo>
                  <a:lnTo>
                    <a:pt x="502923" y="92577"/>
                  </a:lnTo>
                  <a:lnTo>
                    <a:pt x="502923" y="90520"/>
                  </a:lnTo>
                  <a:close/>
                </a:path>
                <a:path w="550545" h="234950">
                  <a:moveTo>
                    <a:pt x="502923" y="26744"/>
                  </a:moveTo>
                  <a:lnTo>
                    <a:pt x="502923" y="92577"/>
                  </a:lnTo>
                  <a:lnTo>
                    <a:pt x="506321" y="90520"/>
                  </a:lnTo>
                  <a:lnTo>
                    <a:pt x="509719" y="90520"/>
                  </a:lnTo>
                  <a:lnTo>
                    <a:pt x="509719" y="28801"/>
                  </a:lnTo>
                  <a:lnTo>
                    <a:pt x="506321" y="28801"/>
                  </a:lnTo>
                  <a:lnTo>
                    <a:pt x="502923" y="26744"/>
                  </a:lnTo>
                  <a:close/>
                </a:path>
                <a:path w="550545" h="234950">
                  <a:moveTo>
                    <a:pt x="509719" y="90520"/>
                  </a:moveTo>
                  <a:lnTo>
                    <a:pt x="506321" y="90520"/>
                  </a:lnTo>
                  <a:lnTo>
                    <a:pt x="502923" y="92577"/>
                  </a:lnTo>
                  <a:lnTo>
                    <a:pt x="509719" y="92577"/>
                  </a:lnTo>
                  <a:lnTo>
                    <a:pt x="509719" y="90520"/>
                  </a:lnTo>
                  <a:close/>
                </a:path>
                <a:path w="550545" h="234950">
                  <a:moveTo>
                    <a:pt x="47573" y="26744"/>
                  </a:moveTo>
                  <a:lnTo>
                    <a:pt x="44175" y="28801"/>
                  </a:lnTo>
                  <a:lnTo>
                    <a:pt x="47573" y="28801"/>
                  </a:lnTo>
                  <a:lnTo>
                    <a:pt x="47573" y="26744"/>
                  </a:lnTo>
                  <a:close/>
                </a:path>
                <a:path w="550545" h="234950">
                  <a:moveTo>
                    <a:pt x="502923" y="26744"/>
                  </a:moveTo>
                  <a:lnTo>
                    <a:pt x="47573" y="26744"/>
                  </a:lnTo>
                  <a:lnTo>
                    <a:pt x="47573" y="28801"/>
                  </a:lnTo>
                  <a:lnTo>
                    <a:pt x="502923" y="28801"/>
                  </a:lnTo>
                  <a:lnTo>
                    <a:pt x="502923" y="26744"/>
                  </a:lnTo>
                  <a:close/>
                </a:path>
                <a:path w="550545" h="234950">
                  <a:moveTo>
                    <a:pt x="509719" y="26744"/>
                  </a:moveTo>
                  <a:lnTo>
                    <a:pt x="502923" y="26744"/>
                  </a:lnTo>
                  <a:lnTo>
                    <a:pt x="506321" y="28801"/>
                  </a:lnTo>
                  <a:lnTo>
                    <a:pt x="509719" y="28801"/>
                  </a:lnTo>
                  <a:lnTo>
                    <a:pt x="509719" y="26744"/>
                  </a:lnTo>
                  <a:close/>
                </a:path>
                <a:path w="550545" h="234950">
                  <a:moveTo>
                    <a:pt x="6796" y="18714"/>
                  </a:moveTo>
                  <a:lnTo>
                    <a:pt x="6728" y="18920"/>
                  </a:lnTo>
                  <a:lnTo>
                    <a:pt x="6796" y="18714"/>
                  </a:lnTo>
                  <a:close/>
                </a:path>
                <a:path w="550545" h="234950">
                  <a:moveTo>
                    <a:pt x="543700" y="18746"/>
                  </a:moveTo>
                  <a:lnTo>
                    <a:pt x="543700" y="18920"/>
                  </a:lnTo>
                  <a:lnTo>
                    <a:pt x="543700" y="18746"/>
                  </a:lnTo>
                  <a:close/>
                </a:path>
                <a:path w="550545" h="234950">
                  <a:moveTo>
                    <a:pt x="548580" y="12491"/>
                  </a:moveTo>
                  <a:lnTo>
                    <a:pt x="541661" y="12491"/>
                  </a:lnTo>
                  <a:lnTo>
                    <a:pt x="542171" y="13266"/>
                  </a:lnTo>
                  <a:lnTo>
                    <a:pt x="541914" y="13266"/>
                  </a:lnTo>
                  <a:lnTo>
                    <a:pt x="543700" y="18746"/>
                  </a:lnTo>
                  <a:lnTo>
                    <a:pt x="543700" y="18515"/>
                  </a:lnTo>
                  <a:lnTo>
                    <a:pt x="550496" y="18515"/>
                  </a:lnTo>
                  <a:lnTo>
                    <a:pt x="550496" y="18313"/>
                  </a:lnTo>
                  <a:lnTo>
                    <a:pt x="548835" y="13266"/>
                  </a:lnTo>
                  <a:lnTo>
                    <a:pt x="542171" y="13266"/>
                  </a:lnTo>
                  <a:lnTo>
                    <a:pt x="541813" y="12956"/>
                  </a:lnTo>
                  <a:lnTo>
                    <a:pt x="548733" y="12956"/>
                  </a:lnTo>
                  <a:lnTo>
                    <a:pt x="548580" y="12491"/>
                  </a:lnTo>
                  <a:close/>
                </a:path>
                <a:path w="550545" h="234950">
                  <a:moveTo>
                    <a:pt x="6861" y="18515"/>
                  </a:moveTo>
                  <a:lnTo>
                    <a:pt x="6796" y="18714"/>
                  </a:lnTo>
                  <a:lnTo>
                    <a:pt x="6861" y="18515"/>
                  </a:lnTo>
                  <a:close/>
                </a:path>
                <a:path w="550545" h="234950">
                  <a:moveTo>
                    <a:pt x="8852" y="12491"/>
                  </a:moveTo>
                  <a:lnTo>
                    <a:pt x="8308" y="13266"/>
                  </a:lnTo>
                  <a:lnTo>
                    <a:pt x="8711" y="12917"/>
                  </a:lnTo>
                  <a:lnTo>
                    <a:pt x="8852" y="12491"/>
                  </a:lnTo>
                  <a:close/>
                </a:path>
                <a:path w="550545" h="234950">
                  <a:moveTo>
                    <a:pt x="8711" y="12917"/>
                  </a:moveTo>
                  <a:lnTo>
                    <a:pt x="8308" y="13266"/>
                  </a:lnTo>
                  <a:lnTo>
                    <a:pt x="8596" y="13266"/>
                  </a:lnTo>
                  <a:lnTo>
                    <a:pt x="8711" y="12917"/>
                  </a:lnTo>
                  <a:close/>
                </a:path>
                <a:path w="550545" h="234950">
                  <a:moveTo>
                    <a:pt x="541661" y="12491"/>
                  </a:moveTo>
                  <a:lnTo>
                    <a:pt x="541813" y="12956"/>
                  </a:lnTo>
                  <a:lnTo>
                    <a:pt x="542171" y="13266"/>
                  </a:lnTo>
                  <a:lnTo>
                    <a:pt x="541661" y="12491"/>
                  </a:lnTo>
                  <a:close/>
                </a:path>
                <a:path w="550545" h="234950">
                  <a:moveTo>
                    <a:pt x="536559" y="8411"/>
                  </a:moveTo>
                  <a:lnTo>
                    <a:pt x="541813" y="12956"/>
                  </a:lnTo>
                  <a:lnTo>
                    <a:pt x="541661" y="12491"/>
                  </a:lnTo>
                  <a:lnTo>
                    <a:pt x="548580" y="12491"/>
                  </a:lnTo>
                  <a:lnTo>
                    <a:pt x="548174" y="11260"/>
                  </a:lnTo>
                  <a:lnTo>
                    <a:pt x="545140" y="8630"/>
                  </a:lnTo>
                  <a:lnTo>
                    <a:pt x="537074" y="8630"/>
                  </a:lnTo>
                  <a:lnTo>
                    <a:pt x="536559" y="8411"/>
                  </a:lnTo>
                  <a:close/>
                </a:path>
                <a:path w="550545" h="234950">
                  <a:moveTo>
                    <a:pt x="9204" y="12491"/>
                  </a:moveTo>
                  <a:lnTo>
                    <a:pt x="8852" y="12491"/>
                  </a:lnTo>
                  <a:lnTo>
                    <a:pt x="8711" y="12917"/>
                  </a:lnTo>
                  <a:lnTo>
                    <a:pt x="9204" y="12491"/>
                  </a:lnTo>
                  <a:close/>
                </a:path>
                <a:path w="550545" h="234950">
                  <a:moveTo>
                    <a:pt x="14255" y="8122"/>
                  </a:moveTo>
                  <a:lnTo>
                    <a:pt x="13416" y="8630"/>
                  </a:lnTo>
                  <a:lnTo>
                    <a:pt x="13920" y="8411"/>
                  </a:lnTo>
                  <a:lnTo>
                    <a:pt x="14255" y="8122"/>
                  </a:lnTo>
                  <a:close/>
                </a:path>
                <a:path w="550545" h="234950">
                  <a:moveTo>
                    <a:pt x="13910" y="8421"/>
                  </a:moveTo>
                  <a:lnTo>
                    <a:pt x="13416" y="8630"/>
                  </a:lnTo>
                  <a:lnTo>
                    <a:pt x="13668" y="8630"/>
                  </a:lnTo>
                  <a:lnTo>
                    <a:pt x="13910" y="8421"/>
                  </a:lnTo>
                  <a:close/>
                </a:path>
                <a:path w="550545" h="234950">
                  <a:moveTo>
                    <a:pt x="536224" y="8122"/>
                  </a:moveTo>
                  <a:lnTo>
                    <a:pt x="536581" y="8421"/>
                  </a:lnTo>
                  <a:lnTo>
                    <a:pt x="537074" y="8630"/>
                  </a:lnTo>
                  <a:lnTo>
                    <a:pt x="536224" y="8122"/>
                  </a:lnTo>
                  <a:close/>
                </a:path>
                <a:path w="550545" h="234950">
                  <a:moveTo>
                    <a:pt x="544554" y="8122"/>
                  </a:moveTo>
                  <a:lnTo>
                    <a:pt x="536224" y="8122"/>
                  </a:lnTo>
                  <a:lnTo>
                    <a:pt x="537074" y="8630"/>
                  </a:lnTo>
                  <a:lnTo>
                    <a:pt x="545140" y="8630"/>
                  </a:lnTo>
                  <a:lnTo>
                    <a:pt x="544554" y="8122"/>
                  </a:lnTo>
                  <a:close/>
                </a:path>
                <a:path w="550545" h="234950">
                  <a:moveTo>
                    <a:pt x="14614" y="8122"/>
                  </a:moveTo>
                  <a:lnTo>
                    <a:pt x="14255" y="8122"/>
                  </a:lnTo>
                  <a:lnTo>
                    <a:pt x="13910" y="8421"/>
                  </a:lnTo>
                  <a:lnTo>
                    <a:pt x="14614" y="8122"/>
                  </a:lnTo>
                  <a:close/>
                </a:path>
                <a:path w="550545" h="234950">
                  <a:moveTo>
                    <a:pt x="529157" y="5275"/>
                  </a:moveTo>
                  <a:lnTo>
                    <a:pt x="536559" y="8411"/>
                  </a:lnTo>
                  <a:lnTo>
                    <a:pt x="536224" y="8122"/>
                  </a:lnTo>
                  <a:lnTo>
                    <a:pt x="544554" y="8122"/>
                  </a:lnTo>
                  <a:lnTo>
                    <a:pt x="541491" y="5468"/>
                  </a:lnTo>
                  <a:lnTo>
                    <a:pt x="541241" y="5362"/>
                  </a:lnTo>
                  <a:lnTo>
                    <a:pt x="529881" y="5362"/>
                  </a:lnTo>
                  <a:lnTo>
                    <a:pt x="529157" y="5275"/>
                  </a:lnTo>
                  <a:close/>
                </a:path>
                <a:path w="550545" h="234950">
                  <a:moveTo>
                    <a:pt x="21912" y="5030"/>
                  </a:moveTo>
                  <a:lnTo>
                    <a:pt x="20632" y="5362"/>
                  </a:lnTo>
                  <a:lnTo>
                    <a:pt x="21333" y="5275"/>
                  </a:lnTo>
                  <a:lnTo>
                    <a:pt x="21912" y="5030"/>
                  </a:lnTo>
                  <a:close/>
                </a:path>
                <a:path w="550545" h="234950">
                  <a:moveTo>
                    <a:pt x="21325" y="5278"/>
                  </a:moveTo>
                  <a:lnTo>
                    <a:pt x="20632" y="5362"/>
                  </a:lnTo>
                  <a:lnTo>
                    <a:pt x="21127" y="5362"/>
                  </a:lnTo>
                  <a:lnTo>
                    <a:pt x="21325" y="5278"/>
                  </a:lnTo>
                  <a:close/>
                </a:path>
                <a:path w="550545" h="234950">
                  <a:moveTo>
                    <a:pt x="528579" y="5030"/>
                  </a:moveTo>
                  <a:lnTo>
                    <a:pt x="529186" y="5278"/>
                  </a:lnTo>
                  <a:lnTo>
                    <a:pt x="529881" y="5362"/>
                  </a:lnTo>
                  <a:lnTo>
                    <a:pt x="528579" y="5030"/>
                  </a:lnTo>
                  <a:close/>
                </a:path>
                <a:path w="550545" h="234950">
                  <a:moveTo>
                    <a:pt x="540456" y="5030"/>
                  </a:moveTo>
                  <a:lnTo>
                    <a:pt x="528579" y="5030"/>
                  </a:lnTo>
                  <a:lnTo>
                    <a:pt x="529881" y="5362"/>
                  </a:lnTo>
                  <a:lnTo>
                    <a:pt x="541241" y="5362"/>
                  </a:lnTo>
                  <a:lnTo>
                    <a:pt x="540456" y="5030"/>
                  </a:lnTo>
                  <a:close/>
                </a:path>
                <a:path w="550545" h="234950">
                  <a:moveTo>
                    <a:pt x="23379" y="5030"/>
                  </a:moveTo>
                  <a:lnTo>
                    <a:pt x="21912" y="5030"/>
                  </a:lnTo>
                  <a:lnTo>
                    <a:pt x="21325" y="5278"/>
                  </a:lnTo>
                  <a:lnTo>
                    <a:pt x="23379" y="5030"/>
                  </a:lnTo>
                  <a:close/>
                </a:path>
                <a:path w="550545" h="234950">
                  <a:moveTo>
                    <a:pt x="519234" y="4076"/>
                  </a:moveTo>
                  <a:lnTo>
                    <a:pt x="529157" y="5275"/>
                  </a:lnTo>
                  <a:lnTo>
                    <a:pt x="528579" y="5030"/>
                  </a:lnTo>
                  <a:lnTo>
                    <a:pt x="540456" y="5030"/>
                  </a:lnTo>
                  <a:lnTo>
                    <a:pt x="538296" y="4114"/>
                  </a:lnTo>
                  <a:lnTo>
                    <a:pt x="519913" y="4114"/>
                  </a:lnTo>
                  <a:lnTo>
                    <a:pt x="519234" y="4076"/>
                  </a:lnTo>
                  <a:close/>
                </a:path>
                <a:path w="550545" h="234950">
                  <a:moveTo>
                    <a:pt x="31251" y="4076"/>
                  </a:moveTo>
                  <a:lnTo>
                    <a:pt x="30583" y="4114"/>
                  </a:lnTo>
                  <a:lnTo>
                    <a:pt x="30939" y="4114"/>
                  </a:lnTo>
                  <a:lnTo>
                    <a:pt x="31251" y="4076"/>
                  </a:lnTo>
                  <a:close/>
                </a:path>
                <a:path w="550545" h="234950">
                  <a:moveTo>
                    <a:pt x="519234" y="4076"/>
                  </a:moveTo>
                  <a:lnTo>
                    <a:pt x="31251" y="4076"/>
                  </a:lnTo>
                  <a:lnTo>
                    <a:pt x="30939" y="4114"/>
                  </a:lnTo>
                  <a:lnTo>
                    <a:pt x="519546" y="4114"/>
                  </a:lnTo>
                  <a:lnTo>
                    <a:pt x="519234" y="4076"/>
                  </a:lnTo>
                  <a:close/>
                </a:path>
                <a:path w="550545" h="234950">
                  <a:moveTo>
                    <a:pt x="538207" y="4076"/>
                  </a:moveTo>
                  <a:lnTo>
                    <a:pt x="519234" y="4076"/>
                  </a:lnTo>
                  <a:lnTo>
                    <a:pt x="519913" y="4114"/>
                  </a:lnTo>
                  <a:lnTo>
                    <a:pt x="538296" y="4114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7487" y="2391012"/>
              <a:ext cx="109220" cy="16510"/>
            </a:xfrm>
            <a:custGeom>
              <a:avLst/>
              <a:gdLst/>
              <a:ahLst/>
              <a:cxnLst/>
              <a:rect l="l" t="t" r="r" b="b"/>
              <a:pathLst>
                <a:path w="109219" h="16510">
                  <a:moveTo>
                    <a:pt x="108740" y="0"/>
                  </a:moveTo>
                  <a:lnTo>
                    <a:pt x="0" y="0"/>
                  </a:lnTo>
                  <a:lnTo>
                    <a:pt x="0" y="16458"/>
                  </a:lnTo>
                  <a:lnTo>
                    <a:pt x="108740" y="16458"/>
                  </a:lnTo>
                  <a:lnTo>
                    <a:pt x="108740" y="0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4089" y="2388954"/>
              <a:ext cx="115570" cy="20955"/>
            </a:xfrm>
            <a:custGeom>
              <a:avLst/>
              <a:gdLst/>
              <a:ahLst/>
              <a:cxnLst/>
              <a:rect l="l" t="t" r="r" b="b"/>
              <a:pathLst>
                <a:path w="115569" h="20955">
                  <a:moveTo>
                    <a:pt x="115536" y="0"/>
                  </a:moveTo>
                  <a:lnTo>
                    <a:pt x="0" y="0"/>
                  </a:lnTo>
                  <a:lnTo>
                    <a:pt x="0" y="20572"/>
                  </a:lnTo>
                  <a:lnTo>
                    <a:pt x="115536" y="20572"/>
                  </a:lnTo>
                  <a:lnTo>
                    <a:pt x="115536" y="18515"/>
                  </a:lnTo>
                  <a:lnTo>
                    <a:pt x="6796" y="18515"/>
                  </a:lnTo>
                  <a:lnTo>
                    <a:pt x="3398" y="16458"/>
                  </a:lnTo>
                  <a:lnTo>
                    <a:pt x="6796" y="16458"/>
                  </a:lnTo>
                  <a:lnTo>
                    <a:pt x="6796" y="4114"/>
                  </a:lnTo>
                  <a:lnTo>
                    <a:pt x="3398" y="4114"/>
                  </a:lnTo>
                  <a:lnTo>
                    <a:pt x="6796" y="2057"/>
                  </a:lnTo>
                  <a:lnTo>
                    <a:pt x="115536" y="2057"/>
                  </a:lnTo>
                  <a:lnTo>
                    <a:pt x="115536" y="0"/>
                  </a:lnTo>
                  <a:close/>
                </a:path>
                <a:path w="115569" h="20955">
                  <a:moveTo>
                    <a:pt x="6796" y="16458"/>
                  </a:moveTo>
                  <a:lnTo>
                    <a:pt x="3398" y="16458"/>
                  </a:lnTo>
                  <a:lnTo>
                    <a:pt x="6796" y="18515"/>
                  </a:lnTo>
                  <a:lnTo>
                    <a:pt x="6796" y="16458"/>
                  </a:lnTo>
                  <a:close/>
                </a:path>
                <a:path w="115569" h="20955">
                  <a:moveTo>
                    <a:pt x="108740" y="16458"/>
                  </a:moveTo>
                  <a:lnTo>
                    <a:pt x="6796" y="16458"/>
                  </a:lnTo>
                  <a:lnTo>
                    <a:pt x="6796" y="18515"/>
                  </a:lnTo>
                  <a:lnTo>
                    <a:pt x="108740" y="18515"/>
                  </a:lnTo>
                  <a:lnTo>
                    <a:pt x="108740" y="16458"/>
                  </a:lnTo>
                  <a:close/>
                </a:path>
                <a:path w="115569" h="20955">
                  <a:moveTo>
                    <a:pt x="108740" y="2057"/>
                  </a:moveTo>
                  <a:lnTo>
                    <a:pt x="108740" y="18515"/>
                  </a:lnTo>
                  <a:lnTo>
                    <a:pt x="112138" y="16458"/>
                  </a:lnTo>
                  <a:lnTo>
                    <a:pt x="115536" y="16458"/>
                  </a:lnTo>
                  <a:lnTo>
                    <a:pt x="115536" y="4114"/>
                  </a:lnTo>
                  <a:lnTo>
                    <a:pt x="112138" y="4114"/>
                  </a:lnTo>
                  <a:lnTo>
                    <a:pt x="108740" y="2057"/>
                  </a:lnTo>
                  <a:close/>
                </a:path>
                <a:path w="115569" h="20955">
                  <a:moveTo>
                    <a:pt x="115536" y="16458"/>
                  </a:moveTo>
                  <a:lnTo>
                    <a:pt x="112138" y="16458"/>
                  </a:lnTo>
                  <a:lnTo>
                    <a:pt x="108740" y="18515"/>
                  </a:lnTo>
                  <a:lnTo>
                    <a:pt x="115536" y="18515"/>
                  </a:lnTo>
                  <a:lnTo>
                    <a:pt x="115536" y="16458"/>
                  </a:lnTo>
                  <a:close/>
                </a:path>
                <a:path w="115569" h="20955">
                  <a:moveTo>
                    <a:pt x="6796" y="2057"/>
                  </a:moveTo>
                  <a:lnTo>
                    <a:pt x="3398" y="4114"/>
                  </a:lnTo>
                  <a:lnTo>
                    <a:pt x="6796" y="4114"/>
                  </a:lnTo>
                  <a:lnTo>
                    <a:pt x="6796" y="2057"/>
                  </a:lnTo>
                  <a:close/>
                </a:path>
                <a:path w="115569" h="20955">
                  <a:moveTo>
                    <a:pt x="108740" y="2057"/>
                  </a:moveTo>
                  <a:lnTo>
                    <a:pt x="6796" y="2057"/>
                  </a:lnTo>
                  <a:lnTo>
                    <a:pt x="6796" y="4114"/>
                  </a:lnTo>
                  <a:lnTo>
                    <a:pt x="108740" y="4114"/>
                  </a:lnTo>
                  <a:lnTo>
                    <a:pt x="108740" y="2057"/>
                  </a:lnTo>
                  <a:close/>
                </a:path>
                <a:path w="115569" h="20955">
                  <a:moveTo>
                    <a:pt x="115536" y="2057"/>
                  </a:moveTo>
                  <a:lnTo>
                    <a:pt x="108740" y="2057"/>
                  </a:lnTo>
                  <a:lnTo>
                    <a:pt x="112138" y="4114"/>
                  </a:lnTo>
                  <a:lnTo>
                    <a:pt x="115536" y="4114"/>
                  </a:lnTo>
                  <a:lnTo>
                    <a:pt x="115536" y="205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13412" y="2391012"/>
              <a:ext cx="54610" cy="16510"/>
            </a:xfrm>
            <a:custGeom>
              <a:avLst/>
              <a:gdLst/>
              <a:ahLst/>
              <a:cxnLst/>
              <a:rect l="l" t="t" r="r" b="b"/>
              <a:pathLst>
                <a:path w="54610" h="16510">
                  <a:moveTo>
                    <a:pt x="54370" y="0"/>
                  </a:moveTo>
                  <a:lnTo>
                    <a:pt x="0" y="0"/>
                  </a:lnTo>
                  <a:lnTo>
                    <a:pt x="0" y="16458"/>
                  </a:lnTo>
                  <a:lnTo>
                    <a:pt x="54370" y="16458"/>
                  </a:lnTo>
                  <a:lnTo>
                    <a:pt x="54370" y="0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10014" y="2388954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5" h="20955">
                  <a:moveTo>
                    <a:pt x="61166" y="0"/>
                  </a:moveTo>
                  <a:lnTo>
                    <a:pt x="0" y="0"/>
                  </a:lnTo>
                  <a:lnTo>
                    <a:pt x="0" y="20572"/>
                  </a:lnTo>
                  <a:lnTo>
                    <a:pt x="61166" y="20572"/>
                  </a:lnTo>
                  <a:lnTo>
                    <a:pt x="61166" y="18515"/>
                  </a:lnTo>
                  <a:lnTo>
                    <a:pt x="6796" y="18515"/>
                  </a:lnTo>
                  <a:lnTo>
                    <a:pt x="3398" y="16458"/>
                  </a:lnTo>
                  <a:lnTo>
                    <a:pt x="6796" y="16458"/>
                  </a:lnTo>
                  <a:lnTo>
                    <a:pt x="6796" y="4114"/>
                  </a:lnTo>
                  <a:lnTo>
                    <a:pt x="3398" y="4114"/>
                  </a:lnTo>
                  <a:lnTo>
                    <a:pt x="6796" y="2057"/>
                  </a:lnTo>
                  <a:lnTo>
                    <a:pt x="61166" y="2057"/>
                  </a:lnTo>
                  <a:lnTo>
                    <a:pt x="61166" y="0"/>
                  </a:lnTo>
                  <a:close/>
                </a:path>
                <a:path w="61595" h="20955">
                  <a:moveTo>
                    <a:pt x="6796" y="16458"/>
                  </a:moveTo>
                  <a:lnTo>
                    <a:pt x="3398" y="16458"/>
                  </a:lnTo>
                  <a:lnTo>
                    <a:pt x="6796" y="18515"/>
                  </a:lnTo>
                  <a:lnTo>
                    <a:pt x="6796" y="16458"/>
                  </a:lnTo>
                  <a:close/>
                </a:path>
                <a:path w="61595" h="20955">
                  <a:moveTo>
                    <a:pt x="54370" y="16458"/>
                  </a:moveTo>
                  <a:lnTo>
                    <a:pt x="6796" y="16458"/>
                  </a:lnTo>
                  <a:lnTo>
                    <a:pt x="6796" y="18515"/>
                  </a:lnTo>
                  <a:lnTo>
                    <a:pt x="54370" y="18515"/>
                  </a:lnTo>
                  <a:lnTo>
                    <a:pt x="54370" y="16458"/>
                  </a:lnTo>
                  <a:close/>
                </a:path>
                <a:path w="61595" h="20955">
                  <a:moveTo>
                    <a:pt x="54370" y="2057"/>
                  </a:moveTo>
                  <a:lnTo>
                    <a:pt x="54370" y="18515"/>
                  </a:lnTo>
                  <a:lnTo>
                    <a:pt x="57768" y="16458"/>
                  </a:lnTo>
                  <a:lnTo>
                    <a:pt x="61166" y="16458"/>
                  </a:lnTo>
                  <a:lnTo>
                    <a:pt x="61166" y="4114"/>
                  </a:lnTo>
                  <a:lnTo>
                    <a:pt x="57768" y="4114"/>
                  </a:lnTo>
                  <a:lnTo>
                    <a:pt x="54370" y="2057"/>
                  </a:lnTo>
                  <a:close/>
                </a:path>
                <a:path w="61595" h="20955">
                  <a:moveTo>
                    <a:pt x="61166" y="16458"/>
                  </a:moveTo>
                  <a:lnTo>
                    <a:pt x="57768" y="16458"/>
                  </a:lnTo>
                  <a:lnTo>
                    <a:pt x="54370" y="18515"/>
                  </a:lnTo>
                  <a:lnTo>
                    <a:pt x="61166" y="18515"/>
                  </a:lnTo>
                  <a:lnTo>
                    <a:pt x="61166" y="16458"/>
                  </a:lnTo>
                  <a:close/>
                </a:path>
                <a:path w="61595" h="20955">
                  <a:moveTo>
                    <a:pt x="6796" y="2057"/>
                  </a:moveTo>
                  <a:lnTo>
                    <a:pt x="3398" y="4114"/>
                  </a:lnTo>
                  <a:lnTo>
                    <a:pt x="6796" y="4114"/>
                  </a:lnTo>
                  <a:lnTo>
                    <a:pt x="6796" y="2057"/>
                  </a:lnTo>
                  <a:close/>
                </a:path>
                <a:path w="61595" h="20955">
                  <a:moveTo>
                    <a:pt x="54370" y="2057"/>
                  </a:moveTo>
                  <a:lnTo>
                    <a:pt x="6796" y="2057"/>
                  </a:lnTo>
                  <a:lnTo>
                    <a:pt x="6796" y="4114"/>
                  </a:lnTo>
                  <a:lnTo>
                    <a:pt x="54370" y="4114"/>
                  </a:lnTo>
                  <a:lnTo>
                    <a:pt x="54370" y="2057"/>
                  </a:lnTo>
                  <a:close/>
                </a:path>
                <a:path w="61595" h="20955">
                  <a:moveTo>
                    <a:pt x="61166" y="2057"/>
                  </a:moveTo>
                  <a:lnTo>
                    <a:pt x="54370" y="2057"/>
                  </a:lnTo>
                  <a:lnTo>
                    <a:pt x="57768" y="4114"/>
                  </a:lnTo>
                  <a:lnTo>
                    <a:pt x="61166" y="4114"/>
                  </a:lnTo>
                  <a:lnTo>
                    <a:pt x="61166" y="205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2819" y="2308796"/>
              <a:ext cx="1184148" cy="3201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3591" y="2292134"/>
              <a:ext cx="1104887" cy="40077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0063" y="2336291"/>
              <a:ext cx="1094232" cy="2301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560063" y="2336291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1055877" y="0"/>
                  </a:lnTo>
                  <a:lnTo>
                    <a:pt x="1070818" y="3010"/>
                  </a:lnTo>
                  <a:lnTo>
                    <a:pt x="1083008" y="11223"/>
                  </a:lnTo>
                  <a:lnTo>
                    <a:pt x="1091221" y="23413"/>
                  </a:lnTo>
                  <a:lnTo>
                    <a:pt x="1094232" y="38353"/>
                  </a:lnTo>
                  <a:lnTo>
                    <a:pt x="1094232" y="191769"/>
                  </a:lnTo>
                  <a:lnTo>
                    <a:pt x="1091221" y="206710"/>
                  </a:lnTo>
                  <a:lnTo>
                    <a:pt x="1083008" y="218900"/>
                  </a:lnTo>
                  <a:lnTo>
                    <a:pt x="1070818" y="227113"/>
                  </a:lnTo>
                  <a:lnTo>
                    <a:pt x="1055877" y="230124"/>
                  </a:lnTo>
                  <a:lnTo>
                    <a:pt x="38353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3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715639" y="2339467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</a:t>
            </a:r>
            <a:r>
              <a:rPr sz="1200" spc="1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30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05610" y="2778505"/>
            <a:ext cx="1289050" cy="914400"/>
            <a:chOff x="1705610" y="2778505"/>
            <a:chExt cx="1289050" cy="914400"/>
          </a:xfrm>
        </p:grpSpPr>
        <p:sp>
          <p:nvSpPr>
            <p:cNvPr id="26" name="object 26"/>
            <p:cNvSpPr/>
            <p:nvPr/>
          </p:nvSpPr>
          <p:spPr>
            <a:xfrm>
              <a:off x="1718310" y="2791205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1115314" y="0"/>
                  </a:moveTo>
                  <a:lnTo>
                    <a:pt x="148081" y="0"/>
                  </a:lnTo>
                  <a:lnTo>
                    <a:pt x="101274" y="7548"/>
                  </a:lnTo>
                  <a:lnTo>
                    <a:pt x="60624" y="28569"/>
                  </a:lnTo>
                  <a:lnTo>
                    <a:pt x="28569" y="60624"/>
                  </a:lnTo>
                  <a:lnTo>
                    <a:pt x="7548" y="101274"/>
                  </a:lnTo>
                  <a:lnTo>
                    <a:pt x="0" y="148081"/>
                  </a:lnTo>
                  <a:lnTo>
                    <a:pt x="0" y="740410"/>
                  </a:lnTo>
                  <a:lnTo>
                    <a:pt x="7548" y="787217"/>
                  </a:lnTo>
                  <a:lnTo>
                    <a:pt x="28569" y="827867"/>
                  </a:lnTo>
                  <a:lnTo>
                    <a:pt x="60624" y="859922"/>
                  </a:lnTo>
                  <a:lnTo>
                    <a:pt x="101274" y="880943"/>
                  </a:lnTo>
                  <a:lnTo>
                    <a:pt x="148081" y="888491"/>
                  </a:lnTo>
                  <a:lnTo>
                    <a:pt x="1115314" y="888491"/>
                  </a:lnTo>
                  <a:lnTo>
                    <a:pt x="1162121" y="880943"/>
                  </a:lnTo>
                  <a:lnTo>
                    <a:pt x="1202771" y="859922"/>
                  </a:lnTo>
                  <a:lnTo>
                    <a:pt x="1234826" y="827867"/>
                  </a:lnTo>
                  <a:lnTo>
                    <a:pt x="1255847" y="787217"/>
                  </a:lnTo>
                  <a:lnTo>
                    <a:pt x="1263395" y="740410"/>
                  </a:lnTo>
                  <a:lnTo>
                    <a:pt x="1263395" y="148081"/>
                  </a:lnTo>
                  <a:lnTo>
                    <a:pt x="1255847" y="101274"/>
                  </a:lnTo>
                  <a:lnTo>
                    <a:pt x="1234826" y="60624"/>
                  </a:lnTo>
                  <a:lnTo>
                    <a:pt x="1202771" y="28569"/>
                  </a:lnTo>
                  <a:lnTo>
                    <a:pt x="1162121" y="7548"/>
                  </a:lnTo>
                  <a:lnTo>
                    <a:pt x="11153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18310" y="2791205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0" y="148081"/>
                  </a:moveTo>
                  <a:lnTo>
                    <a:pt x="7548" y="101274"/>
                  </a:lnTo>
                  <a:lnTo>
                    <a:pt x="28569" y="60624"/>
                  </a:lnTo>
                  <a:lnTo>
                    <a:pt x="60624" y="28569"/>
                  </a:lnTo>
                  <a:lnTo>
                    <a:pt x="101274" y="7548"/>
                  </a:lnTo>
                  <a:lnTo>
                    <a:pt x="148081" y="0"/>
                  </a:lnTo>
                  <a:lnTo>
                    <a:pt x="1115314" y="0"/>
                  </a:lnTo>
                  <a:lnTo>
                    <a:pt x="1162121" y="7548"/>
                  </a:lnTo>
                  <a:lnTo>
                    <a:pt x="1202771" y="28569"/>
                  </a:lnTo>
                  <a:lnTo>
                    <a:pt x="1234826" y="60624"/>
                  </a:lnTo>
                  <a:lnTo>
                    <a:pt x="1255847" y="101274"/>
                  </a:lnTo>
                  <a:lnTo>
                    <a:pt x="1263395" y="148081"/>
                  </a:lnTo>
                  <a:lnTo>
                    <a:pt x="1263395" y="740410"/>
                  </a:lnTo>
                  <a:lnTo>
                    <a:pt x="1255847" y="787217"/>
                  </a:lnTo>
                  <a:lnTo>
                    <a:pt x="1234826" y="827867"/>
                  </a:lnTo>
                  <a:lnTo>
                    <a:pt x="1202771" y="859922"/>
                  </a:lnTo>
                  <a:lnTo>
                    <a:pt x="1162121" y="880943"/>
                  </a:lnTo>
                  <a:lnTo>
                    <a:pt x="1115314" y="888491"/>
                  </a:lnTo>
                  <a:lnTo>
                    <a:pt x="148081" y="888491"/>
                  </a:lnTo>
                  <a:lnTo>
                    <a:pt x="101274" y="880943"/>
                  </a:lnTo>
                  <a:lnTo>
                    <a:pt x="60624" y="859922"/>
                  </a:lnTo>
                  <a:lnTo>
                    <a:pt x="28569" y="827867"/>
                  </a:lnTo>
                  <a:lnTo>
                    <a:pt x="7548" y="787217"/>
                  </a:lnTo>
                  <a:lnTo>
                    <a:pt x="0" y="740410"/>
                  </a:lnTo>
                  <a:lnTo>
                    <a:pt x="0" y="14808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93341" y="3079750"/>
            <a:ext cx="3033395" cy="183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 marL="12700" marR="5080" indent="254000">
              <a:lnSpc>
                <a:spcPct val="238099"/>
              </a:lnSpc>
              <a:spcBef>
                <a:spcPts val="1765"/>
              </a:spcBef>
              <a:tabLst>
                <a:tab pos="2267585" algn="l"/>
              </a:tabLst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Subnet: 10.0.1.0/24 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: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 10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0.0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0/1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6	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(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I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Pv4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03355" y="2921005"/>
            <a:ext cx="1703070" cy="439420"/>
            <a:chOff x="3003355" y="2921005"/>
            <a:chExt cx="1703070" cy="439420"/>
          </a:xfrm>
        </p:grpSpPr>
        <p:sp>
          <p:nvSpPr>
            <p:cNvPr id="30" name="object 30"/>
            <p:cNvSpPr/>
            <p:nvPr/>
          </p:nvSpPr>
          <p:spPr>
            <a:xfrm>
              <a:off x="3006463" y="2922897"/>
              <a:ext cx="542925" cy="230504"/>
            </a:xfrm>
            <a:custGeom>
              <a:avLst/>
              <a:gdLst/>
              <a:ahLst/>
              <a:cxnLst/>
              <a:rect l="l" t="t" r="r" b="b"/>
              <a:pathLst>
                <a:path w="542925" h="230505">
                  <a:moveTo>
                    <a:pt x="515320" y="0"/>
                  </a:moveTo>
                  <a:lnTo>
                    <a:pt x="27122" y="0"/>
                  </a:lnTo>
                  <a:lnTo>
                    <a:pt x="16591" y="1298"/>
                  </a:lnTo>
                  <a:lnTo>
                    <a:pt x="7967" y="4834"/>
                  </a:lnTo>
                  <a:lnTo>
                    <a:pt x="2140" y="10067"/>
                  </a:lnTo>
                  <a:lnTo>
                    <a:pt x="0" y="16458"/>
                  </a:lnTo>
                  <a:lnTo>
                    <a:pt x="0" y="213957"/>
                  </a:lnTo>
                  <a:lnTo>
                    <a:pt x="2140" y="220347"/>
                  </a:lnTo>
                  <a:lnTo>
                    <a:pt x="7967" y="225580"/>
                  </a:lnTo>
                  <a:lnTo>
                    <a:pt x="16591" y="229116"/>
                  </a:lnTo>
                  <a:lnTo>
                    <a:pt x="27122" y="230415"/>
                  </a:lnTo>
                  <a:lnTo>
                    <a:pt x="515320" y="230415"/>
                  </a:lnTo>
                  <a:lnTo>
                    <a:pt x="525851" y="229116"/>
                  </a:lnTo>
                  <a:lnTo>
                    <a:pt x="534475" y="225580"/>
                  </a:lnTo>
                  <a:lnTo>
                    <a:pt x="540302" y="220347"/>
                  </a:lnTo>
                  <a:lnTo>
                    <a:pt x="542442" y="213957"/>
                  </a:lnTo>
                  <a:lnTo>
                    <a:pt x="542442" y="205728"/>
                  </a:lnTo>
                  <a:lnTo>
                    <a:pt x="40683" y="205728"/>
                  </a:lnTo>
                  <a:lnTo>
                    <a:pt x="40683" y="139895"/>
                  </a:lnTo>
                  <a:lnTo>
                    <a:pt x="542442" y="139895"/>
                  </a:lnTo>
                  <a:lnTo>
                    <a:pt x="542442" y="90520"/>
                  </a:lnTo>
                  <a:lnTo>
                    <a:pt x="40683" y="90520"/>
                  </a:lnTo>
                  <a:lnTo>
                    <a:pt x="40683" y="24687"/>
                  </a:lnTo>
                  <a:lnTo>
                    <a:pt x="542442" y="24687"/>
                  </a:lnTo>
                  <a:lnTo>
                    <a:pt x="542442" y="16458"/>
                  </a:lnTo>
                  <a:lnTo>
                    <a:pt x="540302" y="10067"/>
                  </a:lnTo>
                  <a:lnTo>
                    <a:pt x="534475" y="4834"/>
                  </a:lnTo>
                  <a:lnTo>
                    <a:pt x="525851" y="1298"/>
                  </a:lnTo>
                  <a:lnTo>
                    <a:pt x="515320" y="0"/>
                  </a:lnTo>
                  <a:close/>
                </a:path>
                <a:path w="542925" h="230505">
                  <a:moveTo>
                    <a:pt x="542442" y="139895"/>
                  </a:moveTo>
                  <a:lnTo>
                    <a:pt x="501759" y="139895"/>
                  </a:lnTo>
                  <a:lnTo>
                    <a:pt x="501759" y="205728"/>
                  </a:lnTo>
                  <a:lnTo>
                    <a:pt x="542442" y="205728"/>
                  </a:lnTo>
                  <a:lnTo>
                    <a:pt x="542442" y="139895"/>
                  </a:lnTo>
                  <a:close/>
                </a:path>
                <a:path w="542925" h="230505">
                  <a:moveTo>
                    <a:pt x="542442" y="24687"/>
                  </a:moveTo>
                  <a:lnTo>
                    <a:pt x="501759" y="24687"/>
                  </a:lnTo>
                  <a:lnTo>
                    <a:pt x="501759" y="90520"/>
                  </a:lnTo>
                  <a:lnTo>
                    <a:pt x="542442" y="90520"/>
                  </a:lnTo>
                  <a:lnTo>
                    <a:pt x="542442" y="24687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03355" y="2921005"/>
              <a:ext cx="549275" cy="234950"/>
            </a:xfrm>
            <a:custGeom>
              <a:avLst/>
              <a:gdLst/>
              <a:ahLst/>
              <a:cxnLst/>
              <a:rect l="l" t="t" r="r" b="b"/>
              <a:pathLst>
                <a:path w="549275" h="234950">
                  <a:moveTo>
                    <a:pt x="519049" y="0"/>
                  </a:moveTo>
                  <a:lnTo>
                    <a:pt x="30179" y="0"/>
                  </a:lnTo>
                  <a:lnTo>
                    <a:pt x="18556" y="1412"/>
                  </a:lnTo>
                  <a:lnTo>
                    <a:pt x="9006" y="5468"/>
                  </a:lnTo>
                  <a:lnTo>
                    <a:pt x="2322" y="11260"/>
                  </a:lnTo>
                  <a:lnTo>
                    <a:pt x="0" y="18313"/>
                  </a:lnTo>
                  <a:lnTo>
                    <a:pt x="0" y="216220"/>
                  </a:lnTo>
                  <a:lnTo>
                    <a:pt x="2322" y="223269"/>
                  </a:lnTo>
                  <a:lnTo>
                    <a:pt x="9006" y="229064"/>
                  </a:lnTo>
                  <a:lnTo>
                    <a:pt x="18556" y="233120"/>
                  </a:lnTo>
                  <a:lnTo>
                    <a:pt x="30179" y="234529"/>
                  </a:lnTo>
                  <a:lnTo>
                    <a:pt x="519049" y="234529"/>
                  </a:lnTo>
                  <a:lnTo>
                    <a:pt x="530689" y="233120"/>
                  </a:lnTo>
                  <a:lnTo>
                    <a:pt x="536961" y="230456"/>
                  </a:lnTo>
                  <a:lnTo>
                    <a:pt x="31179" y="230456"/>
                  </a:lnTo>
                  <a:lnTo>
                    <a:pt x="30512" y="230415"/>
                  </a:lnTo>
                  <a:lnTo>
                    <a:pt x="30840" y="230415"/>
                  </a:lnTo>
                  <a:lnTo>
                    <a:pt x="23325" y="229503"/>
                  </a:lnTo>
                  <a:lnTo>
                    <a:pt x="21861" y="229503"/>
                  </a:lnTo>
                  <a:lnTo>
                    <a:pt x="20584" y="229170"/>
                  </a:lnTo>
                  <a:lnTo>
                    <a:pt x="21078" y="229170"/>
                  </a:lnTo>
                  <a:lnTo>
                    <a:pt x="14572" y="226407"/>
                  </a:lnTo>
                  <a:lnTo>
                    <a:pt x="14222" y="226407"/>
                  </a:lnTo>
                  <a:lnTo>
                    <a:pt x="13385" y="225903"/>
                  </a:lnTo>
                  <a:lnTo>
                    <a:pt x="13640" y="225903"/>
                  </a:lnTo>
                  <a:lnTo>
                    <a:pt x="9187" y="222042"/>
                  </a:lnTo>
                  <a:lnTo>
                    <a:pt x="8831" y="222042"/>
                  </a:lnTo>
                  <a:lnTo>
                    <a:pt x="8289" y="221263"/>
                  </a:lnTo>
                  <a:lnTo>
                    <a:pt x="8575" y="221263"/>
                  </a:lnTo>
                  <a:lnTo>
                    <a:pt x="6844" y="216014"/>
                  </a:lnTo>
                  <a:lnTo>
                    <a:pt x="6712" y="18920"/>
                  </a:lnTo>
                  <a:lnTo>
                    <a:pt x="6780" y="18515"/>
                  </a:lnTo>
                  <a:lnTo>
                    <a:pt x="8576" y="13266"/>
                  </a:lnTo>
                  <a:lnTo>
                    <a:pt x="8289" y="13266"/>
                  </a:lnTo>
                  <a:lnTo>
                    <a:pt x="8831" y="12491"/>
                  </a:lnTo>
                  <a:lnTo>
                    <a:pt x="9183" y="12491"/>
                  </a:lnTo>
                  <a:lnTo>
                    <a:pt x="13636" y="8630"/>
                  </a:lnTo>
                  <a:lnTo>
                    <a:pt x="13385" y="8630"/>
                  </a:lnTo>
                  <a:lnTo>
                    <a:pt x="14222" y="8122"/>
                  </a:lnTo>
                  <a:lnTo>
                    <a:pt x="14580" y="8122"/>
                  </a:lnTo>
                  <a:lnTo>
                    <a:pt x="21078" y="5362"/>
                  </a:lnTo>
                  <a:lnTo>
                    <a:pt x="20584" y="5362"/>
                  </a:lnTo>
                  <a:lnTo>
                    <a:pt x="21861" y="5030"/>
                  </a:lnTo>
                  <a:lnTo>
                    <a:pt x="23325" y="5030"/>
                  </a:lnTo>
                  <a:lnTo>
                    <a:pt x="30868" y="4114"/>
                  </a:lnTo>
                  <a:lnTo>
                    <a:pt x="30512" y="4114"/>
                  </a:lnTo>
                  <a:lnTo>
                    <a:pt x="31179" y="4076"/>
                  </a:lnTo>
                  <a:lnTo>
                    <a:pt x="536961" y="4076"/>
                  </a:lnTo>
                  <a:lnTo>
                    <a:pt x="530689" y="1412"/>
                  </a:lnTo>
                  <a:lnTo>
                    <a:pt x="519049" y="0"/>
                  </a:lnTo>
                  <a:close/>
                </a:path>
                <a:path w="549275" h="234950">
                  <a:moveTo>
                    <a:pt x="30840" y="230415"/>
                  </a:moveTo>
                  <a:lnTo>
                    <a:pt x="30512" y="230415"/>
                  </a:lnTo>
                  <a:lnTo>
                    <a:pt x="31179" y="230456"/>
                  </a:lnTo>
                  <a:lnTo>
                    <a:pt x="30840" y="230415"/>
                  </a:lnTo>
                  <a:close/>
                </a:path>
                <a:path w="549275" h="234950">
                  <a:moveTo>
                    <a:pt x="518372" y="230415"/>
                  </a:moveTo>
                  <a:lnTo>
                    <a:pt x="30840" y="230415"/>
                  </a:lnTo>
                  <a:lnTo>
                    <a:pt x="31179" y="230456"/>
                  </a:lnTo>
                  <a:lnTo>
                    <a:pt x="518032" y="230456"/>
                  </a:lnTo>
                  <a:lnTo>
                    <a:pt x="518372" y="230415"/>
                  </a:lnTo>
                  <a:close/>
                </a:path>
                <a:path w="549275" h="234950">
                  <a:moveTo>
                    <a:pt x="527933" y="229258"/>
                  </a:moveTo>
                  <a:lnTo>
                    <a:pt x="518032" y="230456"/>
                  </a:lnTo>
                  <a:lnTo>
                    <a:pt x="518710" y="230415"/>
                  </a:lnTo>
                  <a:lnTo>
                    <a:pt x="537058" y="230415"/>
                  </a:lnTo>
                  <a:lnTo>
                    <a:pt x="539205" y="229503"/>
                  </a:lnTo>
                  <a:lnTo>
                    <a:pt x="527355" y="229503"/>
                  </a:lnTo>
                  <a:lnTo>
                    <a:pt x="527933" y="229258"/>
                  </a:lnTo>
                  <a:close/>
                </a:path>
                <a:path w="549275" h="234950">
                  <a:moveTo>
                    <a:pt x="537058" y="230415"/>
                  </a:moveTo>
                  <a:lnTo>
                    <a:pt x="518710" y="230415"/>
                  </a:lnTo>
                  <a:lnTo>
                    <a:pt x="518032" y="230456"/>
                  </a:lnTo>
                  <a:lnTo>
                    <a:pt x="536961" y="230456"/>
                  </a:lnTo>
                  <a:close/>
                </a:path>
                <a:path w="549275" h="234950">
                  <a:moveTo>
                    <a:pt x="20584" y="229170"/>
                  </a:moveTo>
                  <a:lnTo>
                    <a:pt x="21861" y="229503"/>
                  </a:lnTo>
                  <a:lnTo>
                    <a:pt x="21276" y="229254"/>
                  </a:lnTo>
                  <a:lnTo>
                    <a:pt x="20584" y="229170"/>
                  </a:lnTo>
                  <a:close/>
                </a:path>
                <a:path w="549275" h="234950">
                  <a:moveTo>
                    <a:pt x="21276" y="229254"/>
                  </a:moveTo>
                  <a:lnTo>
                    <a:pt x="21861" y="229503"/>
                  </a:lnTo>
                  <a:lnTo>
                    <a:pt x="23325" y="229503"/>
                  </a:lnTo>
                  <a:lnTo>
                    <a:pt x="21276" y="229254"/>
                  </a:lnTo>
                  <a:close/>
                </a:path>
                <a:path w="549275" h="234950">
                  <a:moveTo>
                    <a:pt x="528655" y="229170"/>
                  </a:moveTo>
                  <a:lnTo>
                    <a:pt x="527933" y="229258"/>
                  </a:lnTo>
                  <a:lnTo>
                    <a:pt x="527355" y="229503"/>
                  </a:lnTo>
                  <a:lnTo>
                    <a:pt x="528655" y="229170"/>
                  </a:lnTo>
                  <a:close/>
                </a:path>
                <a:path w="549275" h="234950">
                  <a:moveTo>
                    <a:pt x="539988" y="229170"/>
                  </a:moveTo>
                  <a:lnTo>
                    <a:pt x="528655" y="229170"/>
                  </a:lnTo>
                  <a:lnTo>
                    <a:pt x="527355" y="229503"/>
                  </a:lnTo>
                  <a:lnTo>
                    <a:pt x="539205" y="229503"/>
                  </a:lnTo>
                  <a:lnTo>
                    <a:pt x="539988" y="229170"/>
                  </a:lnTo>
                  <a:close/>
                </a:path>
                <a:path w="549275" h="234950">
                  <a:moveTo>
                    <a:pt x="535309" y="226124"/>
                  </a:moveTo>
                  <a:lnTo>
                    <a:pt x="527933" y="229258"/>
                  </a:lnTo>
                  <a:lnTo>
                    <a:pt x="528655" y="229170"/>
                  </a:lnTo>
                  <a:lnTo>
                    <a:pt x="539988" y="229170"/>
                  </a:lnTo>
                  <a:lnTo>
                    <a:pt x="540238" y="229064"/>
                  </a:lnTo>
                  <a:lnTo>
                    <a:pt x="543296" y="226407"/>
                  </a:lnTo>
                  <a:lnTo>
                    <a:pt x="534984" y="226407"/>
                  </a:lnTo>
                  <a:lnTo>
                    <a:pt x="535309" y="226124"/>
                  </a:lnTo>
                  <a:close/>
                </a:path>
                <a:path w="549275" h="234950">
                  <a:moveTo>
                    <a:pt x="21078" y="229170"/>
                  </a:moveTo>
                  <a:lnTo>
                    <a:pt x="20584" y="229170"/>
                  </a:lnTo>
                  <a:lnTo>
                    <a:pt x="21276" y="229254"/>
                  </a:lnTo>
                  <a:lnTo>
                    <a:pt x="21078" y="229170"/>
                  </a:lnTo>
                  <a:close/>
                </a:path>
                <a:path w="549275" h="234950">
                  <a:moveTo>
                    <a:pt x="13385" y="225903"/>
                  </a:moveTo>
                  <a:lnTo>
                    <a:pt x="14222" y="226407"/>
                  </a:lnTo>
                  <a:lnTo>
                    <a:pt x="13885" y="226115"/>
                  </a:lnTo>
                  <a:lnTo>
                    <a:pt x="13385" y="225903"/>
                  </a:lnTo>
                  <a:close/>
                </a:path>
                <a:path w="549275" h="234950">
                  <a:moveTo>
                    <a:pt x="13885" y="226115"/>
                  </a:moveTo>
                  <a:lnTo>
                    <a:pt x="14222" y="226407"/>
                  </a:lnTo>
                  <a:lnTo>
                    <a:pt x="14572" y="226407"/>
                  </a:lnTo>
                  <a:lnTo>
                    <a:pt x="13885" y="226115"/>
                  </a:lnTo>
                  <a:close/>
                </a:path>
                <a:path w="549275" h="234950">
                  <a:moveTo>
                    <a:pt x="535831" y="225903"/>
                  </a:moveTo>
                  <a:lnTo>
                    <a:pt x="535309" y="226124"/>
                  </a:lnTo>
                  <a:lnTo>
                    <a:pt x="534984" y="226407"/>
                  </a:lnTo>
                  <a:lnTo>
                    <a:pt x="535831" y="225903"/>
                  </a:lnTo>
                  <a:close/>
                </a:path>
                <a:path w="549275" h="234950">
                  <a:moveTo>
                    <a:pt x="543876" y="225903"/>
                  </a:moveTo>
                  <a:lnTo>
                    <a:pt x="535831" y="225903"/>
                  </a:lnTo>
                  <a:lnTo>
                    <a:pt x="534984" y="226407"/>
                  </a:lnTo>
                  <a:lnTo>
                    <a:pt x="543296" y="226407"/>
                  </a:lnTo>
                  <a:lnTo>
                    <a:pt x="543876" y="225903"/>
                  </a:lnTo>
                  <a:close/>
                </a:path>
                <a:path w="549275" h="234950">
                  <a:moveTo>
                    <a:pt x="540561" y="221572"/>
                  </a:moveTo>
                  <a:lnTo>
                    <a:pt x="535309" y="226124"/>
                  </a:lnTo>
                  <a:lnTo>
                    <a:pt x="535831" y="225903"/>
                  </a:lnTo>
                  <a:lnTo>
                    <a:pt x="543876" y="225903"/>
                  </a:lnTo>
                  <a:lnTo>
                    <a:pt x="546906" y="223269"/>
                  </a:lnTo>
                  <a:lnTo>
                    <a:pt x="547309" y="222042"/>
                  </a:lnTo>
                  <a:lnTo>
                    <a:pt x="540408" y="222042"/>
                  </a:lnTo>
                  <a:lnTo>
                    <a:pt x="540561" y="221572"/>
                  </a:lnTo>
                  <a:close/>
                </a:path>
                <a:path w="549275" h="234950">
                  <a:moveTo>
                    <a:pt x="13640" y="225903"/>
                  </a:moveTo>
                  <a:lnTo>
                    <a:pt x="13385" y="225903"/>
                  </a:lnTo>
                  <a:lnTo>
                    <a:pt x="13885" y="226115"/>
                  </a:lnTo>
                  <a:lnTo>
                    <a:pt x="13640" y="225903"/>
                  </a:lnTo>
                  <a:close/>
                </a:path>
                <a:path w="549275" h="234950">
                  <a:moveTo>
                    <a:pt x="8289" y="221263"/>
                  </a:moveTo>
                  <a:lnTo>
                    <a:pt x="8831" y="222042"/>
                  </a:lnTo>
                  <a:lnTo>
                    <a:pt x="8689" y="221610"/>
                  </a:lnTo>
                  <a:lnTo>
                    <a:pt x="8289" y="221263"/>
                  </a:lnTo>
                  <a:close/>
                </a:path>
                <a:path w="549275" h="234950">
                  <a:moveTo>
                    <a:pt x="8689" y="221610"/>
                  </a:moveTo>
                  <a:lnTo>
                    <a:pt x="8831" y="222042"/>
                  </a:lnTo>
                  <a:lnTo>
                    <a:pt x="9187" y="222042"/>
                  </a:lnTo>
                  <a:lnTo>
                    <a:pt x="8689" y="221610"/>
                  </a:lnTo>
                  <a:close/>
                </a:path>
                <a:path w="549275" h="234950">
                  <a:moveTo>
                    <a:pt x="540916" y="221263"/>
                  </a:moveTo>
                  <a:lnTo>
                    <a:pt x="540561" y="221572"/>
                  </a:lnTo>
                  <a:lnTo>
                    <a:pt x="540408" y="222042"/>
                  </a:lnTo>
                  <a:lnTo>
                    <a:pt x="540916" y="221263"/>
                  </a:lnTo>
                  <a:close/>
                </a:path>
                <a:path w="549275" h="234950">
                  <a:moveTo>
                    <a:pt x="547565" y="221263"/>
                  </a:moveTo>
                  <a:lnTo>
                    <a:pt x="540916" y="221263"/>
                  </a:lnTo>
                  <a:lnTo>
                    <a:pt x="540408" y="222042"/>
                  </a:lnTo>
                  <a:lnTo>
                    <a:pt x="547309" y="222042"/>
                  </a:lnTo>
                  <a:lnTo>
                    <a:pt x="547565" y="221263"/>
                  </a:lnTo>
                  <a:close/>
                </a:path>
                <a:path w="549275" h="234950">
                  <a:moveTo>
                    <a:pt x="8575" y="221263"/>
                  </a:moveTo>
                  <a:lnTo>
                    <a:pt x="8289" y="221263"/>
                  </a:lnTo>
                  <a:lnTo>
                    <a:pt x="8689" y="221610"/>
                  </a:lnTo>
                  <a:lnTo>
                    <a:pt x="8575" y="221263"/>
                  </a:lnTo>
                  <a:close/>
                </a:path>
                <a:path w="549275" h="234950">
                  <a:moveTo>
                    <a:pt x="549223" y="215613"/>
                  </a:moveTo>
                  <a:lnTo>
                    <a:pt x="542499" y="215613"/>
                  </a:lnTo>
                  <a:lnTo>
                    <a:pt x="542442" y="216014"/>
                  </a:lnTo>
                  <a:lnTo>
                    <a:pt x="540561" y="221572"/>
                  </a:lnTo>
                  <a:lnTo>
                    <a:pt x="540916" y="221263"/>
                  </a:lnTo>
                  <a:lnTo>
                    <a:pt x="547565" y="221263"/>
                  </a:lnTo>
                  <a:lnTo>
                    <a:pt x="549223" y="216220"/>
                  </a:lnTo>
                  <a:lnTo>
                    <a:pt x="549223" y="215613"/>
                  </a:lnTo>
                  <a:close/>
                </a:path>
                <a:path w="549275" h="234950">
                  <a:moveTo>
                    <a:pt x="6780" y="215819"/>
                  </a:moveTo>
                  <a:lnTo>
                    <a:pt x="6780" y="216014"/>
                  </a:lnTo>
                  <a:lnTo>
                    <a:pt x="6780" y="215819"/>
                  </a:lnTo>
                  <a:close/>
                </a:path>
                <a:path w="549275" h="234950">
                  <a:moveTo>
                    <a:pt x="542442" y="215787"/>
                  </a:moveTo>
                  <a:lnTo>
                    <a:pt x="542368" y="216014"/>
                  </a:lnTo>
                  <a:lnTo>
                    <a:pt x="542442" y="215787"/>
                  </a:lnTo>
                  <a:close/>
                </a:path>
                <a:path w="549275" h="234950">
                  <a:moveTo>
                    <a:pt x="6780" y="215613"/>
                  </a:moveTo>
                  <a:lnTo>
                    <a:pt x="6780" y="215819"/>
                  </a:lnTo>
                  <a:lnTo>
                    <a:pt x="6780" y="215613"/>
                  </a:lnTo>
                  <a:close/>
                </a:path>
                <a:path w="549275" h="234950">
                  <a:moveTo>
                    <a:pt x="549223" y="18515"/>
                  </a:moveTo>
                  <a:lnTo>
                    <a:pt x="542442" y="18515"/>
                  </a:lnTo>
                  <a:lnTo>
                    <a:pt x="542499" y="18920"/>
                  </a:lnTo>
                  <a:lnTo>
                    <a:pt x="542442" y="215787"/>
                  </a:lnTo>
                  <a:lnTo>
                    <a:pt x="542499" y="215613"/>
                  </a:lnTo>
                  <a:lnTo>
                    <a:pt x="549223" y="215613"/>
                  </a:lnTo>
                  <a:lnTo>
                    <a:pt x="549223" y="18515"/>
                  </a:lnTo>
                  <a:close/>
                </a:path>
                <a:path w="549275" h="234950">
                  <a:moveTo>
                    <a:pt x="508539" y="139895"/>
                  </a:moveTo>
                  <a:lnTo>
                    <a:pt x="40683" y="139895"/>
                  </a:lnTo>
                  <a:lnTo>
                    <a:pt x="40683" y="209842"/>
                  </a:lnTo>
                  <a:lnTo>
                    <a:pt x="508539" y="209842"/>
                  </a:lnTo>
                  <a:lnTo>
                    <a:pt x="508539" y="207785"/>
                  </a:lnTo>
                  <a:lnTo>
                    <a:pt x="47463" y="207785"/>
                  </a:lnTo>
                  <a:lnTo>
                    <a:pt x="44073" y="205728"/>
                  </a:lnTo>
                  <a:lnTo>
                    <a:pt x="47463" y="205728"/>
                  </a:lnTo>
                  <a:lnTo>
                    <a:pt x="47463" y="144009"/>
                  </a:lnTo>
                  <a:lnTo>
                    <a:pt x="44073" y="144009"/>
                  </a:lnTo>
                  <a:lnTo>
                    <a:pt x="47463" y="141952"/>
                  </a:lnTo>
                  <a:lnTo>
                    <a:pt x="508539" y="141952"/>
                  </a:lnTo>
                  <a:lnTo>
                    <a:pt x="508539" y="139895"/>
                  </a:lnTo>
                  <a:close/>
                </a:path>
                <a:path w="549275" h="234950">
                  <a:moveTo>
                    <a:pt x="47463" y="205728"/>
                  </a:moveTo>
                  <a:lnTo>
                    <a:pt x="44073" y="205728"/>
                  </a:lnTo>
                  <a:lnTo>
                    <a:pt x="47463" y="207785"/>
                  </a:lnTo>
                  <a:lnTo>
                    <a:pt x="47463" y="205728"/>
                  </a:lnTo>
                  <a:close/>
                </a:path>
                <a:path w="549275" h="234950">
                  <a:moveTo>
                    <a:pt x="501759" y="205728"/>
                  </a:moveTo>
                  <a:lnTo>
                    <a:pt x="47463" y="205728"/>
                  </a:lnTo>
                  <a:lnTo>
                    <a:pt x="47463" y="207785"/>
                  </a:lnTo>
                  <a:lnTo>
                    <a:pt x="501759" y="207785"/>
                  </a:lnTo>
                  <a:lnTo>
                    <a:pt x="501759" y="205728"/>
                  </a:lnTo>
                  <a:close/>
                </a:path>
                <a:path w="549275" h="234950">
                  <a:moveTo>
                    <a:pt x="501759" y="141952"/>
                  </a:moveTo>
                  <a:lnTo>
                    <a:pt x="501759" y="207785"/>
                  </a:lnTo>
                  <a:lnTo>
                    <a:pt x="505149" y="205728"/>
                  </a:lnTo>
                  <a:lnTo>
                    <a:pt x="508539" y="205728"/>
                  </a:lnTo>
                  <a:lnTo>
                    <a:pt x="508539" y="144009"/>
                  </a:lnTo>
                  <a:lnTo>
                    <a:pt x="505149" y="144009"/>
                  </a:lnTo>
                  <a:lnTo>
                    <a:pt x="501759" y="141952"/>
                  </a:lnTo>
                  <a:close/>
                </a:path>
                <a:path w="549275" h="234950">
                  <a:moveTo>
                    <a:pt x="508539" y="205728"/>
                  </a:moveTo>
                  <a:lnTo>
                    <a:pt x="505149" y="205728"/>
                  </a:lnTo>
                  <a:lnTo>
                    <a:pt x="501759" y="207785"/>
                  </a:lnTo>
                  <a:lnTo>
                    <a:pt x="508539" y="207785"/>
                  </a:lnTo>
                  <a:lnTo>
                    <a:pt x="508539" y="205728"/>
                  </a:lnTo>
                  <a:close/>
                </a:path>
                <a:path w="549275" h="234950">
                  <a:moveTo>
                    <a:pt x="47463" y="141952"/>
                  </a:moveTo>
                  <a:lnTo>
                    <a:pt x="44073" y="144009"/>
                  </a:lnTo>
                  <a:lnTo>
                    <a:pt x="47463" y="144009"/>
                  </a:lnTo>
                  <a:lnTo>
                    <a:pt x="47463" y="141952"/>
                  </a:lnTo>
                  <a:close/>
                </a:path>
                <a:path w="549275" h="234950">
                  <a:moveTo>
                    <a:pt x="501759" y="141952"/>
                  </a:moveTo>
                  <a:lnTo>
                    <a:pt x="47463" y="141952"/>
                  </a:lnTo>
                  <a:lnTo>
                    <a:pt x="47463" y="144009"/>
                  </a:lnTo>
                  <a:lnTo>
                    <a:pt x="501759" y="144009"/>
                  </a:lnTo>
                  <a:lnTo>
                    <a:pt x="501759" y="141952"/>
                  </a:lnTo>
                  <a:close/>
                </a:path>
                <a:path w="549275" h="234950">
                  <a:moveTo>
                    <a:pt x="508539" y="141952"/>
                  </a:moveTo>
                  <a:lnTo>
                    <a:pt x="501759" y="141952"/>
                  </a:lnTo>
                  <a:lnTo>
                    <a:pt x="505149" y="144009"/>
                  </a:lnTo>
                  <a:lnTo>
                    <a:pt x="508539" y="144009"/>
                  </a:lnTo>
                  <a:lnTo>
                    <a:pt x="508539" y="141952"/>
                  </a:lnTo>
                  <a:close/>
                </a:path>
                <a:path w="549275" h="234950">
                  <a:moveTo>
                    <a:pt x="508539" y="24687"/>
                  </a:moveTo>
                  <a:lnTo>
                    <a:pt x="40683" y="24687"/>
                  </a:lnTo>
                  <a:lnTo>
                    <a:pt x="40683" y="94634"/>
                  </a:lnTo>
                  <a:lnTo>
                    <a:pt x="508539" y="94634"/>
                  </a:lnTo>
                  <a:lnTo>
                    <a:pt x="508539" y="92577"/>
                  </a:lnTo>
                  <a:lnTo>
                    <a:pt x="47463" y="92577"/>
                  </a:lnTo>
                  <a:lnTo>
                    <a:pt x="44073" y="90520"/>
                  </a:lnTo>
                  <a:lnTo>
                    <a:pt x="47463" y="90520"/>
                  </a:lnTo>
                  <a:lnTo>
                    <a:pt x="47463" y="28801"/>
                  </a:lnTo>
                  <a:lnTo>
                    <a:pt x="44073" y="28801"/>
                  </a:lnTo>
                  <a:lnTo>
                    <a:pt x="47463" y="26744"/>
                  </a:lnTo>
                  <a:lnTo>
                    <a:pt x="508539" y="26744"/>
                  </a:lnTo>
                  <a:lnTo>
                    <a:pt x="508539" y="24687"/>
                  </a:lnTo>
                  <a:close/>
                </a:path>
                <a:path w="549275" h="234950">
                  <a:moveTo>
                    <a:pt x="47463" y="90520"/>
                  </a:moveTo>
                  <a:lnTo>
                    <a:pt x="44073" y="90520"/>
                  </a:lnTo>
                  <a:lnTo>
                    <a:pt x="47463" y="92577"/>
                  </a:lnTo>
                  <a:lnTo>
                    <a:pt x="47463" y="90520"/>
                  </a:lnTo>
                  <a:close/>
                </a:path>
                <a:path w="549275" h="234950">
                  <a:moveTo>
                    <a:pt x="501759" y="90520"/>
                  </a:moveTo>
                  <a:lnTo>
                    <a:pt x="47463" y="90520"/>
                  </a:lnTo>
                  <a:lnTo>
                    <a:pt x="47463" y="92577"/>
                  </a:lnTo>
                  <a:lnTo>
                    <a:pt x="501759" y="92577"/>
                  </a:lnTo>
                  <a:lnTo>
                    <a:pt x="501759" y="90520"/>
                  </a:lnTo>
                  <a:close/>
                </a:path>
                <a:path w="549275" h="234950">
                  <a:moveTo>
                    <a:pt x="501759" y="26744"/>
                  </a:moveTo>
                  <a:lnTo>
                    <a:pt x="501759" y="92577"/>
                  </a:lnTo>
                  <a:lnTo>
                    <a:pt x="505149" y="90520"/>
                  </a:lnTo>
                  <a:lnTo>
                    <a:pt x="508539" y="90520"/>
                  </a:lnTo>
                  <a:lnTo>
                    <a:pt x="508539" y="28801"/>
                  </a:lnTo>
                  <a:lnTo>
                    <a:pt x="505149" y="28801"/>
                  </a:lnTo>
                  <a:lnTo>
                    <a:pt x="501759" y="26744"/>
                  </a:lnTo>
                  <a:close/>
                </a:path>
                <a:path w="549275" h="234950">
                  <a:moveTo>
                    <a:pt x="508539" y="90520"/>
                  </a:moveTo>
                  <a:lnTo>
                    <a:pt x="505149" y="90520"/>
                  </a:lnTo>
                  <a:lnTo>
                    <a:pt x="501759" y="92577"/>
                  </a:lnTo>
                  <a:lnTo>
                    <a:pt x="508539" y="92577"/>
                  </a:lnTo>
                  <a:lnTo>
                    <a:pt x="508539" y="90520"/>
                  </a:lnTo>
                  <a:close/>
                </a:path>
                <a:path w="549275" h="234950">
                  <a:moveTo>
                    <a:pt x="47463" y="26744"/>
                  </a:moveTo>
                  <a:lnTo>
                    <a:pt x="44073" y="28801"/>
                  </a:lnTo>
                  <a:lnTo>
                    <a:pt x="47463" y="28801"/>
                  </a:lnTo>
                  <a:lnTo>
                    <a:pt x="47463" y="26744"/>
                  </a:lnTo>
                  <a:close/>
                </a:path>
                <a:path w="549275" h="234950">
                  <a:moveTo>
                    <a:pt x="501759" y="26744"/>
                  </a:moveTo>
                  <a:lnTo>
                    <a:pt x="47463" y="26744"/>
                  </a:lnTo>
                  <a:lnTo>
                    <a:pt x="47463" y="28801"/>
                  </a:lnTo>
                  <a:lnTo>
                    <a:pt x="501759" y="28801"/>
                  </a:lnTo>
                  <a:lnTo>
                    <a:pt x="501759" y="26744"/>
                  </a:lnTo>
                  <a:close/>
                </a:path>
                <a:path w="549275" h="234950">
                  <a:moveTo>
                    <a:pt x="508539" y="26744"/>
                  </a:moveTo>
                  <a:lnTo>
                    <a:pt x="501759" y="26744"/>
                  </a:lnTo>
                  <a:lnTo>
                    <a:pt x="505149" y="28801"/>
                  </a:lnTo>
                  <a:lnTo>
                    <a:pt x="508539" y="28801"/>
                  </a:lnTo>
                  <a:lnTo>
                    <a:pt x="508539" y="26744"/>
                  </a:lnTo>
                  <a:close/>
                </a:path>
                <a:path w="549275" h="234950">
                  <a:moveTo>
                    <a:pt x="6780" y="18714"/>
                  </a:moveTo>
                  <a:lnTo>
                    <a:pt x="6712" y="18920"/>
                  </a:lnTo>
                  <a:lnTo>
                    <a:pt x="6780" y="18714"/>
                  </a:lnTo>
                  <a:close/>
                </a:path>
                <a:path w="549275" h="234950">
                  <a:moveTo>
                    <a:pt x="542442" y="18746"/>
                  </a:moveTo>
                  <a:lnTo>
                    <a:pt x="542442" y="18920"/>
                  </a:lnTo>
                  <a:lnTo>
                    <a:pt x="542442" y="18746"/>
                  </a:lnTo>
                  <a:close/>
                </a:path>
                <a:path w="549275" h="234950">
                  <a:moveTo>
                    <a:pt x="547310" y="12491"/>
                  </a:moveTo>
                  <a:lnTo>
                    <a:pt x="540408" y="12491"/>
                  </a:lnTo>
                  <a:lnTo>
                    <a:pt x="540916" y="13266"/>
                  </a:lnTo>
                  <a:lnTo>
                    <a:pt x="540660" y="13266"/>
                  </a:lnTo>
                  <a:lnTo>
                    <a:pt x="542442" y="18746"/>
                  </a:lnTo>
                  <a:lnTo>
                    <a:pt x="542442" y="18515"/>
                  </a:lnTo>
                  <a:lnTo>
                    <a:pt x="549223" y="18515"/>
                  </a:lnTo>
                  <a:lnTo>
                    <a:pt x="549223" y="18313"/>
                  </a:lnTo>
                  <a:lnTo>
                    <a:pt x="547565" y="13266"/>
                  </a:lnTo>
                  <a:lnTo>
                    <a:pt x="540916" y="13266"/>
                  </a:lnTo>
                  <a:lnTo>
                    <a:pt x="540559" y="12956"/>
                  </a:lnTo>
                  <a:lnTo>
                    <a:pt x="547463" y="12956"/>
                  </a:lnTo>
                  <a:lnTo>
                    <a:pt x="547310" y="12491"/>
                  </a:lnTo>
                  <a:close/>
                </a:path>
                <a:path w="549275" h="234950">
                  <a:moveTo>
                    <a:pt x="6846" y="18515"/>
                  </a:moveTo>
                  <a:lnTo>
                    <a:pt x="6780" y="18714"/>
                  </a:lnTo>
                  <a:lnTo>
                    <a:pt x="6846" y="18515"/>
                  </a:lnTo>
                  <a:close/>
                </a:path>
                <a:path w="549275" h="234950">
                  <a:moveTo>
                    <a:pt x="8831" y="12491"/>
                  </a:moveTo>
                  <a:lnTo>
                    <a:pt x="8289" y="13266"/>
                  </a:lnTo>
                  <a:lnTo>
                    <a:pt x="8691" y="12917"/>
                  </a:lnTo>
                  <a:lnTo>
                    <a:pt x="8831" y="12491"/>
                  </a:lnTo>
                  <a:close/>
                </a:path>
                <a:path w="549275" h="234950">
                  <a:moveTo>
                    <a:pt x="8691" y="12917"/>
                  </a:moveTo>
                  <a:lnTo>
                    <a:pt x="8289" y="13266"/>
                  </a:lnTo>
                  <a:lnTo>
                    <a:pt x="8576" y="13266"/>
                  </a:lnTo>
                  <a:lnTo>
                    <a:pt x="8691" y="12917"/>
                  </a:lnTo>
                  <a:close/>
                </a:path>
                <a:path w="549275" h="234950">
                  <a:moveTo>
                    <a:pt x="540408" y="12491"/>
                  </a:moveTo>
                  <a:lnTo>
                    <a:pt x="540559" y="12956"/>
                  </a:lnTo>
                  <a:lnTo>
                    <a:pt x="540916" y="13266"/>
                  </a:lnTo>
                  <a:lnTo>
                    <a:pt x="540408" y="12491"/>
                  </a:lnTo>
                  <a:close/>
                </a:path>
                <a:path w="549275" h="234950">
                  <a:moveTo>
                    <a:pt x="535317" y="8411"/>
                  </a:moveTo>
                  <a:lnTo>
                    <a:pt x="540559" y="12956"/>
                  </a:lnTo>
                  <a:lnTo>
                    <a:pt x="540408" y="12491"/>
                  </a:lnTo>
                  <a:lnTo>
                    <a:pt x="547310" y="12491"/>
                  </a:lnTo>
                  <a:lnTo>
                    <a:pt x="546906" y="11260"/>
                  </a:lnTo>
                  <a:lnTo>
                    <a:pt x="543878" y="8630"/>
                  </a:lnTo>
                  <a:lnTo>
                    <a:pt x="535831" y="8630"/>
                  </a:lnTo>
                  <a:lnTo>
                    <a:pt x="535317" y="8411"/>
                  </a:lnTo>
                  <a:close/>
                </a:path>
                <a:path w="549275" h="234950">
                  <a:moveTo>
                    <a:pt x="9183" y="12491"/>
                  </a:moveTo>
                  <a:lnTo>
                    <a:pt x="8831" y="12491"/>
                  </a:lnTo>
                  <a:lnTo>
                    <a:pt x="8691" y="12917"/>
                  </a:lnTo>
                  <a:lnTo>
                    <a:pt x="9183" y="12491"/>
                  </a:lnTo>
                  <a:close/>
                </a:path>
                <a:path w="549275" h="234950">
                  <a:moveTo>
                    <a:pt x="14222" y="8122"/>
                  </a:moveTo>
                  <a:lnTo>
                    <a:pt x="13385" y="8630"/>
                  </a:lnTo>
                  <a:lnTo>
                    <a:pt x="13888" y="8411"/>
                  </a:lnTo>
                  <a:lnTo>
                    <a:pt x="14222" y="8122"/>
                  </a:lnTo>
                  <a:close/>
                </a:path>
                <a:path w="549275" h="234950">
                  <a:moveTo>
                    <a:pt x="13877" y="8421"/>
                  </a:moveTo>
                  <a:lnTo>
                    <a:pt x="13385" y="8630"/>
                  </a:lnTo>
                  <a:lnTo>
                    <a:pt x="13636" y="8630"/>
                  </a:lnTo>
                  <a:lnTo>
                    <a:pt x="13877" y="8421"/>
                  </a:lnTo>
                  <a:close/>
                </a:path>
                <a:path w="549275" h="234950">
                  <a:moveTo>
                    <a:pt x="534984" y="8122"/>
                  </a:moveTo>
                  <a:lnTo>
                    <a:pt x="535339" y="8421"/>
                  </a:lnTo>
                  <a:lnTo>
                    <a:pt x="535831" y="8630"/>
                  </a:lnTo>
                  <a:lnTo>
                    <a:pt x="534984" y="8122"/>
                  </a:lnTo>
                  <a:close/>
                </a:path>
                <a:path w="549275" h="234950">
                  <a:moveTo>
                    <a:pt x="543294" y="8122"/>
                  </a:moveTo>
                  <a:lnTo>
                    <a:pt x="534984" y="8122"/>
                  </a:lnTo>
                  <a:lnTo>
                    <a:pt x="535831" y="8630"/>
                  </a:lnTo>
                  <a:lnTo>
                    <a:pt x="543878" y="8630"/>
                  </a:lnTo>
                  <a:lnTo>
                    <a:pt x="543294" y="8122"/>
                  </a:lnTo>
                  <a:close/>
                </a:path>
                <a:path w="549275" h="234950">
                  <a:moveTo>
                    <a:pt x="14580" y="8122"/>
                  </a:moveTo>
                  <a:lnTo>
                    <a:pt x="14222" y="8122"/>
                  </a:lnTo>
                  <a:lnTo>
                    <a:pt x="13877" y="8421"/>
                  </a:lnTo>
                  <a:lnTo>
                    <a:pt x="14580" y="8122"/>
                  </a:lnTo>
                  <a:close/>
                </a:path>
                <a:path w="549275" h="234950">
                  <a:moveTo>
                    <a:pt x="527933" y="5275"/>
                  </a:moveTo>
                  <a:lnTo>
                    <a:pt x="535317" y="8411"/>
                  </a:lnTo>
                  <a:lnTo>
                    <a:pt x="534984" y="8122"/>
                  </a:lnTo>
                  <a:lnTo>
                    <a:pt x="543294" y="8122"/>
                  </a:lnTo>
                  <a:lnTo>
                    <a:pt x="540238" y="5468"/>
                  </a:lnTo>
                  <a:lnTo>
                    <a:pt x="539988" y="5362"/>
                  </a:lnTo>
                  <a:lnTo>
                    <a:pt x="528655" y="5362"/>
                  </a:lnTo>
                  <a:lnTo>
                    <a:pt x="527933" y="5275"/>
                  </a:lnTo>
                  <a:close/>
                </a:path>
                <a:path w="549275" h="234950">
                  <a:moveTo>
                    <a:pt x="21861" y="5030"/>
                  </a:moveTo>
                  <a:lnTo>
                    <a:pt x="20584" y="5362"/>
                  </a:lnTo>
                  <a:lnTo>
                    <a:pt x="21284" y="5275"/>
                  </a:lnTo>
                  <a:lnTo>
                    <a:pt x="21861" y="5030"/>
                  </a:lnTo>
                  <a:close/>
                </a:path>
                <a:path w="549275" h="234950">
                  <a:moveTo>
                    <a:pt x="21276" y="5278"/>
                  </a:moveTo>
                  <a:lnTo>
                    <a:pt x="20584" y="5362"/>
                  </a:lnTo>
                  <a:lnTo>
                    <a:pt x="21078" y="5362"/>
                  </a:lnTo>
                  <a:lnTo>
                    <a:pt x="21276" y="5278"/>
                  </a:lnTo>
                  <a:close/>
                </a:path>
                <a:path w="549275" h="234950">
                  <a:moveTo>
                    <a:pt x="527355" y="5030"/>
                  </a:moveTo>
                  <a:lnTo>
                    <a:pt x="527962" y="5278"/>
                  </a:lnTo>
                  <a:lnTo>
                    <a:pt x="528655" y="5362"/>
                  </a:lnTo>
                  <a:lnTo>
                    <a:pt x="527355" y="5030"/>
                  </a:lnTo>
                  <a:close/>
                </a:path>
                <a:path w="549275" h="234950">
                  <a:moveTo>
                    <a:pt x="539205" y="5030"/>
                  </a:moveTo>
                  <a:lnTo>
                    <a:pt x="527355" y="5030"/>
                  </a:lnTo>
                  <a:lnTo>
                    <a:pt x="528655" y="5362"/>
                  </a:lnTo>
                  <a:lnTo>
                    <a:pt x="539988" y="5362"/>
                  </a:lnTo>
                  <a:lnTo>
                    <a:pt x="539205" y="5030"/>
                  </a:lnTo>
                  <a:close/>
                </a:path>
                <a:path w="549275" h="234950">
                  <a:moveTo>
                    <a:pt x="23325" y="5030"/>
                  </a:moveTo>
                  <a:lnTo>
                    <a:pt x="21861" y="5030"/>
                  </a:lnTo>
                  <a:lnTo>
                    <a:pt x="21276" y="5278"/>
                  </a:lnTo>
                  <a:lnTo>
                    <a:pt x="23325" y="5030"/>
                  </a:lnTo>
                  <a:close/>
                </a:path>
                <a:path w="549275" h="234950">
                  <a:moveTo>
                    <a:pt x="518032" y="4076"/>
                  </a:moveTo>
                  <a:lnTo>
                    <a:pt x="527933" y="5275"/>
                  </a:lnTo>
                  <a:lnTo>
                    <a:pt x="527355" y="5030"/>
                  </a:lnTo>
                  <a:lnTo>
                    <a:pt x="539205" y="5030"/>
                  </a:lnTo>
                  <a:lnTo>
                    <a:pt x="537050" y="4114"/>
                  </a:lnTo>
                  <a:lnTo>
                    <a:pt x="518710" y="4114"/>
                  </a:lnTo>
                  <a:lnTo>
                    <a:pt x="518032" y="4076"/>
                  </a:lnTo>
                  <a:close/>
                </a:path>
                <a:path w="549275" h="234950">
                  <a:moveTo>
                    <a:pt x="31179" y="4076"/>
                  </a:moveTo>
                  <a:lnTo>
                    <a:pt x="30512" y="4114"/>
                  </a:lnTo>
                  <a:lnTo>
                    <a:pt x="30868" y="4114"/>
                  </a:lnTo>
                  <a:lnTo>
                    <a:pt x="31179" y="4076"/>
                  </a:lnTo>
                  <a:close/>
                </a:path>
                <a:path w="549275" h="234950">
                  <a:moveTo>
                    <a:pt x="518032" y="4076"/>
                  </a:moveTo>
                  <a:lnTo>
                    <a:pt x="31179" y="4076"/>
                  </a:lnTo>
                  <a:lnTo>
                    <a:pt x="30868" y="4114"/>
                  </a:lnTo>
                  <a:lnTo>
                    <a:pt x="518344" y="4114"/>
                  </a:lnTo>
                  <a:lnTo>
                    <a:pt x="518032" y="4076"/>
                  </a:lnTo>
                  <a:close/>
                </a:path>
                <a:path w="549275" h="234950">
                  <a:moveTo>
                    <a:pt x="536961" y="4076"/>
                  </a:moveTo>
                  <a:lnTo>
                    <a:pt x="518032" y="4076"/>
                  </a:lnTo>
                  <a:lnTo>
                    <a:pt x="518710" y="4114"/>
                  </a:lnTo>
                  <a:lnTo>
                    <a:pt x="537050" y="4114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87829" y="3087480"/>
              <a:ext cx="108585" cy="16510"/>
            </a:xfrm>
            <a:custGeom>
              <a:avLst/>
              <a:gdLst/>
              <a:ahLst/>
              <a:cxnLst/>
              <a:rect l="l" t="t" r="r" b="b"/>
              <a:pathLst>
                <a:path w="108585" h="16510">
                  <a:moveTo>
                    <a:pt x="108488" y="0"/>
                  </a:moveTo>
                  <a:lnTo>
                    <a:pt x="0" y="0"/>
                  </a:lnTo>
                  <a:lnTo>
                    <a:pt x="0" y="16458"/>
                  </a:lnTo>
                  <a:lnTo>
                    <a:pt x="108488" y="16458"/>
                  </a:lnTo>
                  <a:lnTo>
                    <a:pt x="108488" y="0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84439" y="3085423"/>
              <a:ext cx="115570" cy="20955"/>
            </a:xfrm>
            <a:custGeom>
              <a:avLst/>
              <a:gdLst/>
              <a:ahLst/>
              <a:cxnLst/>
              <a:rect l="l" t="t" r="r" b="b"/>
              <a:pathLst>
                <a:path w="115569" h="20955">
                  <a:moveTo>
                    <a:pt x="115269" y="0"/>
                  </a:moveTo>
                  <a:lnTo>
                    <a:pt x="0" y="0"/>
                  </a:lnTo>
                  <a:lnTo>
                    <a:pt x="0" y="20572"/>
                  </a:lnTo>
                  <a:lnTo>
                    <a:pt x="115269" y="20572"/>
                  </a:lnTo>
                  <a:lnTo>
                    <a:pt x="115269" y="18515"/>
                  </a:lnTo>
                  <a:lnTo>
                    <a:pt x="6780" y="18515"/>
                  </a:lnTo>
                  <a:lnTo>
                    <a:pt x="3390" y="16458"/>
                  </a:lnTo>
                  <a:lnTo>
                    <a:pt x="6780" y="16458"/>
                  </a:lnTo>
                  <a:lnTo>
                    <a:pt x="6780" y="4114"/>
                  </a:lnTo>
                  <a:lnTo>
                    <a:pt x="3390" y="4114"/>
                  </a:lnTo>
                  <a:lnTo>
                    <a:pt x="6780" y="2057"/>
                  </a:lnTo>
                  <a:lnTo>
                    <a:pt x="115269" y="2057"/>
                  </a:lnTo>
                  <a:lnTo>
                    <a:pt x="115269" y="0"/>
                  </a:lnTo>
                  <a:close/>
                </a:path>
                <a:path w="115569" h="20955">
                  <a:moveTo>
                    <a:pt x="6780" y="16458"/>
                  </a:moveTo>
                  <a:lnTo>
                    <a:pt x="3390" y="16458"/>
                  </a:lnTo>
                  <a:lnTo>
                    <a:pt x="6780" y="18515"/>
                  </a:lnTo>
                  <a:lnTo>
                    <a:pt x="6780" y="16458"/>
                  </a:lnTo>
                  <a:close/>
                </a:path>
                <a:path w="115569" h="20955">
                  <a:moveTo>
                    <a:pt x="108488" y="16458"/>
                  </a:moveTo>
                  <a:lnTo>
                    <a:pt x="6780" y="16458"/>
                  </a:lnTo>
                  <a:lnTo>
                    <a:pt x="6780" y="18515"/>
                  </a:lnTo>
                  <a:lnTo>
                    <a:pt x="108488" y="18515"/>
                  </a:lnTo>
                  <a:lnTo>
                    <a:pt x="108488" y="16458"/>
                  </a:lnTo>
                  <a:close/>
                </a:path>
                <a:path w="115569" h="20955">
                  <a:moveTo>
                    <a:pt x="108488" y="2057"/>
                  </a:moveTo>
                  <a:lnTo>
                    <a:pt x="108488" y="18515"/>
                  </a:lnTo>
                  <a:lnTo>
                    <a:pt x="111878" y="16458"/>
                  </a:lnTo>
                  <a:lnTo>
                    <a:pt x="115269" y="16458"/>
                  </a:lnTo>
                  <a:lnTo>
                    <a:pt x="115269" y="4114"/>
                  </a:lnTo>
                  <a:lnTo>
                    <a:pt x="111878" y="4114"/>
                  </a:lnTo>
                  <a:lnTo>
                    <a:pt x="108488" y="2057"/>
                  </a:lnTo>
                  <a:close/>
                </a:path>
                <a:path w="115569" h="20955">
                  <a:moveTo>
                    <a:pt x="115269" y="16458"/>
                  </a:moveTo>
                  <a:lnTo>
                    <a:pt x="111878" y="16458"/>
                  </a:lnTo>
                  <a:lnTo>
                    <a:pt x="108488" y="18515"/>
                  </a:lnTo>
                  <a:lnTo>
                    <a:pt x="115269" y="18515"/>
                  </a:lnTo>
                  <a:lnTo>
                    <a:pt x="115269" y="16458"/>
                  </a:lnTo>
                  <a:close/>
                </a:path>
                <a:path w="115569" h="20955">
                  <a:moveTo>
                    <a:pt x="6780" y="2057"/>
                  </a:moveTo>
                  <a:lnTo>
                    <a:pt x="3390" y="4114"/>
                  </a:lnTo>
                  <a:lnTo>
                    <a:pt x="6780" y="4114"/>
                  </a:lnTo>
                  <a:lnTo>
                    <a:pt x="6780" y="2057"/>
                  </a:lnTo>
                  <a:close/>
                </a:path>
                <a:path w="115569" h="20955">
                  <a:moveTo>
                    <a:pt x="108488" y="2057"/>
                  </a:moveTo>
                  <a:lnTo>
                    <a:pt x="6780" y="2057"/>
                  </a:lnTo>
                  <a:lnTo>
                    <a:pt x="6780" y="4114"/>
                  </a:lnTo>
                  <a:lnTo>
                    <a:pt x="108488" y="4114"/>
                  </a:lnTo>
                  <a:lnTo>
                    <a:pt x="108488" y="2057"/>
                  </a:lnTo>
                  <a:close/>
                </a:path>
                <a:path w="115569" h="20955">
                  <a:moveTo>
                    <a:pt x="115269" y="2057"/>
                  </a:moveTo>
                  <a:lnTo>
                    <a:pt x="108488" y="2057"/>
                  </a:lnTo>
                  <a:lnTo>
                    <a:pt x="111878" y="4114"/>
                  </a:lnTo>
                  <a:lnTo>
                    <a:pt x="115269" y="4114"/>
                  </a:lnTo>
                  <a:lnTo>
                    <a:pt x="115269" y="205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23440" y="3087480"/>
              <a:ext cx="54610" cy="16510"/>
            </a:xfrm>
            <a:custGeom>
              <a:avLst/>
              <a:gdLst/>
              <a:ahLst/>
              <a:cxnLst/>
              <a:rect l="l" t="t" r="r" b="b"/>
              <a:pathLst>
                <a:path w="54610" h="16510">
                  <a:moveTo>
                    <a:pt x="54244" y="0"/>
                  </a:moveTo>
                  <a:lnTo>
                    <a:pt x="0" y="0"/>
                  </a:lnTo>
                  <a:lnTo>
                    <a:pt x="0" y="16458"/>
                  </a:lnTo>
                  <a:lnTo>
                    <a:pt x="54244" y="16458"/>
                  </a:lnTo>
                  <a:lnTo>
                    <a:pt x="54244" y="0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20049" y="3085423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5" h="20955">
                  <a:moveTo>
                    <a:pt x="61024" y="0"/>
                  </a:moveTo>
                  <a:lnTo>
                    <a:pt x="0" y="0"/>
                  </a:lnTo>
                  <a:lnTo>
                    <a:pt x="0" y="20572"/>
                  </a:lnTo>
                  <a:lnTo>
                    <a:pt x="61024" y="20572"/>
                  </a:lnTo>
                  <a:lnTo>
                    <a:pt x="61024" y="18515"/>
                  </a:lnTo>
                  <a:lnTo>
                    <a:pt x="6780" y="18515"/>
                  </a:lnTo>
                  <a:lnTo>
                    <a:pt x="3390" y="16458"/>
                  </a:lnTo>
                  <a:lnTo>
                    <a:pt x="6780" y="16458"/>
                  </a:lnTo>
                  <a:lnTo>
                    <a:pt x="6780" y="4114"/>
                  </a:lnTo>
                  <a:lnTo>
                    <a:pt x="3390" y="4114"/>
                  </a:lnTo>
                  <a:lnTo>
                    <a:pt x="6780" y="2057"/>
                  </a:lnTo>
                  <a:lnTo>
                    <a:pt x="61024" y="2057"/>
                  </a:lnTo>
                  <a:lnTo>
                    <a:pt x="61024" y="0"/>
                  </a:lnTo>
                  <a:close/>
                </a:path>
                <a:path w="61595" h="20955">
                  <a:moveTo>
                    <a:pt x="6780" y="16458"/>
                  </a:moveTo>
                  <a:lnTo>
                    <a:pt x="3390" y="16458"/>
                  </a:lnTo>
                  <a:lnTo>
                    <a:pt x="6780" y="18515"/>
                  </a:lnTo>
                  <a:lnTo>
                    <a:pt x="6780" y="16458"/>
                  </a:lnTo>
                  <a:close/>
                </a:path>
                <a:path w="61595" h="20955">
                  <a:moveTo>
                    <a:pt x="54244" y="16458"/>
                  </a:moveTo>
                  <a:lnTo>
                    <a:pt x="6780" y="16458"/>
                  </a:lnTo>
                  <a:lnTo>
                    <a:pt x="6780" y="18515"/>
                  </a:lnTo>
                  <a:lnTo>
                    <a:pt x="54244" y="18515"/>
                  </a:lnTo>
                  <a:lnTo>
                    <a:pt x="54244" y="16458"/>
                  </a:lnTo>
                  <a:close/>
                </a:path>
                <a:path w="61595" h="20955">
                  <a:moveTo>
                    <a:pt x="54244" y="2057"/>
                  </a:moveTo>
                  <a:lnTo>
                    <a:pt x="54244" y="18515"/>
                  </a:lnTo>
                  <a:lnTo>
                    <a:pt x="57634" y="16458"/>
                  </a:lnTo>
                  <a:lnTo>
                    <a:pt x="61024" y="16458"/>
                  </a:lnTo>
                  <a:lnTo>
                    <a:pt x="61024" y="4114"/>
                  </a:lnTo>
                  <a:lnTo>
                    <a:pt x="57634" y="4114"/>
                  </a:lnTo>
                  <a:lnTo>
                    <a:pt x="54244" y="2057"/>
                  </a:lnTo>
                  <a:close/>
                </a:path>
                <a:path w="61595" h="20955">
                  <a:moveTo>
                    <a:pt x="61024" y="16458"/>
                  </a:moveTo>
                  <a:lnTo>
                    <a:pt x="57634" y="16458"/>
                  </a:lnTo>
                  <a:lnTo>
                    <a:pt x="54244" y="18515"/>
                  </a:lnTo>
                  <a:lnTo>
                    <a:pt x="61024" y="18515"/>
                  </a:lnTo>
                  <a:lnTo>
                    <a:pt x="61024" y="16458"/>
                  </a:lnTo>
                  <a:close/>
                </a:path>
                <a:path w="61595" h="20955">
                  <a:moveTo>
                    <a:pt x="6780" y="2057"/>
                  </a:moveTo>
                  <a:lnTo>
                    <a:pt x="3390" y="4114"/>
                  </a:lnTo>
                  <a:lnTo>
                    <a:pt x="6780" y="4114"/>
                  </a:lnTo>
                  <a:lnTo>
                    <a:pt x="6780" y="2057"/>
                  </a:lnTo>
                  <a:close/>
                </a:path>
                <a:path w="61595" h="20955">
                  <a:moveTo>
                    <a:pt x="54244" y="2057"/>
                  </a:moveTo>
                  <a:lnTo>
                    <a:pt x="6780" y="2057"/>
                  </a:lnTo>
                  <a:lnTo>
                    <a:pt x="6780" y="4114"/>
                  </a:lnTo>
                  <a:lnTo>
                    <a:pt x="54244" y="4114"/>
                  </a:lnTo>
                  <a:lnTo>
                    <a:pt x="54244" y="2057"/>
                  </a:lnTo>
                  <a:close/>
                </a:path>
                <a:path w="61595" h="20955">
                  <a:moveTo>
                    <a:pt x="61024" y="2057"/>
                  </a:moveTo>
                  <a:lnTo>
                    <a:pt x="54244" y="2057"/>
                  </a:lnTo>
                  <a:lnTo>
                    <a:pt x="57634" y="4114"/>
                  </a:lnTo>
                  <a:lnTo>
                    <a:pt x="61024" y="4114"/>
                  </a:lnTo>
                  <a:lnTo>
                    <a:pt x="61024" y="205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8916" y="2977832"/>
              <a:ext cx="1185672" cy="32010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01212" y="2959646"/>
              <a:ext cx="1104887" cy="40077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6160" y="3005328"/>
              <a:ext cx="1095755" cy="23012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566160" y="3005328"/>
              <a:ext cx="1096010" cy="230504"/>
            </a:xfrm>
            <a:custGeom>
              <a:avLst/>
              <a:gdLst/>
              <a:ahLst/>
              <a:cxnLst/>
              <a:rect l="l" t="t" r="r" b="b"/>
              <a:pathLst>
                <a:path w="1096010" h="23050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1057402" y="0"/>
                  </a:lnTo>
                  <a:lnTo>
                    <a:pt x="1072342" y="3010"/>
                  </a:lnTo>
                  <a:lnTo>
                    <a:pt x="1084532" y="11223"/>
                  </a:lnTo>
                  <a:lnTo>
                    <a:pt x="1092745" y="23413"/>
                  </a:lnTo>
                  <a:lnTo>
                    <a:pt x="1095755" y="38354"/>
                  </a:lnTo>
                  <a:lnTo>
                    <a:pt x="1095755" y="191770"/>
                  </a:lnTo>
                  <a:lnTo>
                    <a:pt x="1092745" y="206710"/>
                  </a:lnTo>
                  <a:lnTo>
                    <a:pt x="1084532" y="218900"/>
                  </a:lnTo>
                  <a:lnTo>
                    <a:pt x="1072342" y="227113"/>
                  </a:lnTo>
                  <a:lnTo>
                    <a:pt x="1057402" y="230124"/>
                  </a:lnTo>
                  <a:lnTo>
                    <a:pt x="38353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70"/>
                  </a:lnTo>
                  <a:lnTo>
                    <a:pt x="0" y="38354"/>
                  </a:lnTo>
                  <a:close/>
                </a:path>
              </a:pathLst>
            </a:custGeom>
            <a:ln w="9524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576534" y="3006928"/>
            <a:ext cx="10623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10.0.1.21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992817" y="3343153"/>
            <a:ext cx="1706245" cy="468630"/>
            <a:chOff x="2992817" y="3343153"/>
            <a:chExt cx="1706245" cy="468630"/>
          </a:xfrm>
        </p:grpSpPr>
        <p:sp>
          <p:nvSpPr>
            <p:cNvPr id="42" name="object 42"/>
            <p:cNvSpPr/>
            <p:nvPr/>
          </p:nvSpPr>
          <p:spPr>
            <a:xfrm>
              <a:off x="2995932" y="3345046"/>
              <a:ext cx="544195" cy="230504"/>
            </a:xfrm>
            <a:custGeom>
              <a:avLst/>
              <a:gdLst/>
              <a:ahLst/>
              <a:cxnLst/>
              <a:rect l="l" t="t" r="r" b="b"/>
              <a:pathLst>
                <a:path w="544195" h="230504">
                  <a:moveTo>
                    <a:pt x="516515" y="0"/>
                  </a:moveTo>
                  <a:lnTo>
                    <a:pt x="27185" y="0"/>
                  </a:lnTo>
                  <a:lnTo>
                    <a:pt x="16629" y="1298"/>
                  </a:lnTo>
                  <a:lnTo>
                    <a:pt x="7985" y="4834"/>
                  </a:lnTo>
                  <a:lnTo>
                    <a:pt x="2145" y="10067"/>
                  </a:lnTo>
                  <a:lnTo>
                    <a:pt x="0" y="16458"/>
                  </a:lnTo>
                  <a:lnTo>
                    <a:pt x="0" y="213957"/>
                  </a:lnTo>
                  <a:lnTo>
                    <a:pt x="2145" y="220347"/>
                  </a:lnTo>
                  <a:lnTo>
                    <a:pt x="7985" y="225580"/>
                  </a:lnTo>
                  <a:lnTo>
                    <a:pt x="16629" y="229116"/>
                  </a:lnTo>
                  <a:lnTo>
                    <a:pt x="27185" y="230415"/>
                  </a:lnTo>
                  <a:lnTo>
                    <a:pt x="516515" y="230415"/>
                  </a:lnTo>
                  <a:lnTo>
                    <a:pt x="527071" y="229116"/>
                  </a:lnTo>
                  <a:lnTo>
                    <a:pt x="535715" y="225580"/>
                  </a:lnTo>
                  <a:lnTo>
                    <a:pt x="541555" y="220347"/>
                  </a:lnTo>
                  <a:lnTo>
                    <a:pt x="543700" y="213957"/>
                  </a:lnTo>
                  <a:lnTo>
                    <a:pt x="543700" y="205728"/>
                  </a:lnTo>
                  <a:lnTo>
                    <a:pt x="40777" y="205728"/>
                  </a:lnTo>
                  <a:lnTo>
                    <a:pt x="40777" y="139895"/>
                  </a:lnTo>
                  <a:lnTo>
                    <a:pt x="543700" y="139895"/>
                  </a:lnTo>
                  <a:lnTo>
                    <a:pt x="543700" y="90520"/>
                  </a:lnTo>
                  <a:lnTo>
                    <a:pt x="40777" y="90520"/>
                  </a:lnTo>
                  <a:lnTo>
                    <a:pt x="40777" y="24687"/>
                  </a:lnTo>
                  <a:lnTo>
                    <a:pt x="543700" y="24687"/>
                  </a:lnTo>
                  <a:lnTo>
                    <a:pt x="543700" y="16458"/>
                  </a:lnTo>
                  <a:lnTo>
                    <a:pt x="541555" y="10067"/>
                  </a:lnTo>
                  <a:lnTo>
                    <a:pt x="535715" y="4834"/>
                  </a:lnTo>
                  <a:lnTo>
                    <a:pt x="527071" y="1298"/>
                  </a:lnTo>
                  <a:lnTo>
                    <a:pt x="516515" y="0"/>
                  </a:lnTo>
                  <a:close/>
                </a:path>
                <a:path w="544195" h="230504">
                  <a:moveTo>
                    <a:pt x="543700" y="139895"/>
                  </a:moveTo>
                  <a:lnTo>
                    <a:pt x="502923" y="139895"/>
                  </a:lnTo>
                  <a:lnTo>
                    <a:pt x="502923" y="205728"/>
                  </a:lnTo>
                  <a:lnTo>
                    <a:pt x="543700" y="205728"/>
                  </a:lnTo>
                  <a:lnTo>
                    <a:pt x="543700" y="139895"/>
                  </a:lnTo>
                  <a:close/>
                </a:path>
                <a:path w="544195" h="230504">
                  <a:moveTo>
                    <a:pt x="543700" y="24687"/>
                  </a:moveTo>
                  <a:lnTo>
                    <a:pt x="502923" y="24687"/>
                  </a:lnTo>
                  <a:lnTo>
                    <a:pt x="502923" y="90520"/>
                  </a:lnTo>
                  <a:lnTo>
                    <a:pt x="543700" y="90520"/>
                  </a:lnTo>
                  <a:lnTo>
                    <a:pt x="543700" y="24687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992817" y="3343153"/>
              <a:ext cx="550545" cy="234950"/>
            </a:xfrm>
            <a:custGeom>
              <a:avLst/>
              <a:gdLst/>
              <a:ahLst/>
              <a:cxnLst/>
              <a:rect l="l" t="t" r="r" b="b"/>
              <a:pathLst>
                <a:path w="550545" h="234950">
                  <a:moveTo>
                    <a:pt x="520253" y="0"/>
                  </a:moveTo>
                  <a:lnTo>
                    <a:pt x="30249" y="0"/>
                  </a:lnTo>
                  <a:lnTo>
                    <a:pt x="18599" y="1412"/>
                  </a:lnTo>
                  <a:lnTo>
                    <a:pt x="9027" y="5468"/>
                  </a:lnTo>
                  <a:lnTo>
                    <a:pt x="2327" y="11260"/>
                  </a:lnTo>
                  <a:lnTo>
                    <a:pt x="0" y="18313"/>
                  </a:lnTo>
                  <a:lnTo>
                    <a:pt x="0" y="216220"/>
                  </a:lnTo>
                  <a:lnTo>
                    <a:pt x="2327" y="223269"/>
                  </a:lnTo>
                  <a:lnTo>
                    <a:pt x="9027" y="229064"/>
                  </a:lnTo>
                  <a:lnTo>
                    <a:pt x="18599" y="233120"/>
                  </a:lnTo>
                  <a:lnTo>
                    <a:pt x="30249" y="234529"/>
                  </a:lnTo>
                  <a:lnTo>
                    <a:pt x="520253" y="234529"/>
                  </a:lnTo>
                  <a:lnTo>
                    <a:pt x="531920" y="233120"/>
                  </a:lnTo>
                  <a:lnTo>
                    <a:pt x="538207" y="230456"/>
                  </a:lnTo>
                  <a:lnTo>
                    <a:pt x="31251" y="230456"/>
                  </a:lnTo>
                  <a:lnTo>
                    <a:pt x="30583" y="230415"/>
                  </a:lnTo>
                  <a:lnTo>
                    <a:pt x="30911" y="230415"/>
                  </a:lnTo>
                  <a:lnTo>
                    <a:pt x="23379" y="229503"/>
                  </a:lnTo>
                  <a:lnTo>
                    <a:pt x="21912" y="229503"/>
                  </a:lnTo>
                  <a:lnTo>
                    <a:pt x="20632" y="229170"/>
                  </a:lnTo>
                  <a:lnTo>
                    <a:pt x="21127" y="229170"/>
                  </a:lnTo>
                  <a:lnTo>
                    <a:pt x="14606" y="226407"/>
                  </a:lnTo>
                  <a:lnTo>
                    <a:pt x="14255" y="226407"/>
                  </a:lnTo>
                  <a:lnTo>
                    <a:pt x="13416" y="225903"/>
                  </a:lnTo>
                  <a:lnTo>
                    <a:pt x="13672" y="225903"/>
                  </a:lnTo>
                  <a:lnTo>
                    <a:pt x="9208" y="222042"/>
                  </a:lnTo>
                  <a:lnTo>
                    <a:pt x="8852" y="222042"/>
                  </a:lnTo>
                  <a:lnTo>
                    <a:pt x="8308" y="221263"/>
                  </a:lnTo>
                  <a:lnTo>
                    <a:pt x="8595" y="221263"/>
                  </a:lnTo>
                  <a:lnTo>
                    <a:pt x="6860" y="216014"/>
                  </a:lnTo>
                  <a:lnTo>
                    <a:pt x="6728" y="18920"/>
                  </a:lnTo>
                  <a:lnTo>
                    <a:pt x="6796" y="18515"/>
                  </a:lnTo>
                  <a:lnTo>
                    <a:pt x="8596" y="13266"/>
                  </a:lnTo>
                  <a:lnTo>
                    <a:pt x="8308" y="13266"/>
                  </a:lnTo>
                  <a:lnTo>
                    <a:pt x="8852" y="12491"/>
                  </a:lnTo>
                  <a:lnTo>
                    <a:pt x="9204" y="12491"/>
                  </a:lnTo>
                  <a:lnTo>
                    <a:pt x="13668" y="8630"/>
                  </a:lnTo>
                  <a:lnTo>
                    <a:pt x="13416" y="8630"/>
                  </a:lnTo>
                  <a:lnTo>
                    <a:pt x="14255" y="8122"/>
                  </a:lnTo>
                  <a:lnTo>
                    <a:pt x="14614" y="8122"/>
                  </a:lnTo>
                  <a:lnTo>
                    <a:pt x="21127" y="5362"/>
                  </a:lnTo>
                  <a:lnTo>
                    <a:pt x="20632" y="5362"/>
                  </a:lnTo>
                  <a:lnTo>
                    <a:pt x="21912" y="5030"/>
                  </a:lnTo>
                  <a:lnTo>
                    <a:pt x="23379" y="5030"/>
                  </a:lnTo>
                  <a:lnTo>
                    <a:pt x="30939" y="4114"/>
                  </a:lnTo>
                  <a:lnTo>
                    <a:pt x="30583" y="4114"/>
                  </a:lnTo>
                  <a:lnTo>
                    <a:pt x="31251" y="4076"/>
                  </a:lnTo>
                  <a:lnTo>
                    <a:pt x="538207" y="4076"/>
                  </a:lnTo>
                  <a:lnTo>
                    <a:pt x="531920" y="1412"/>
                  </a:lnTo>
                  <a:lnTo>
                    <a:pt x="520253" y="0"/>
                  </a:lnTo>
                  <a:close/>
                </a:path>
                <a:path w="550545" h="234950">
                  <a:moveTo>
                    <a:pt x="30911" y="230415"/>
                  </a:moveTo>
                  <a:lnTo>
                    <a:pt x="30583" y="230415"/>
                  </a:lnTo>
                  <a:lnTo>
                    <a:pt x="31251" y="230456"/>
                  </a:lnTo>
                  <a:lnTo>
                    <a:pt x="30911" y="230415"/>
                  </a:lnTo>
                  <a:close/>
                </a:path>
                <a:path w="550545" h="234950">
                  <a:moveTo>
                    <a:pt x="519574" y="230415"/>
                  </a:moveTo>
                  <a:lnTo>
                    <a:pt x="30911" y="230415"/>
                  </a:lnTo>
                  <a:lnTo>
                    <a:pt x="31251" y="230456"/>
                  </a:lnTo>
                  <a:lnTo>
                    <a:pt x="519234" y="230456"/>
                  </a:lnTo>
                  <a:lnTo>
                    <a:pt x="519574" y="230415"/>
                  </a:lnTo>
                  <a:close/>
                </a:path>
                <a:path w="550545" h="234950">
                  <a:moveTo>
                    <a:pt x="529157" y="229258"/>
                  </a:moveTo>
                  <a:lnTo>
                    <a:pt x="519234" y="230456"/>
                  </a:lnTo>
                  <a:lnTo>
                    <a:pt x="519913" y="230415"/>
                  </a:lnTo>
                  <a:lnTo>
                    <a:pt x="538304" y="230415"/>
                  </a:lnTo>
                  <a:lnTo>
                    <a:pt x="540456" y="229503"/>
                  </a:lnTo>
                  <a:lnTo>
                    <a:pt x="528579" y="229503"/>
                  </a:lnTo>
                  <a:lnTo>
                    <a:pt x="529157" y="229258"/>
                  </a:lnTo>
                  <a:close/>
                </a:path>
                <a:path w="550545" h="234950">
                  <a:moveTo>
                    <a:pt x="538304" y="230415"/>
                  </a:moveTo>
                  <a:lnTo>
                    <a:pt x="519913" y="230415"/>
                  </a:lnTo>
                  <a:lnTo>
                    <a:pt x="519234" y="230456"/>
                  </a:lnTo>
                  <a:lnTo>
                    <a:pt x="538207" y="230456"/>
                  </a:lnTo>
                  <a:close/>
                </a:path>
                <a:path w="550545" h="234950">
                  <a:moveTo>
                    <a:pt x="20632" y="229170"/>
                  </a:moveTo>
                  <a:lnTo>
                    <a:pt x="21912" y="229503"/>
                  </a:lnTo>
                  <a:lnTo>
                    <a:pt x="21325" y="229254"/>
                  </a:lnTo>
                  <a:lnTo>
                    <a:pt x="20632" y="229170"/>
                  </a:lnTo>
                  <a:close/>
                </a:path>
                <a:path w="550545" h="234950">
                  <a:moveTo>
                    <a:pt x="21325" y="229254"/>
                  </a:moveTo>
                  <a:lnTo>
                    <a:pt x="21912" y="229503"/>
                  </a:lnTo>
                  <a:lnTo>
                    <a:pt x="23379" y="229503"/>
                  </a:lnTo>
                  <a:lnTo>
                    <a:pt x="21325" y="229254"/>
                  </a:lnTo>
                  <a:close/>
                </a:path>
                <a:path w="550545" h="234950">
                  <a:moveTo>
                    <a:pt x="529881" y="229170"/>
                  </a:moveTo>
                  <a:lnTo>
                    <a:pt x="529157" y="229258"/>
                  </a:lnTo>
                  <a:lnTo>
                    <a:pt x="528579" y="229503"/>
                  </a:lnTo>
                  <a:lnTo>
                    <a:pt x="529881" y="229170"/>
                  </a:lnTo>
                  <a:close/>
                </a:path>
                <a:path w="550545" h="234950">
                  <a:moveTo>
                    <a:pt x="541241" y="229170"/>
                  </a:moveTo>
                  <a:lnTo>
                    <a:pt x="529881" y="229170"/>
                  </a:lnTo>
                  <a:lnTo>
                    <a:pt x="528579" y="229503"/>
                  </a:lnTo>
                  <a:lnTo>
                    <a:pt x="540456" y="229503"/>
                  </a:lnTo>
                  <a:lnTo>
                    <a:pt x="541241" y="229170"/>
                  </a:lnTo>
                  <a:close/>
                </a:path>
                <a:path w="550545" h="234950">
                  <a:moveTo>
                    <a:pt x="536551" y="226124"/>
                  </a:moveTo>
                  <a:lnTo>
                    <a:pt x="529157" y="229258"/>
                  </a:lnTo>
                  <a:lnTo>
                    <a:pt x="529881" y="229170"/>
                  </a:lnTo>
                  <a:lnTo>
                    <a:pt x="541241" y="229170"/>
                  </a:lnTo>
                  <a:lnTo>
                    <a:pt x="541491" y="229064"/>
                  </a:lnTo>
                  <a:lnTo>
                    <a:pt x="544556" y="226407"/>
                  </a:lnTo>
                  <a:lnTo>
                    <a:pt x="536224" y="226407"/>
                  </a:lnTo>
                  <a:lnTo>
                    <a:pt x="536551" y="226124"/>
                  </a:lnTo>
                  <a:close/>
                </a:path>
                <a:path w="550545" h="234950">
                  <a:moveTo>
                    <a:pt x="21127" y="229170"/>
                  </a:moveTo>
                  <a:lnTo>
                    <a:pt x="20632" y="229170"/>
                  </a:lnTo>
                  <a:lnTo>
                    <a:pt x="21325" y="229254"/>
                  </a:lnTo>
                  <a:lnTo>
                    <a:pt x="21127" y="229170"/>
                  </a:lnTo>
                  <a:close/>
                </a:path>
                <a:path w="550545" h="234950">
                  <a:moveTo>
                    <a:pt x="13416" y="225903"/>
                  </a:moveTo>
                  <a:lnTo>
                    <a:pt x="14255" y="226407"/>
                  </a:lnTo>
                  <a:lnTo>
                    <a:pt x="13917" y="226115"/>
                  </a:lnTo>
                  <a:lnTo>
                    <a:pt x="13416" y="225903"/>
                  </a:lnTo>
                  <a:close/>
                </a:path>
                <a:path w="550545" h="234950">
                  <a:moveTo>
                    <a:pt x="13917" y="226115"/>
                  </a:moveTo>
                  <a:lnTo>
                    <a:pt x="14255" y="226407"/>
                  </a:lnTo>
                  <a:lnTo>
                    <a:pt x="14606" y="226407"/>
                  </a:lnTo>
                  <a:lnTo>
                    <a:pt x="13917" y="226115"/>
                  </a:lnTo>
                  <a:close/>
                </a:path>
                <a:path w="550545" h="234950">
                  <a:moveTo>
                    <a:pt x="537074" y="225903"/>
                  </a:moveTo>
                  <a:lnTo>
                    <a:pt x="536551" y="226124"/>
                  </a:lnTo>
                  <a:lnTo>
                    <a:pt x="536224" y="226407"/>
                  </a:lnTo>
                  <a:lnTo>
                    <a:pt x="537074" y="225903"/>
                  </a:lnTo>
                  <a:close/>
                </a:path>
                <a:path w="550545" h="234950">
                  <a:moveTo>
                    <a:pt x="545137" y="225903"/>
                  </a:moveTo>
                  <a:lnTo>
                    <a:pt x="537074" y="225903"/>
                  </a:lnTo>
                  <a:lnTo>
                    <a:pt x="536224" y="226407"/>
                  </a:lnTo>
                  <a:lnTo>
                    <a:pt x="544556" y="226407"/>
                  </a:lnTo>
                  <a:lnTo>
                    <a:pt x="545137" y="225903"/>
                  </a:lnTo>
                  <a:close/>
                </a:path>
                <a:path w="550545" h="234950">
                  <a:moveTo>
                    <a:pt x="541815" y="221572"/>
                  </a:moveTo>
                  <a:lnTo>
                    <a:pt x="536551" y="226124"/>
                  </a:lnTo>
                  <a:lnTo>
                    <a:pt x="537074" y="225903"/>
                  </a:lnTo>
                  <a:lnTo>
                    <a:pt x="545137" y="225903"/>
                  </a:lnTo>
                  <a:lnTo>
                    <a:pt x="548174" y="223269"/>
                  </a:lnTo>
                  <a:lnTo>
                    <a:pt x="548579" y="222042"/>
                  </a:lnTo>
                  <a:lnTo>
                    <a:pt x="541661" y="222042"/>
                  </a:lnTo>
                  <a:lnTo>
                    <a:pt x="541815" y="221572"/>
                  </a:lnTo>
                  <a:close/>
                </a:path>
                <a:path w="550545" h="234950">
                  <a:moveTo>
                    <a:pt x="13672" y="225903"/>
                  </a:moveTo>
                  <a:lnTo>
                    <a:pt x="13416" y="225903"/>
                  </a:lnTo>
                  <a:lnTo>
                    <a:pt x="13917" y="226115"/>
                  </a:lnTo>
                  <a:lnTo>
                    <a:pt x="13672" y="225903"/>
                  </a:lnTo>
                  <a:close/>
                </a:path>
                <a:path w="550545" h="234950">
                  <a:moveTo>
                    <a:pt x="8308" y="221263"/>
                  </a:moveTo>
                  <a:lnTo>
                    <a:pt x="8852" y="222042"/>
                  </a:lnTo>
                  <a:lnTo>
                    <a:pt x="8709" y="221610"/>
                  </a:lnTo>
                  <a:lnTo>
                    <a:pt x="8308" y="221263"/>
                  </a:lnTo>
                  <a:close/>
                </a:path>
                <a:path w="550545" h="234950">
                  <a:moveTo>
                    <a:pt x="8709" y="221610"/>
                  </a:moveTo>
                  <a:lnTo>
                    <a:pt x="8852" y="222042"/>
                  </a:lnTo>
                  <a:lnTo>
                    <a:pt x="9208" y="222042"/>
                  </a:lnTo>
                  <a:lnTo>
                    <a:pt x="8709" y="221610"/>
                  </a:lnTo>
                  <a:close/>
                </a:path>
                <a:path w="550545" h="234950">
                  <a:moveTo>
                    <a:pt x="542171" y="221263"/>
                  </a:moveTo>
                  <a:lnTo>
                    <a:pt x="541815" y="221572"/>
                  </a:lnTo>
                  <a:lnTo>
                    <a:pt x="541661" y="222042"/>
                  </a:lnTo>
                  <a:lnTo>
                    <a:pt x="542171" y="221263"/>
                  </a:lnTo>
                  <a:close/>
                </a:path>
                <a:path w="550545" h="234950">
                  <a:moveTo>
                    <a:pt x="548835" y="221263"/>
                  </a:moveTo>
                  <a:lnTo>
                    <a:pt x="542171" y="221263"/>
                  </a:lnTo>
                  <a:lnTo>
                    <a:pt x="541661" y="222042"/>
                  </a:lnTo>
                  <a:lnTo>
                    <a:pt x="548579" y="222042"/>
                  </a:lnTo>
                  <a:lnTo>
                    <a:pt x="548835" y="221263"/>
                  </a:lnTo>
                  <a:close/>
                </a:path>
                <a:path w="550545" h="234950">
                  <a:moveTo>
                    <a:pt x="8595" y="221263"/>
                  </a:moveTo>
                  <a:lnTo>
                    <a:pt x="8308" y="221263"/>
                  </a:lnTo>
                  <a:lnTo>
                    <a:pt x="8709" y="221610"/>
                  </a:lnTo>
                  <a:lnTo>
                    <a:pt x="8595" y="221263"/>
                  </a:lnTo>
                  <a:close/>
                </a:path>
                <a:path w="550545" h="234950">
                  <a:moveTo>
                    <a:pt x="550496" y="215613"/>
                  </a:moveTo>
                  <a:lnTo>
                    <a:pt x="543757" y="215613"/>
                  </a:lnTo>
                  <a:lnTo>
                    <a:pt x="543700" y="216014"/>
                  </a:lnTo>
                  <a:lnTo>
                    <a:pt x="541815" y="221572"/>
                  </a:lnTo>
                  <a:lnTo>
                    <a:pt x="542171" y="221263"/>
                  </a:lnTo>
                  <a:lnTo>
                    <a:pt x="548835" y="221263"/>
                  </a:lnTo>
                  <a:lnTo>
                    <a:pt x="550496" y="216220"/>
                  </a:lnTo>
                  <a:lnTo>
                    <a:pt x="550496" y="215613"/>
                  </a:lnTo>
                  <a:close/>
                </a:path>
                <a:path w="550545" h="234950">
                  <a:moveTo>
                    <a:pt x="6796" y="215819"/>
                  </a:moveTo>
                  <a:lnTo>
                    <a:pt x="6796" y="216014"/>
                  </a:lnTo>
                  <a:lnTo>
                    <a:pt x="6796" y="215819"/>
                  </a:lnTo>
                  <a:close/>
                </a:path>
                <a:path w="550545" h="234950">
                  <a:moveTo>
                    <a:pt x="543700" y="215787"/>
                  </a:moveTo>
                  <a:lnTo>
                    <a:pt x="543626" y="216014"/>
                  </a:lnTo>
                  <a:lnTo>
                    <a:pt x="543700" y="215787"/>
                  </a:lnTo>
                  <a:close/>
                </a:path>
                <a:path w="550545" h="234950">
                  <a:moveTo>
                    <a:pt x="6796" y="215613"/>
                  </a:moveTo>
                  <a:lnTo>
                    <a:pt x="6796" y="215819"/>
                  </a:lnTo>
                  <a:lnTo>
                    <a:pt x="6796" y="215613"/>
                  </a:lnTo>
                  <a:close/>
                </a:path>
                <a:path w="550545" h="234950">
                  <a:moveTo>
                    <a:pt x="550496" y="18515"/>
                  </a:moveTo>
                  <a:lnTo>
                    <a:pt x="543700" y="18515"/>
                  </a:lnTo>
                  <a:lnTo>
                    <a:pt x="543757" y="18920"/>
                  </a:lnTo>
                  <a:lnTo>
                    <a:pt x="543700" y="215787"/>
                  </a:lnTo>
                  <a:lnTo>
                    <a:pt x="543757" y="215613"/>
                  </a:lnTo>
                  <a:lnTo>
                    <a:pt x="550496" y="215613"/>
                  </a:lnTo>
                  <a:lnTo>
                    <a:pt x="550496" y="18515"/>
                  </a:lnTo>
                  <a:close/>
                </a:path>
                <a:path w="550545" h="234950">
                  <a:moveTo>
                    <a:pt x="509719" y="139895"/>
                  </a:moveTo>
                  <a:lnTo>
                    <a:pt x="40777" y="139895"/>
                  </a:lnTo>
                  <a:lnTo>
                    <a:pt x="40777" y="209842"/>
                  </a:lnTo>
                  <a:lnTo>
                    <a:pt x="509719" y="209842"/>
                  </a:lnTo>
                  <a:lnTo>
                    <a:pt x="509719" y="207785"/>
                  </a:lnTo>
                  <a:lnTo>
                    <a:pt x="47573" y="207785"/>
                  </a:lnTo>
                  <a:lnTo>
                    <a:pt x="44175" y="205728"/>
                  </a:lnTo>
                  <a:lnTo>
                    <a:pt x="47573" y="205728"/>
                  </a:lnTo>
                  <a:lnTo>
                    <a:pt x="47573" y="144009"/>
                  </a:lnTo>
                  <a:lnTo>
                    <a:pt x="44175" y="144009"/>
                  </a:lnTo>
                  <a:lnTo>
                    <a:pt x="47573" y="141952"/>
                  </a:lnTo>
                  <a:lnTo>
                    <a:pt x="509719" y="141952"/>
                  </a:lnTo>
                  <a:lnTo>
                    <a:pt x="509719" y="139895"/>
                  </a:lnTo>
                  <a:close/>
                </a:path>
                <a:path w="550545" h="234950">
                  <a:moveTo>
                    <a:pt x="47573" y="205728"/>
                  </a:moveTo>
                  <a:lnTo>
                    <a:pt x="44175" y="205728"/>
                  </a:lnTo>
                  <a:lnTo>
                    <a:pt x="47573" y="207785"/>
                  </a:lnTo>
                  <a:lnTo>
                    <a:pt x="47573" y="205728"/>
                  </a:lnTo>
                  <a:close/>
                </a:path>
                <a:path w="550545" h="234950">
                  <a:moveTo>
                    <a:pt x="502923" y="205728"/>
                  </a:moveTo>
                  <a:lnTo>
                    <a:pt x="47573" y="205728"/>
                  </a:lnTo>
                  <a:lnTo>
                    <a:pt x="47573" y="207785"/>
                  </a:lnTo>
                  <a:lnTo>
                    <a:pt x="502923" y="207785"/>
                  </a:lnTo>
                  <a:lnTo>
                    <a:pt x="502923" y="205728"/>
                  </a:lnTo>
                  <a:close/>
                </a:path>
                <a:path w="550545" h="234950">
                  <a:moveTo>
                    <a:pt x="502923" y="141952"/>
                  </a:moveTo>
                  <a:lnTo>
                    <a:pt x="502923" y="207785"/>
                  </a:lnTo>
                  <a:lnTo>
                    <a:pt x="506321" y="205728"/>
                  </a:lnTo>
                  <a:lnTo>
                    <a:pt x="509719" y="205728"/>
                  </a:lnTo>
                  <a:lnTo>
                    <a:pt x="509719" y="144009"/>
                  </a:lnTo>
                  <a:lnTo>
                    <a:pt x="506321" y="144009"/>
                  </a:lnTo>
                  <a:lnTo>
                    <a:pt x="502923" y="141952"/>
                  </a:lnTo>
                  <a:close/>
                </a:path>
                <a:path w="550545" h="234950">
                  <a:moveTo>
                    <a:pt x="509719" y="205728"/>
                  </a:moveTo>
                  <a:lnTo>
                    <a:pt x="506321" y="205728"/>
                  </a:lnTo>
                  <a:lnTo>
                    <a:pt x="502923" y="207785"/>
                  </a:lnTo>
                  <a:lnTo>
                    <a:pt x="509719" y="207785"/>
                  </a:lnTo>
                  <a:lnTo>
                    <a:pt x="509719" y="205728"/>
                  </a:lnTo>
                  <a:close/>
                </a:path>
                <a:path w="550545" h="234950">
                  <a:moveTo>
                    <a:pt x="47573" y="141952"/>
                  </a:moveTo>
                  <a:lnTo>
                    <a:pt x="44175" y="144009"/>
                  </a:lnTo>
                  <a:lnTo>
                    <a:pt x="47573" y="144009"/>
                  </a:lnTo>
                  <a:lnTo>
                    <a:pt x="47573" y="141952"/>
                  </a:lnTo>
                  <a:close/>
                </a:path>
                <a:path w="550545" h="234950">
                  <a:moveTo>
                    <a:pt x="502923" y="141952"/>
                  </a:moveTo>
                  <a:lnTo>
                    <a:pt x="47573" y="141952"/>
                  </a:lnTo>
                  <a:lnTo>
                    <a:pt x="47573" y="144009"/>
                  </a:lnTo>
                  <a:lnTo>
                    <a:pt x="502923" y="144009"/>
                  </a:lnTo>
                  <a:lnTo>
                    <a:pt x="502923" y="141952"/>
                  </a:lnTo>
                  <a:close/>
                </a:path>
                <a:path w="550545" h="234950">
                  <a:moveTo>
                    <a:pt x="509719" y="141952"/>
                  </a:moveTo>
                  <a:lnTo>
                    <a:pt x="502923" y="141952"/>
                  </a:lnTo>
                  <a:lnTo>
                    <a:pt x="506321" y="144009"/>
                  </a:lnTo>
                  <a:lnTo>
                    <a:pt x="509719" y="144009"/>
                  </a:lnTo>
                  <a:lnTo>
                    <a:pt x="509719" y="141952"/>
                  </a:lnTo>
                  <a:close/>
                </a:path>
                <a:path w="550545" h="234950">
                  <a:moveTo>
                    <a:pt x="509719" y="24687"/>
                  </a:moveTo>
                  <a:lnTo>
                    <a:pt x="40777" y="24687"/>
                  </a:lnTo>
                  <a:lnTo>
                    <a:pt x="40777" y="94634"/>
                  </a:lnTo>
                  <a:lnTo>
                    <a:pt x="509719" y="94634"/>
                  </a:lnTo>
                  <a:lnTo>
                    <a:pt x="509719" y="92577"/>
                  </a:lnTo>
                  <a:lnTo>
                    <a:pt x="47573" y="92577"/>
                  </a:lnTo>
                  <a:lnTo>
                    <a:pt x="44175" y="90520"/>
                  </a:lnTo>
                  <a:lnTo>
                    <a:pt x="47573" y="90520"/>
                  </a:lnTo>
                  <a:lnTo>
                    <a:pt x="47573" y="28801"/>
                  </a:lnTo>
                  <a:lnTo>
                    <a:pt x="44175" y="28801"/>
                  </a:lnTo>
                  <a:lnTo>
                    <a:pt x="47573" y="26744"/>
                  </a:lnTo>
                  <a:lnTo>
                    <a:pt x="509719" y="26744"/>
                  </a:lnTo>
                  <a:lnTo>
                    <a:pt x="509719" y="24687"/>
                  </a:lnTo>
                  <a:close/>
                </a:path>
                <a:path w="550545" h="234950">
                  <a:moveTo>
                    <a:pt x="47573" y="90520"/>
                  </a:moveTo>
                  <a:lnTo>
                    <a:pt x="44175" y="90520"/>
                  </a:lnTo>
                  <a:lnTo>
                    <a:pt x="47573" y="92577"/>
                  </a:lnTo>
                  <a:lnTo>
                    <a:pt x="47573" y="90520"/>
                  </a:lnTo>
                  <a:close/>
                </a:path>
                <a:path w="550545" h="234950">
                  <a:moveTo>
                    <a:pt x="502923" y="90520"/>
                  </a:moveTo>
                  <a:lnTo>
                    <a:pt x="47573" y="90520"/>
                  </a:lnTo>
                  <a:lnTo>
                    <a:pt x="47573" y="92577"/>
                  </a:lnTo>
                  <a:lnTo>
                    <a:pt x="502923" y="92577"/>
                  </a:lnTo>
                  <a:lnTo>
                    <a:pt x="502923" y="90520"/>
                  </a:lnTo>
                  <a:close/>
                </a:path>
                <a:path w="550545" h="234950">
                  <a:moveTo>
                    <a:pt x="502923" y="26744"/>
                  </a:moveTo>
                  <a:lnTo>
                    <a:pt x="502923" y="92577"/>
                  </a:lnTo>
                  <a:lnTo>
                    <a:pt x="506321" y="90520"/>
                  </a:lnTo>
                  <a:lnTo>
                    <a:pt x="509719" y="90520"/>
                  </a:lnTo>
                  <a:lnTo>
                    <a:pt x="509719" y="28801"/>
                  </a:lnTo>
                  <a:lnTo>
                    <a:pt x="506321" y="28801"/>
                  </a:lnTo>
                  <a:lnTo>
                    <a:pt x="502923" y="26744"/>
                  </a:lnTo>
                  <a:close/>
                </a:path>
                <a:path w="550545" h="234950">
                  <a:moveTo>
                    <a:pt x="509719" y="90520"/>
                  </a:moveTo>
                  <a:lnTo>
                    <a:pt x="506321" y="90520"/>
                  </a:lnTo>
                  <a:lnTo>
                    <a:pt x="502923" y="92577"/>
                  </a:lnTo>
                  <a:lnTo>
                    <a:pt x="509719" y="92577"/>
                  </a:lnTo>
                  <a:lnTo>
                    <a:pt x="509719" y="90520"/>
                  </a:lnTo>
                  <a:close/>
                </a:path>
                <a:path w="550545" h="234950">
                  <a:moveTo>
                    <a:pt x="47573" y="26744"/>
                  </a:moveTo>
                  <a:lnTo>
                    <a:pt x="44175" y="28801"/>
                  </a:lnTo>
                  <a:lnTo>
                    <a:pt x="47573" y="28801"/>
                  </a:lnTo>
                  <a:lnTo>
                    <a:pt x="47573" y="26744"/>
                  </a:lnTo>
                  <a:close/>
                </a:path>
                <a:path w="550545" h="234950">
                  <a:moveTo>
                    <a:pt x="502923" y="26744"/>
                  </a:moveTo>
                  <a:lnTo>
                    <a:pt x="47573" y="26744"/>
                  </a:lnTo>
                  <a:lnTo>
                    <a:pt x="47573" y="28801"/>
                  </a:lnTo>
                  <a:lnTo>
                    <a:pt x="502923" y="28801"/>
                  </a:lnTo>
                  <a:lnTo>
                    <a:pt x="502923" y="26744"/>
                  </a:lnTo>
                  <a:close/>
                </a:path>
                <a:path w="550545" h="234950">
                  <a:moveTo>
                    <a:pt x="509719" y="26744"/>
                  </a:moveTo>
                  <a:lnTo>
                    <a:pt x="502923" y="26744"/>
                  </a:lnTo>
                  <a:lnTo>
                    <a:pt x="506321" y="28801"/>
                  </a:lnTo>
                  <a:lnTo>
                    <a:pt x="509719" y="28801"/>
                  </a:lnTo>
                  <a:lnTo>
                    <a:pt x="509719" y="26744"/>
                  </a:lnTo>
                  <a:close/>
                </a:path>
                <a:path w="550545" h="234950">
                  <a:moveTo>
                    <a:pt x="6796" y="18714"/>
                  </a:moveTo>
                  <a:lnTo>
                    <a:pt x="6728" y="18920"/>
                  </a:lnTo>
                  <a:lnTo>
                    <a:pt x="6796" y="18714"/>
                  </a:lnTo>
                  <a:close/>
                </a:path>
                <a:path w="550545" h="234950">
                  <a:moveTo>
                    <a:pt x="543700" y="18746"/>
                  </a:moveTo>
                  <a:lnTo>
                    <a:pt x="543700" y="18920"/>
                  </a:lnTo>
                  <a:lnTo>
                    <a:pt x="543700" y="18746"/>
                  </a:lnTo>
                  <a:close/>
                </a:path>
                <a:path w="550545" h="234950">
                  <a:moveTo>
                    <a:pt x="548580" y="12491"/>
                  </a:moveTo>
                  <a:lnTo>
                    <a:pt x="541661" y="12491"/>
                  </a:lnTo>
                  <a:lnTo>
                    <a:pt x="542171" y="13266"/>
                  </a:lnTo>
                  <a:lnTo>
                    <a:pt x="541914" y="13266"/>
                  </a:lnTo>
                  <a:lnTo>
                    <a:pt x="543700" y="18746"/>
                  </a:lnTo>
                  <a:lnTo>
                    <a:pt x="543700" y="18515"/>
                  </a:lnTo>
                  <a:lnTo>
                    <a:pt x="550496" y="18515"/>
                  </a:lnTo>
                  <a:lnTo>
                    <a:pt x="550496" y="18313"/>
                  </a:lnTo>
                  <a:lnTo>
                    <a:pt x="548835" y="13266"/>
                  </a:lnTo>
                  <a:lnTo>
                    <a:pt x="542171" y="13266"/>
                  </a:lnTo>
                  <a:lnTo>
                    <a:pt x="541813" y="12956"/>
                  </a:lnTo>
                  <a:lnTo>
                    <a:pt x="548733" y="12956"/>
                  </a:lnTo>
                  <a:lnTo>
                    <a:pt x="548580" y="12491"/>
                  </a:lnTo>
                  <a:close/>
                </a:path>
                <a:path w="550545" h="234950">
                  <a:moveTo>
                    <a:pt x="6861" y="18515"/>
                  </a:moveTo>
                  <a:lnTo>
                    <a:pt x="6796" y="18714"/>
                  </a:lnTo>
                  <a:lnTo>
                    <a:pt x="6861" y="18515"/>
                  </a:lnTo>
                  <a:close/>
                </a:path>
                <a:path w="550545" h="234950">
                  <a:moveTo>
                    <a:pt x="8852" y="12491"/>
                  </a:moveTo>
                  <a:lnTo>
                    <a:pt x="8308" y="13266"/>
                  </a:lnTo>
                  <a:lnTo>
                    <a:pt x="8711" y="12917"/>
                  </a:lnTo>
                  <a:lnTo>
                    <a:pt x="8852" y="12491"/>
                  </a:lnTo>
                  <a:close/>
                </a:path>
                <a:path w="550545" h="234950">
                  <a:moveTo>
                    <a:pt x="8711" y="12917"/>
                  </a:moveTo>
                  <a:lnTo>
                    <a:pt x="8308" y="13266"/>
                  </a:lnTo>
                  <a:lnTo>
                    <a:pt x="8596" y="13266"/>
                  </a:lnTo>
                  <a:lnTo>
                    <a:pt x="8711" y="12917"/>
                  </a:lnTo>
                  <a:close/>
                </a:path>
                <a:path w="550545" h="234950">
                  <a:moveTo>
                    <a:pt x="541661" y="12491"/>
                  </a:moveTo>
                  <a:lnTo>
                    <a:pt x="541813" y="12956"/>
                  </a:lnTo>
                  <a:lnTo>
                    <a:pt x="542171" y="13266"/>
                  </a:lnTo>
                  <a:lnTo>
                    <a:pt x="541661" y="12491"/>
                  </a:lnTo>
                  <a:close/>
                </a:path>
                <a:path w="550545" h="234950">
                  <a:moveTo>
                    <a:pt x="536559" y="8411"/>
                  </a:moveTo>
                  <a:lnTo>
                    <a:pt x="541813" y="12956"/>
                  </a:lnTo>
                  <a:lnTo>
                    <a:pt x="541661" y="12491"/>
                  </a:lnTo>
                  <a:lnTo>
                    <a:pt x="548580" y="12491"/>
                  </a:lnTo>
                  <a:lnTo>
                    <a:pt x="548174" y="11260"/>
                  </a:lnTo>
                  <a:lnTo>
                    <a:pt x="545140" y="8630"/>
                  </a:lnTo>
                  <a:lnTo>
                    <a:pt x="537074" y="8630"/>
                  </a:lnTo>
                  <a:lnTo>
                    <a:pt x="536559" y="8411"/>
                  </a:lnTo>
                  <a:close/>
                </a:path>
                <a:path w="550545" h="234950">
                  <a:moveTo>
                    <a:pt x="9204" y="12491"/>
                  </a:moveTo>
                  <a:lnTo>
                    <a:pt x="8852" y="12491"/>
                  </a:lnTo>
                  <a:lnTo>
                    <a:pt x="8711" y="12917"/>
                  </a:lnTo>
                  <a:lnTo>
                    <a:pt x="9204" y="12491"/>
                  </a:lnTo>
                  <a:close/>
                </a:path>
                <a:path w="550545" h="234950">
                  <a:moveTo>
                    <a:pt x="14255" y="8122"/>
                  </a:moveTo>
                  <a:lnTo>
                    <a:pt x="13416" y="8630"/>
                  </a:lnTo>
                  <a:lnTo>
                    <a:pt x="13920" y="8411"/>
                  </a:lnTo>
                  <a:lnTo>
                    <a:pt x="14255" y="8122"/>
                  </a:lnTo>
                  <a:close/>
                </a:path>
                <a:path w="550545" h="234950">
                  <a:moveTo>
                    <a:pt x="13910" y="8421"/>
                  </a:moveTo>
                  <a:lnTo>
                    <a:pt x="13416" y="8630"/>
                  </a:lnTo>
                  <a:lnTo>
                    <a:pt x="13668" y="8630"/>
                  </a:lnTo>
                  <a:lnTo>
                    <a:pt x="13910" y="8421"/>
                  </a:lnTo>
                  <a:close/>
                </a:path>
                <a:path w="550545" h="234950">
                  <a:moveTo>
                    <a:pt x="536224" y="8122"/>
                  </a:moveTo>
                  <a:lnTo>
                    <a:pt x="536581" y="8421"/>
                  </a:lnTo>
                  <a:lnTo>
                    <a:pt x="537074" y="8630"/>
                  </a:lnTo>
                  <a:lnTo>
                    <a:pt x="536224" y="8122"/>
                  </a:lnTo>
                  <a:close/>
                </a:path>
                <a:path w="550545" h="234950">
                  <a:moveTo>
                    <a:pt x="544554" y="8122"/>
                  </a:moveTo>
                  <a:lnTo>
                    <a:pt x="536224" y="8122"/>
                  </a:lnTo>
                  <a:lnTo>
                    <a:pt x="537074" y="8630"/>
                  </a:lnTo>
                  <a:lnTo>
                    <a:pt x="545140" y="8630"/>
                  </a:lnTo>
                  <a:lnTo>
                    <a:pt x="544554" y="8122"/>
                  </a:lnTo>
                  <a:close/>
                </a:path>
                <a:path w="550545" h="234950">
                  <a:moveTo>
                    <a:pt x="14614" y="8122"/>
                  </a:moveTo>
                  <a:lnTo>
                    <a:pt x="14255" y="8122"/>
                  </a:lnTo>
                  <a:lnTo>
                    <a:pt x="13910" y="8421"/>
                  </a:lnTo>
                  <a:lnTo>
                    <a:pt x="14614" y="8122"/>
                  </a:lnTo>
                  <a:close/>
                </a:path>
                <a:path w="550545" h="234950">
                  <a:moveTo>
                    <a:pt x="529157" y="5275"/>
                  </a:moveTo>
                  <a:lnTo>
                    <a:pt x="536559" y="8411"/>
                  </a:lnTo>
                  <a:lnTo>
                    <a:pt x="536224" y="8122"/>
                  </a:lnTo>
                  <a:lnTo>
                    <a:pt x="544554" y="8122"/>
                  </a:lnTo>
                  <a:lnTo>
                    <a:pt x="541491" y="5468"/>
                  </a:lnTo>
                  <a:lnTo>
                    <a:pt x="541241" y="5362"/>
                  </a:lnTo>
                  <a:lnTo>
                    <a:pt x="529881" y="5362"/>
                  </a:lnTo>
                  <a:lnTo>
                    <a:pt x="529157" y="5275"/>
                  </a:lnTo>
                  <a:close/>
                </a:path>
                <a:path w="550545" h="234950">
                  <a:moveTo>
                    <a:pt x="21912" y="5030"/>
                  </a:moveTo>
                  <a:lnTo>
                    <a:pt x="20632" y="5362"/>
                  </a:lnTo>
                  <a:lnTo>
                    <a:pt x="21333" y="5275"/>
                  </a:lnTo>
                  <a:lnTo>
                    <a:pt x="21912" y="5030"/>
                  </a:lnTo>
                  <a:close/>
                </a:path>
                <a:path w="550545" h="234950">
                  <a:moveTo>
                    <a:pt x="21325" y="5278"/>
                  </a:moveTo>
                  <a:lnTo>
                    <a:pt x="20632" y="5362"/>
                  </a:lnTo>
                  <a:lnTo>
                    <a:pt x="21127" y="5362"/>
                  </a:lnTo>
                  <a:lnTo>
                    <a:pt x="21325" y="5278"/>
                  </a:lnTo>
                  <a:close/>
                </a:path>
                <a:path w="550545" h="234950">
                  <a:moveTo>
                    <a:pt x="528579" y="5030"/>
                  </a:moveTo>
                  <a:lnTo>
                    <a:pt x="529186" y="5278"/>
                  </a:lnTo>
                  <a:lnTo>
                    <a:pt x="529881" y="5362"/>
                  </a:lnTo>
                  <a:lnTo>
                    <a:pt x="528579" y="5030"/>
                  </a:lnTo>
                  <a:close/>
                </a:path>
                <a:path w="550545" h="234950">
                  <a:moveTo>
                    <a:pt x="540456" y="5030"/>
                  </a:moveTo>
                  <a:lnTo>
                    <a:pt x="528579" y="5030"/>
                  </a:lnTo>
                  <a:lnTo>
                    <a:pt x="529881" y="5362"/>
                  </a:lnTo>
                  <a:lnTo>
                    <a:pt x="541241" y="5362"/>
                  </a:lnTo>
                  <a:lnTo>
                    <a:pt x="540456" y="5030"/>
                  </a:lnTo>
                  <a:close/>
                </a:path>
                <a:path w="550545" h="234950">
                  <a:moveTo>
                    <a:pt x="23379" y="5030"/>
                  </a:moveTo>
                  <a:lnTo>
                    <a:pt x="21912" y="5030"/>
                  </a:lnTo>
                  <a:lnTo>
                    <a:pt x="21325" y="5278"/>
                  </a:lnTo>
                  <a:lnTo>
                    <a:pt x="23379" y="5030"/>
                  </a:lnTo>
                  <a:close/>
                </a:path>
                <a:path w="550545" h="234950">
                  <a:moveTo>
                    <a:pt x="519234" y="4076"/>
                  </a:moveTo>
                  <a:lnTo>
                    <a:pt x="529157" y="5275"/>
                  </a:lnTo>
                  <a:lnTo>
                    <a:pt x="528579" y="5030"/>
                  </a:lnTo>
                  <a:lnTo>
                    <a:pt x="540456" y="5030"/>
                  </a:lnTo>
                  <a:lnTo>
                    <a:pt x="538296" y="4114"/>
                  </a:lnTo>
                  <a:lnTo>
                    <a:pt x="519913" y="4114"/>
                  </a:lnTo>
                  <a:lnTo>
                    <a:pt x="519234" y="4076"/>
                  </a:lnTo>
                  <a:close/>
                </a:path>
                <a:path w="550545" h="234950">
                  <a:moveTo>
                    <a:pt x="31251" y="4076"/>
                  </a:moveTo>
                  <a:lnTo>
                    <a:pt x="30583" y="4114"/>
                  </a:lnTo>
                  <a:lnTo>
                    <a:pt x="30939" y="4114"/>
                  </a:lnTo>
                  <a:lnTo>
                    <a:pt x="31251" y="4076"/>
                  </a:lnTo>
                  <a:close/>
                </a:path>
                <a:path w="550545" h="234950">
                  <a:moveTo>
                    <a:pt x="519234" y="4076"/>
                  </a:moveTo>
                  <a:lnTo>
                    <a:pt x="31251" y="4076"/>
                  </a:lnTo>
                  <a:lnTo>
                    <a:pt x="30939" y="4114"/>
                  </a:lnTo>
                  <a:lnTo>
                    <a:pt x="519546" y="4114"/>
                  </a:lnTo>
                  <a:lnTo>
                    <a:pt x="519234" y="4076"/>
                  </a:lnTo>
                  <a:close/>
                </a:path>
                <a:path w="550545" h="234950">
                  <a:moveTo>
                    <a:pt x="538207" y="4076"/>
                  </a:moveTo>
                  <a:lnTo>
                    <a:pt x="519234" y="4076"/>
                  </a:lnTo>
                  <a:lnTo>
                    <a:pt x="519913" y="4114"/>
                  </a:lnTo>
                  <a:lnTo>
                    <a:pt x="538296" y="4114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7487" y="3509628"/>
              <a:ext cx="109220" cy="16510"/>
            </a:xfrm>
            <a:custGeom>
              <a:avLst/>
              <a:gdLst/>
              <a:ahLst/>
              <a:cxnLst/>
              <a:rect l="l" t="t" r="r" b="b"/>
              <a:pathLst>
                <a:path w="109219" h="16510">
                  <a:moveTo>
                    <a:pt x="108740" y="0"/>
                  </a:moveTo>
                  <a:lnTo>
                    <a:pt x="0" y="0"/>
                  </a:lnTo>
                  <a:lnTo>
                    <a:pt x="0" y="16458"/>
                  </a:lnTo>
                  <a:lnTo>
                    <a:pt x="108740" y="16458"/>
                  </a:lnTo>
                  <a:lnTo>
                    <a:pt x="108740" y="0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4089" y="3507571"/>
              <a:ext cx="115570" cy="20955"/>
            </a:xfrm>
            <a:custGeom>
              <a:avLst/>
              <a:gdLst/>
              <a:ahLst/>
              <a:cxnLst/>
              <a:rect l="l" t="t" r="r" b="b"/>
              <a:pathLst>
                <a:path w="115569" h="20954">
                  <a:moveTo>
                    <a:pt x="115536" y="0"/>
                  </a:moveTo>
                  <a:lnTo>
                    <a:pt x="0" y="0"/>
                  </a:lnTo>
                  <a:lnTo>
                    <a:pt x="0" y="20572"/>
                  </a:lnTo>
                  <a:lnTo>
                    <a:pt x="115536" y="20572"/>
                  </a:lnTo>
                  <a:lnTo>
                    <a:pt x="115536" y="18515"/>
                  </a:lnTo>
                  <a:lnTo>
                    <a:pt x="6796" y="18515"/>
                  </a:lnTo>
                  <a:lnTo>
                    <a:pt x="3398" y="16458"/>
                  </a:lnTo>
                  <a:lnTo>
                    <a:pt x="6796" y="16458"/>
                  </a:lnTo>
                  <a:lnTo>
                    <a:pt x="6796" y="4114"/>
                  </a:lnTo>
                  <a:lnTo>
                    <a:pt x="3398" y="4114"/>
                  </a:lnTo>
                  <a:lnTo>
                    <a:pt x="6796" y="2057"/>
                  </a:lnTo>
                  <a:lnTo>
                    <a:pt x="115536" y="2057"/>
                  </a:lnTo>
                  <a:lnTo>
                    <a:pt x="115536" y="0"/>
                  </a:lnTo>
                  <a:close/>
                </a:path>
                <a:path w="115569" h="20954">
                  <a:moveTo>
                    <a:pt x="6796" y="16458"/>
                  </a:moveTo>
                  <a:lnTo>
                    <a:pt x="3398" y="16458"/>
                  </a:lnTo>
                  <a:lnTo>
                    <a:pt x="6796" y="18515"/>
                  </a:lnTo>
                  <a:lnTo>
                    <a:pt x="6796" y="16458"/>
                  </a:lnTo>
                  <a:close/>
                </a:path>
                <a:path w="115569" h="20954">
                  <a:moveTo>
                    <a:pt x="108740" y="16458"/>
                  </a:moveTo>
                  <a:lnTo>
                    <a:pt x="6796" y="16458"/>
                  </a:lnTo>
                  <a:lnTo>
                    <a:pt x="6796" y="18515"/>
                  </a:lnTo>
                  <a:lnTo>
                    <a:pt x="108740" y="18515"/>
                  </a:lnTo>
                  <a:lnTo>
                    <a:pt x="108740" y="16458"/>
                  </a:lnTo>
                  <a:close/>
                </a:path>
                <a:path w="115569" h="20954">
                  <a:moveTo>
                    <a:pt x="108740" y="2057"/>
                  </a:moveTo>
                  <a:lnTo>
                    <a:pt x="108740" y="18515"/>
                  </a:lnTo>
                  <a:lnTo>
                    <a:pt x="112138" y="16458"/>
                  </a:lnTo>
                  <a:lnTo>
                    <a:pt x="115536" y="16458"/>
                  </a:lnTo>
                  <a:lnTo>
                    <a:pt x="115536" y="4114"/>
                  </a:lnTo>
                  <a:lnTo>
                    <a:pt x="112138" y="4114"/>
                  </a:lnTo>
                  <a:lnTo>
                    <a:pt x="108740" y="2057"/>
                  </a:lnTo>
                  <a:close/>
                </a:path>
                <a:path w="115569" h="20954">
                  <a:moveTo>
                    <a:pt x="115536" y="16458"/>
                  </a:moveTo>
                  <a:lnTo>
                    <a:pt x="112138" y="16458"/>
                  </a:lnTo>
                  <a:lnTo>
                    <a:pt x="108740" y="18515"/>
                  </a:lnTo>
                  <a:lnTo>
                    <a:pt x="115536" y="18515"/>
                  </a:lnTo>
                  <a:lnTo>
                    <a:pt x="115536" y="16458"/>
                  </a:lnTo>
                  <a:close/>
                </a:path>
                <a:path w="115569" h="20954">
                  <a:moveTo>
                    <a:pt x="6796" y="2057"/>
                  </a:moveTo>
                  <a:lnTo>
                    <a:pt x="3398" y="4114"/>
                  </a:lnTo>
                  <a:lnTo>
                    <a:pt x="6796" y="4114"/>
                  </a:lnTo>
                  <a:lnTo>
                    <a:pt x="6796" y="2057"/>
                  </a:lnTo>
                  <a:close/>
                </a:path>
                <a:path w="115569" h="20954">
                  <a:moveTo>
                    <a:pt x="108740" y="2057"/>
                  </a:moveTo>
                  <a:lnTo>
                    <a:pt x="6796" y="2057"/>
                  </a:lnTo>
                  <a:lnTo>
                    <a:pt x="6796" y="4114"/>
                  </a:lnTo>
                  <a:lnTo>
                    <a:pt x="108740" y="4114"/>
                  </a:lnTo>
                  <a:lnTo>
                    <a:pt x="108740" y="2057"/>
                  </a:lnTo>
                  <a:close/>
                </a:path>
                <a:path w="115569" h="20954">
                  <a:moveTo>
                    <a:pt x="115536" y="2057"/>
                  </a:moveTo>
                  <a:lnTo>
                    <a:pt x="108740" y="2057"/>
                  </a:lnTo>
                  <a:lnTo>
                    <a:pt x="112138" y="4114"/>
                  </a:lnTo>
                  <a:lnTo>
                    <a:pt x="115536" y="4114"/>
                  </a:lnTo>
                  <a:lnTo>
                    <a:pt x="115536" y="205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13412" y="3509628"/>
              <a:ext cx="54610" cy="16510"/>
            </a:xfrm>
            <a:custGeom>
              <a:avLst/>
              <a:gdLst/>
              <a:ahLst/>
              <a:cxnLst/>
              <a:rect l="l" t="t" r="r" b="b"/>
              <a:pathLst>
                <a:path w="54610" h="16510">
                  <a:moveTo>
                    <a:pt x="54370" y="0"/>
                  </a:moveTo>
                  <a:lnTo>
                    <a:pt x="0" y="0"/>
                  </a:lnTo>
                  <a:lnTo>
                    <a:pt x="0" y="16458"/>
                  </a:lnTo>
                  <a:lnTo>
                    <a:pt x="54370" y="16458"/>
                  </a:lnTo>
                  <a:lnTo>
                    <a:pt x="54370" y="0"/>
                  </a:lnTo>
                  <a:close/>
                </a:path>
              </a:pathLst>
            </a:custGeom>
            <a:solidFill>
              <a:srgbClr val="919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10014" y="3507571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5" h="20954">
                  <a:moveTo>
                    <a:pt x="61166" y="0"/>
                  </a:moveTo>
                  <a:lnTo>
                    <a:pt x="0" y="0"/>
                  </a:lnTo>
                  <a:lnTo>
                    <a:pt x="0" y="20572"/>
                  </a:lnTo>
                  <a:lnTo>
                    <a:pt x="61166" y="20572"/>
                  </a:lnTo>
                  <a:lnTo>
                    <a:pt x="61166" y="18515"/>
                  </a:lnTo>
                  <a:lnTo>
                    <a:pt x="6796" y="18515"/>
                  </a:lnTo>
                  <a:lnTo>
                    <a:pt x="3398" y="16458"/>
                  </a:lnTo>
                  <a:lnTo>
                    <a:pt x="6796" y="16458"/>
                  </a:lnTo>
                  <a:lnTo>
                    <a:pt x="6796" y="4114"/>
                  </a:lnTo>
                  <a:lnTo>
                    <a:pt x="3398" y="4114"/>
                  </a:lnTo>
                  <a:lnTo>
                    <a:pt x="6796" y="2057"/>
                  </a:lnTo>
                  <a:lnTo>
                    <a:pt x="61166" y="2057"/>
                  </a:lnTo>
                  <a:lnTo>
                    <a:pt x="61166" y="0"/>
                  </a:lnTo>
                  <a:close/>
                </a:path>
                <a:path w="61595" h="20954">
                  <a:moveTo>
                    <a:pt x="6796" y="16458"/>
                  </a:moveTo>
                  <a:lnTo>
                    <a:pt x="3398" y="16458"/>
                  </a:lnTo>
                  <a:lnTo>
                    <a:pt x="6796" y="18515"/>
                  </a:lnTo>
                  <a:lnTo>
                    <a:pt x="6796" y="16458"/>
                  </a:lnTo>
                  <a:close/>
                </a:path>
                <a:path w="61595" h="20954">
                  <a:moveTo>
                    <a:pt x="54370" y="16458"/>
                  </a:moveTo>
                  <a:lnTo>
                    <a:pt x="6796" y="16458"/>
                  </a:lnTo>
                  <a:lnTo>
                    <a:pt x="6796" y="18515"/>
                  </a:lnTo>
                  <a:lnTo>
                    <a:pt x="54370" y="18515"/>
                  </a:lnTo>
                  <a:lnTo>
                    <a:pt x="54370" y="16458"/>
                  </a:lnTo>
                  <a:close/>
                </a:path>
                <a:path w="61595" h="20954">
                  <a:moveTo>
                    <a:pt x="54370" y="2057"/>
                  </a:moveTo>
                  <a:lnTo>
                    <a:pt x="54370" y="18515"/>
                  </a:lnTo>
                  <a:lnTo>
                    <a:pt x="57768" y="16458"/>
                  </a:lnTo>
                  <a:lnTo>
                    <a:pt x="61166" y="16458"/>
                  </a:lnTo>
                  <a:lnTo>
                    <a:pt x="61166" y="4114"/>
                  </a:lnTo>
                  <a:lnTo>
                    <a:pt x="57768" y="4114"/>
                  </a:lnTo>
                  <a:lnTo>
                    <a:pt x="54370" y="2057"/>
                  </a:lnTo>
                  <a:close/>
                </a:path>
                <a:path w="61595" h="20954">
                  <a:moveTo>
                    <a:pt x="61166" y="16458"/>
                  </a:moveTo>
                  <a:lnTo>
                    <a:pt x="57768" y="16458"/>
                  </a:lnTo>
                  <a:lnTo>
                    <a:pt x="54370" y="18515"/>
                  </a:lnTo>
                  <a:lnTo>
                    <a:pt x="61166" y="18515"/>
                  </a:lnTo>
                  <a:lnTo>
                    <a:pt x="61166" y="16458"/>
                  </a:lnTo>
                  <a:close/>
                </a:path>
                <a:path w="61595" h="20954">
                  <a:moveTo>
                    <a:pt x="6796" y="2057"/>
                  </a:moveTo>
                  <a:lnTo>
                    <a:pt x="3398" y="4114"/>
                  </a:lnTo>
                  <a:lnTo>
                    <a:pt x="6796" y="4114"/>
                  </a:lnTo>
                  <a:lnTo>
                    <a:pt x="6796" y="2057"/>
                  </a:lnTo>
                  <a:close/>
                </a:path>
                <a:path w="61595" h="20954">
                  <a:moveTo>
                    <a:pt x="54370" y="2057"/>
                  </a:moveTo>
                  <a:lnTo>
                    <a:pt x="6796" y="2057"/>
                  </a:lnTo>
                  <a:lnTo>
                    <a:pt x="6796" y="4114"/>
                  </a:lnTo>
                  <a:lnTo>
                    <a:pt x="54370" y="4114"/>
                  </a:lnTo>
                  <a:lnTo>
                    <a:pt x="54370" y="2057"/>
                  </a:lnTo>
                  <a:close/>
                </a:path>
                <a:path w="61595" h="20954">
                  <a:moveTo>
                    <a:pt x="61166" y="2057"/>
                  </a:moveTo>
                  <a:lnTo>
                    <a:pt x="54370" y="2057"/>
                  </a:lnTo>
                  <a:lnTo>
                    <a:pt x="57768" y="4114"/>
                  </a:lnTo>
                  <a:lnTo>
                    <a:pt x="61166" y="4114"/>
                  </a:lnTo>
                  <a:lnTo>
                    <a:pt x="61166" y="205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2819" y="3428936"/>
              <a:ext cx="1184148" cy="32010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93591" y="3410750"/>
              <a:ext cx="1104887" cy="40077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60063" y="3456432"/>
              <a:ext cx="1094232" cy="23012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560063" y="3456432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4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1055877" y="0"/>
                  </a:lnTo>
                  <a:lnTo>
                    <a:pt x="1070818" y="3010"/>
                  </a:lnTo>
                  <a:lnTo>
                    <a:pt x="1083008" y="11223"/>
                  </a:lnTo>
                  <a:lnTo>
                    <a:pt x="1091221" y="23413"/>
                  </a:lnTo>
                  <a:lnTo>
                    <a:pt x="1094232" y="38354"/>
                  </a:lnTo>
                  <a:lnTo>
                    <a:pt x="1094232" y="191770"/>
                  </a:lnTo>
                  <a:lnTo>
                    <a:pt x="1091221" y="206710"/>
                  </a:lnTo>
                  <a:lnTo>
                    <a:pt x="1083008" y="218900"/>
                  </a:lnTo>
                  <a:lnTo>
                    <a:pt x="1070818" y="227113"/>
                  </a:lnTo>
                  <a:lnTo>
                    <a:pt x="1055877" y="230124"/>
                  </a:lnTo>
                  <a:lnTo>
                    <a:pt x="38353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70"/>
                  </a:lnTo>
                  <a:lnTo>
                    <a:pt x="0" y="38354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715639" y="3458717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</a:t>
            </a:r>
            <a:r>
              <a:rPr sz="1200" spc="1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30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7850" y="3412363"/>
            <a:ext cx="2406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Subnet: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10.0.1.0/24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527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Public</a:t>
            </a:r>
            <a:r>
              <a:rPr sz="2800" spc="-60" dirty="0"/>
              <a:t> </a:t>
            </a:r>
            <a:r>
              <a:rPr sz="2800" spc="-5" dirty="0"/>
              <a:t>IP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593341" y="4299000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8709" y="4299000"/>
            <a:ext cx="777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(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I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Pv4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4058" y="1175765"/>
            <a:ext cx="3066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ic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215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req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8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20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-190" dirty="0">
                <a:solidFill>
                  <a:srgbClr val="464646"/>
                </a:solidFill>
                <a:latin typeface="Microsoft Sans Serif"/>
                <a:cs typeface="Microsoft Sans Serif"/>
              </a:rPr>
              <a:t>ed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sen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or  </a:t>
            </a:r>
            <a:r>
              <a:rPr sz="1800" spc="-195" dirty="0">
                <a:solidFill>
                  <a:srgbClr val="464646"/>
                </a:solidFill>
                <a:latin typeface="Microsoft Sans Serif"/>
                <a:cs typeface="Microsoft Sans Serif"/>
              </a:rPr>
              <a:t>rec</a:t>
            </a:r>
            <a:r>
              <a:rPr sz="1800" spc="-22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iv</a:t>
            </a:r>
            <a:r>
              <a:rPr sz="18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req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est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fro</a:t>
            </a: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m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th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inter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et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4058" y="1998421"/>
            <a:ext cx="254698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blic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21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Assign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men</a:t>
            </a:r>
            <a:r>
              <a:rPr sz="1800" spc="30" dirty="0">
                <a:solidFill>
                  <a:srgbClr val="464646"/>
                </a:solidFill>
                <a:latin typeface="Microsoft Sans Serif"/>
                <a:cs typeface="Microsoft Sans Serif"/>
              </a:rPr>
              <a:t>t:</a:t>
            </a:r>
            <a:endParaRPr sz="1800">
              <a:latin typeface="Microsoft Sans Serif"/>
              <a:cs typeface="Microsoft Sans Serif"/>
            </a:endParaRPr>
          </a:p>
          <a:p>
            <a:pPr marL="299085" marR="1143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Specif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y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at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th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time 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of  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lau</a:t>
            </a:r>
            <a:r>
              <a:rPr sz="1800" spc="4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ch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40" dirty="0">
                <a:solidFill>
                  <a:srgbClr val="464646"/>
                </a:solidFill>
                <a:latin typeface="Microsoft Sans Serif"/>
                <a:cs typeface="Microsoft Sans Serif"/>
              </a:rPr>
              <a:t>g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th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ins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265" dirty="0">
                <a:solidFill>
                  <a:srgbClr val="464646"/>
                </a:solidFill>
                <a:latin typeface="Microsoft Sans Serif"/>
                <a:cs typeface="Microsoft Sans Serif"/>
              </a:rPr>
              <a:t>ce</a:t>
            </a:r>
            <a:endParaRPr sz="18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Subnet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setting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to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auto-</a:t>
            </a:r>
            <a:endParaRPr sz="1800">
              <a:latin typeface="Microsoft Sans Serif"/>
              <a:cs typeface="Microsoft Sans Serif"/>
            </a:endParaRPr>
          </a:p>
          <a:p>
            <a:pPr marL="299085">
              <a:lnSpc>
                <a:spcPct val="100000"/>
              </a:lnSpc>
            </a:pP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assign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public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IP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4058" y="3645204"/>
            <a:ext cx="2499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Assigned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from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Amazon’s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ic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215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35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24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ol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05610" y="1681226"/>
            <a:ext cx="1289050" cy="914400"/>
            <a:chOff x="1705610" y="1681226"/>
            <a:chExt cx="1289050" cy="914400"/>
          </a:xfrm>
        </p:grpSpPr>
        <p:sp>
          <p:nvSpPr>
            <p:cNvPr id="10" name="object 10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1115314" y="0"/>
                  </a:moveTo>
                  <a:lnTo>
                    <a:pt x="148081" y="0"/>
                  </a:lnTo>
                  <a:lnTo>
                    <a:pt x="101274" y="7548"/>
                  </a:lnTo>
                  <a:lnTo>
                    <a:pt x="60624" y="28569"/>
                  </a:lnTo>
                  <a:lnTo>
                    <a:pt x="28569" y="60624"/>
                  </a:lnTo>
                  <a:lnTo>
                    <a:pt x="7548" y="101274"/>
                  </a:lnTo>
                  <a:lnTo>
                    <a:pt x="0" y="148082"/>
                  </a:lnTo>
                  <a:lnTo>
                    <a:pt x="0" y="740410"/>
                  </a:lnTo>
                  <a:lnTo>
                    <a:pt x="7548" y="787217"/>
                  </a:lnTo>
                  <a:lnTo>
                    <a:pt x="28569" y="827867"/>
                  </a:lnTo>
                  <a:lnTo>
                    <a:pt x="60624" y="859922"/>
                  </a:lnTo>
                  <a:lnTo>
                    <a:pt x="101274" y="880943"/>
                  </a:lnTo>
                  <a:lnTo>
                    <a:pt x="148081" y="888492"/>
                  </a:lnTo>
                  <a:lnTo>
                    <a:pt x="1115314" y="888492"/>
                  </a:lnTo>
                  <a:lnTo>
                    <a:pt x="1162121" y="880943"/>
                  </a:lnTo>
                  <a:lnTo>
                    <a:pt x="1202771" y="859922"/>
                  </a:lnTo>
                  <a:lnTo>
                    <a:pt x="1234826" y="827867"/>
                  </a:lnTo>
                  <a:lnTo>
                    <a:pt x="1255847" y="787217"/>
                  </a:lnTo>
                  <a:lnTo>
                    <a:pt x="1263395" y="740410"/>
                  </a:lnTo>
                  <a:lnTo>
                    <a:pt x="1263395" y="148082"/>
                  </a:lnTo>
                  <a:lnTo>
                    <a:pt x="1255847" y="101274"/>
                  </a:lnTo>
                  <a:lnTo>
                    <a:pt x="1234826" y="60624"/>
                  </a:lnTo>
                  <a:lnTo>
                    <a:pt x="1202771" y="28569"/>
                  </a:lnTo>
                  <a:lnTo>
                    <a:pt x="1162121" y="7548"/>
                  </a:lnTo>
                  <a:lnTo>
                    <a:pt x="11153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0" y="148082"/>
                  </a:moveTo>
                  <a:lnTo>
                    <a:pt x="7548" y="101274"/>
                  </a:lnTo>
                  <a:lnTo>
                    <a:pt x="28569" y="60624"/>
                  </a:lnTo>
                  <a:lnTo>
                    <a:pt x="60624" y="28569"/>
                  </a:lnTo>
                  <a:lnTo>
                    <a:pt x="101274" y="7548"/>
                  </a:lnTo>
                  <a:lnTo>
                    <a:pt x="148081" y="0"/>
                  </a:lnTo>
                  <a:lnTo>
                    <a:pt x="1115314" y="0"/>
                  </a:lnTo>
                  <a:lnTo>
                    <a:pt x="1162121" y="7548"/>
                  </a:lnTo>
                  <a:lnTo>
                    <a:pt x="1202771" y="28569"/>
                  </a:lnTo>
                  <a:lnTo>
                    <a:pt x="1234826" y="60624"/>
                  </a:lnTo>
                  <a:lnTo>
                    <a:pt x="1255847" y="101274"/>
                  </a:lnTo>
                  <a:lnTo>
                    <a:pt x="1263395" y="148082"/>
                  </a:lnTo>
                  <a:lnTo>
                    <a:pt x="1263395" y="740410"/>
                  </a:lnTo>
                  <a:lnTo>
                    <a:pt x="1255847" y="787217"/>
                  </a:lnTo>
                  <a:lnTo>
                    <a:pt x="1234826" y="827867"/>
                  </a:lnTo>
                  <a:lnTo>
                    <a:pt x="1202771" y="859922"/>
                  </a:lnTo>
                  <a:lnTo>
                    <a:pt x="1162121" y="880943"/>
                  </a:lnTo>
                  <a:lnTo>
                    <a:pt x="1115314" y="888492"/>
                  </a:lnTo>
                  <a:lnTo>
                    <a:pt x="148081" y="888492"/>
                  </a:lnTo>
                  <a:lnTo>
                    <a:pt x="101274" y="880943"/>
                  </a:lnTo>
                  <a:lnTo>
                    <a:pt x="60624" y="859922"/>
                  </a:lnTo>
                  <a:lnTo>
                    <a:pt x="28569" y="827867"/>
                  </a:lnTo>
                  <a:lnTo>
                    <a:pt x="7548" y="787217"/>
                  </a:lnTo>
                  <a:lnTo>
                    <a:pt x="0" y="740410"/>
                  </a:lnTo>
                  <a:lnTo>
                    <a:pt x="0" y="14808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05126" y="1982470"/>
            <a:ext cx="88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3700" y="2092490"/>
            <a:ext cx="1186180" cy="401320"/>
            <a:chOff x="2933700" y="2092490"/>
            <a:chExt cx="1186180" cy="40132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700" y="2110676"/>
              <a:ext cx="1184148" cy="3201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4472" y="2092490"/>
              <a:ext cx="1104887" cy="40077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0944" y="2138172"/>
              <a:ext cx="1094232" cy="23012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80944" y="2138172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5878" y="0"/>
                  </a:lnTo>
                  <a:lnTo>
                    <a:pt x="1070818" y="3010"/>
                  </a:lnTo>
                  <a:lnTo>
                    <a:pt x="1083008" y="11223"/>
                  </a:lnTo>
                  <a:lnTo>
                    <a:pt x="1091221" y="23413"/>
                  </a:lnTo>
                  <a:lnTo>
                    <a:pt x="1094232" y="38353"/>
                  </a:lnTo>
                  <a:lnTo>
                    <a:pt x="1094232" y="191769"/>
                  </a:lnTo>
                  <a:lnTo>
                    <a:pt x="1091221" y="206710"/>
                  </a:lnTo>
                  <a:lnTo>
                    <a:pt x="1083008" y="218900"/>
                  </a:lnTo>
                  <a:lnTo>
                    <a:pt x="1070818" y="227113"/>
                  </a:lnTo>
                  <a:lnTo>
                    <a:pt x="1055878" y="230123"/>
                  </a:lnTo>
                  <a:lnTo>
                    <a:pt x="38354" y="230123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3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37154" y="2140076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</a:t>
            </a:r>
            <a:r>
              <a:rPr sz="1200" spc="1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20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33700" y="1766354"/>
            <a:ext cx="1184275" cy="401320"/>
            <a:chOff x="2933700" y="1766354"/>
            <a:chExt cx="1184275" cy="40132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700" y="1783016"/>
              <a:ext cx="1184148" cy="3201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1800" y="1766354"/>
              <a:ext cx="1104887" cy="4007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980944" y="1810511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1055878" y="0"/>
                  </a:moveTo>
                  <a:lnTo>
                    <a:pt x="38354" y="0"/>
                  </a:lnTo>
                  <a:lnTo>
                    <a:pt x="23413" y="3010"/>
                  </a:lnTo>
                  <a:lnTo>
                    <a:pt x="11223" y="11223"/>
                  </a:lnTo>
                  <a:lnTo>
                    <a:pt x="3010" y="23413"/>
                  </a:lnTo>
                  <a:lnTo>
                    <a:pt x="0" y="38353"/>
                  </a:lnTo>
                  <a:lnTo>
                    <a:pt x="0" y="191769"/>
                  </a:lnTo>
                  <a:lnTo>
                    <a:pt x="3010" y="206710"/>
                  </a:lnTo>
                  <a:lnTo>
                    <a:pt x="11223" y="218900"/>
                  </a:lnTo>
                  <a:lnTo>
                    <a:pt x="23413" y="227113"/>
                  </a:lnTo>
                  <a:lnTo>
                    <a:pt x="38354" y="230124"/>
                  </a:lnTo>
                  <a:lnTo>
                    <a:pt x="1055878" y="230124"/>
                  </a:lnTo>
                  <a:lnTo>
                    <a:pt x="1070818" y="227113"/>
                  </a:lnTo>
                  <a:lnTo>
                    <a:pt x="1083008" y="218900"/>
                  </a:lnTo>
                  <a:lnTo>
                    <a:pt x="1091221" y="206710"/>
                  </a:lnTo>
                  <a:lnTo>
                    <a:pt x="1094232" y="191769"/>
                  </a:lnTo>
                  <a:lnTo>
                    <a:pt x="1094232" y="38353"/>
                  </a:lnTo>
                  <a:lnTo>
                    <a:pt x="1091221" y="23413"/>
                  </a:lnTo>
                  <a:lnTo>
                    <a:pt x="1083008" y="11223"/>
                  </a:lnTo>
                  <a:lnTo>
                    <a:pt x="1070818" y="3010"/>
                  </a:lnTo>
                  <a:lnTo>
                    <a:pt x="1055878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80944" y="1810511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5878" y="0"/>
                  </a:lnTo>
                  <a:lnTo>
                    <a:pt x="1070818" y="3010"/>
                  </a:lnTo>
                  <a:lnTo>
                    <a:pt x="1083008" y="11223"/>
                  </a:lnTo>
                  <a:lnTo>
                    <a:pt x="1091221" y="23413"/>
                  </a:lnTo>
                  <a:lnTo>
                    <a:pt x="1094232" y="38353"/>
                  </a:lnTo>
                  <a:lnTo>
                    <a:pt x="1094232" y="191769"/>
                  </a:lnTo>
                  <a:lnTo>
                    <a:pt x="1091221" y="206710"/>
                  </a:lnTo>
                  <a:lnTo>
                    <a:pt x="1083008" y="218900"/>
                  </a:lnTo>
                  <a:lnTo>
                    <a:pt x="1070818" y="227113"/>
                  </a:lnTo>
                  <a:lnTo>
                    <a:pt x="1055878" y="230124"/>
                  </a:lnTo>
                  <a:lnTo>
                    <a:pt x="38354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3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94482" y="1813001"/>
            <a:ext cx="8661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3.</a:t>
            </a:r>
            <a:r>
              <a:rPr sz="1200" spc="-5" dirty="0">
                <a:solidFill>
                  <a:srgbClr val="464646"/>
                </a:solidFill>
                <a:latin typeface="Consolas"/>
                <a:cs typeface="Consolas"/>
              </a:rPr>
              <a:t>1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5.</a:t>
            </a:r>
            <a:r>
              <a:rPr sz="1200" spc="-5" dirty="0">
                <a:solidFill>
                  <a:srgbClr val="464646"/>
                </a:solidFill>
                <a:latin typeface="Consolas"/>
                <a:cs typeface="Consolas"/>
              </a:rPr>
              <a:t>2</a:t>
            </a:r>
            <a:r>
              <a:rPr sz="1200" spc="5" dirty="0">
                <a:solidFill>
                  <a:srgbClr val="464646"/>
                </a:solidFill>
                <a:latin typeface="Consolas"/>
                <a:cs typeface="Consolas"/>
              </a:rPr>
              <a:t>2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.48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7850" y="3412363"/>
            <a:ext cx="2406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Subnet: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10.0.1.0/24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925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Public</a:t>
            </a:r>
            <a:r>
              <a:rPr sz="2800" spc="15" dirty="0"/>
              <a:t> </a:t>
            </a:r>
            <a:r>
              <a:rPr sz="2800" spc="-5" dirty="0"/>
              <a:t>IP</a:t>
            </a:r>
            <a:r>
              <a:rPr sz="2800" spc="-60" dirty="0"/>
              <a:t> </a:t>
            </a:r>
            <a:r>
              <a:rPr sz="2800" spc="-5" dirty="0"/>
              <a:t>–</a:t>
            </a:r>
            <a:r>
              <a:rPr sz="2800" spc="10" dirty="0"/>
              <a:t> </a:t>
            </a:r>
            <a:r>
              <a:rPr sz="2800" spc="-5" dirty="0"/>
              <a:t>Instance</a:t>
            </a:r>
            <a:r>
              <a:rPr sz="2800" spc="15" dirty="0"/>
              <a:t> </a:t>
            </a:r>
            <a:r>
              <a:rPr sz="2800" spc="-15" dirty="0"/>
              <a:t>Start/Stop/Terminate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593341" y="4299000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8709" y="4299000"/>
            <a:ext cx="777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(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I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Pv4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4058" y="1175765"/>
            <a:ext cx="29210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Stop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464646"/>
                </a:solidFill>
                <a:latin typeface="Microsoft Sans Serif"/>
                <a:cs typeface="Microsoft Sans Serif"/>
              </a:rPr>
              <a:t>Te</a:t>
            </a:r>
            <a:r>
              <a:rPr sz="18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rmina</a:t>
            </a: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36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ins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265" dirty="0">
                <a:solidFill>
                  <a:srgbClr val="464646"/>
                </a:solidFill>
                <a:latin typeface="Microsoft Sans Serif"/>
                <a:cs typeface="Microsoft Sans Serif"/>
              </a:rPr>
              <a:t>ce</a:t>
            </a:r>
            <a:endParaRPr sz="1800">
              <a:latin typeface="Microsoft Sans Serif"/>
              <a:cs typeface="Microsoft Sans Serif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ic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215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re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-195" dirty="0">
                <a:solidFill>
                  <a:srgbClr val="464646"/>
                </a:solidFill>
                <a:latin typeface="Microsoft Sans Serif"/>
                <a:cs typeface="Microsoft Sans Serif"/>
              </a:rPr>
              <a:t>eased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back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to  </a:t>
            </a:r>
            <a:r>
              <a:rPr sz="1800" spc="-155" dirty="0">
                <a:solidFill>
                  <a:srgbClr val="464646"/>
                </a:solidFill>
                <a:latin typeface="Microsoft Sans Serif"/>
                <a:cs typeface="Microsoft Sans Serif"/>
              </a:rPr>
              <a:t>pool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4058" y="2273300"/>
            <a:ext cx="2764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est</a:t>
            </a:r>
            <a:r>
              <a:rPr sz="1800" spc="-145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100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23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24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195" dirty="0">
                <a:solidFill>
                  <a:srgbClr val="464646"/>
                </a:solidFill>
                <a:latin typeface="Microsoft Sans Serif"/>
                <a:cs typeface="Microsoft Sans Serif"/>
              </a:rPr>
              <a:t>pe</a:t>
            </a:r>
            <a:r>
              <a:rPr sz="1800" spc="-190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ins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265" dirty="0">
                <a:solidFill>
                  <a:srgbClr val="464646"/>
                </a:solidFill>
                <a:latin typeface="Microsoft Sans Serif"/>
                <a:cs typeface="Microsoft Sans Serif"/>
              </a:rPr>
              <a:t>ce</a:t>
            </a:r>
            <a:endParaRPr sz="18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7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w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ic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215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signed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4058" y="3095955"/>
            <a:ext cx="3101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blic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21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464646"/>
                </a:solidFill>
                <a:latin typeface="Microsoft Sans Serif"/>
                <a:cs typeface="Microsoft Sans Serif"/>
              </a:rPr>
              <a:t>w</a:t>
            </a:r>
            <a:r>
              <a:rPr sz="1800" spc="13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40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13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cha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165" dirty="0">
                <a:solidFill>
                  <a:srgbClr val="464646"/>
                </a:solidFill>
                <a:latin typeface="Microsoft Sans Serif"/>
                <a:cs typeface="Microsoft Sans Serif"/>
              </a:rPr>
              <a:t>g</a:t>
            </a:r>
            <a:r>
              <a:rPr sz="1800" spc="-16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90" dirty="0">
                <a:solidFill>
                  <a:srgbClr val="464646"/>
                </a:solidFill>
                <a:latin typeface="Microsoft Sans Serif"/>
                <a:cs typeface="Microsoft Sans Serif"/>
              </a:rPr>
              <a:t>f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yo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235" dirty="0">
                <a:solidFill>
                  <a:srgbClr val="464646"/>
                </a:solidFill>
                <a:latin typeface="Microsoft Sans Serif"/>
                <a:cs typeface="Microsoft Sans Serif"/>
              </a:rPr>
              <a:t>op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and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restart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an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instance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05610" y="1681226"/>
            <a:ext cx="1289050" cy="914400"/>
            <a:chOff x="1705610" y="1681226"/>
            <a:chExt cx="1289050" cy="914400"/>
          </a:xfrm>
        </p:grpSpPr>
        <p:sp>
          <p:nvSpPr>
            <p:cNvPr id="10" name="object 10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1115314" y="0"/>
                  </a:moveTo>
                  <a:lnTo>
                    <a:pt x="148081" y="0"/>
                  </a:lnTo>
                  <a:lnTo>
                    <a:pt x="101274" y="7548"/>
                  </a:lnTo>
                  <a:lnTo>
                    <a:pt x="60624" y="28569"/>
                  </a:lnTo>
                  <a:lnTo>
                    <a:pt x="28569" y="60624"/>
                  </a:lnTo>
                  <a:lnTo>
                    <a:pt x="7548" y="101274"/>
                  </a:lnTo>
                  <a:lnTo>
                    <a:pt x="0" y="148082"/>
                  </a:lnTo>
                  <a:lnTo>
                    <a:pt x="0" y="740410"/>
                  </a:lnTo>
                  <a:lnTo>
                    <a:pt x="7548" y="787217"/>
                  </a:lnTo>
                  <a:lnTo>
                    <a:pt x="28569" y="827867"/>
                  </a:lnTo>
                  <a:lnTo>
                    <a:pt x="60624" y="859922"/>
                  </a:lnTo>
                  <a:lnTo>
                    <a:pt x="101274" y="880943"/>
                  </a:lnTo>
                  <a:lnTo>
                    <a:pt x="148081" y="888492"/>
                  </a:lnTo>
                  <a:lnTo>
                    <a:pt x="1115314" y="888492"/>
                  </a:lnTo>
                  <a:lnTo>
                    <a:pt x="1162121" y="880943"/>
                  </a:lnTo>
                  <a:lnTo>
                    <a:pt x="1202771" y="859922"/>
                  </a:lnTo>
                  <a:lnTo>
                    <a:pt x="1234826" y="827867"/>
                  </a:lnTo>
                  <a:lnTo>
                    <a:pt x="1255847" y="787217"/>
                  </a:lnTo>
                  <a:lnTo>
                    <a:pt x="1263395" y="740410"/>
                  </a:lnTo>
                  <a:lnTo>
                    <a:pt x="1263395" y="148082"/>
                  </a:lnTo>
                  <a:lnTo>
                    <a:pt x="1255847" y="101274"/>
                  </a:lnTo>
                  <a:lnTo>
                    <a:pt x="1234826" y="60624"/>
                  </a:lnTo>
                  <a:lnTo>
                    <a:pt x="1202771" y="28569"/>
                  </a:lnTo>
                  <a:lnTo>
                    <a:pt x="1162121" y="7548"/>
                  </a:lnTo>
                  <a:lnTo>
                    <a:pt x="11153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0" y="148082"/>
                  </a:moveTo>
                  <a:lnTo>
                    <a:pt x="7548" y="101274"/>
                  </a:lnTo>
                  <a:lnTo>
                    <a:pt x="28569" y="60624"/>
                  </a:lnTo>
                  <a:lnTo>
                    <a:pt x="60624" y="28569"/>
                  </a:lnTo>
                  <a:lnTo>
                    <a:pt x="101274" y="7548"/>
                  </a:lnTo>
                  <a:lnTo>
                    <a:pt x="148081" y="0"/>
                  </a:lnTo>
                  <a:lnTo>
                    <a:pt x="1115314" y="0"/>
                  </a:lnTo>
                  <a:lnTo>
                    <a:pt x="1162121" y="7548"/>
                  </a:lnTo>
                  <a:lnTo>
                    <a:pt x="1202771" y="28569"/>
                  </a:lnTo>
                  <a:lnTo>
                    <a:pt x="1234826" y="60624"/>
                  </a:lnTo>
                  <a:lnTo>
                    <a:pt x="1255847" y="101274"/>
                  </a:lnTo>
                  <a:lnTo>
                    <a:pt x="1263395" y="148082"/>
                  </a:lnTo>
                  <a:lnTo>
                    <a:pt x="1263395" y="740410"/>
                  </a:lnTo>
                  <a:lnTo>
                    <a:pt x="1255847" y="787217"/>
                  </a:lnTo>
                  <a:lnTo>
                    <a:pt x="1234826" y="827867"/>
                  </a:lnTo>
                  <a:lnTo>
                    <a:pt x="1202771" y="859922"/>
                  </a:lnTo>
                  <a:lnTo>
                    <a:pt x="1162121" y="880943"/>
                  </a:lnTo>
                  <a:lnTo>
                    <a:pt x="1115314" y="888492"/>
                  </a:lnTo>
                  <a:lnTo>
                    <a:pt x="148081" y="888492"/>
                  </a:lnTo>
                  <a:lnTo>
                    <a:pt x="101274" y="880943"/>
                  </a:lnTo>
                  <a:lnTo>
                    <a:pt x="60624" y="859922"/>
                  </a:lnTo>
                  <a:lnTo>
                    <a:pt x="28569" y="827867"/>
                  </a:lnTo>
                  <a:lnTo>
                    <a:pt x="7548" y="787217"/>
                  </a:lnTo>
                  <a:lnTo>
                    <a:pt x="0" y="740410"/>
                  </a:lnTo>
                  <a:lnTo>
                    <a:pt x="0" y="14808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05126" y="1982470"/>
            <a:ext cx="88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3700" y="2092490"/>
            <a:ext cx="1186180" cy="401320"/>
            <a:chOff x="2933700" y="2092490"/>
            <a:chExt cx="1186180" cy="40132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700" y="2110676"/>
              <a:ext cx="1184148" cy="3201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4472" y="2092490"/>
              <a:ext cx="1104887" cy="40077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0944" y="2138172"/>
              <a:ext cx="1094232" cy="23012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80944" y="2138172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5878" y="0"/>
                  </a:lnTo>
                  <a:lnTo>
                    <a:pt x="1070818" y="3010"/>
                  </a:lnTo>
                  <a:lnTo>
                    <a:pt x="1083008" y="11223"/>
                  </a:lnTo>
                  <a:lnTo>
                    <a:pt x="1091221" y="23413"/>
                  </a:lnTo>
                  <a:lnTo>
                    <a:pt x="1094232" y="38353"/>
                  </a:lnTo>
                  <a:lnTo>
                    <a:pt x="1094232" y="191769"/>
                  </a:lnTo>
                  <a:lnTo>
                    <a:pt x="1091221" y="206710"/>
                  </a:lnTo>
                  <a:lnTo>
                    <a:pt x="1083008" y="218900"/>
                  </a:lnTo>
                  <a:lnTo>
                    <a:pt x="1070818" y="227113"/>
                  </a:lnTo>
                  <a:lnTo>
                    <a:pt x="1055878" y="230123"/>
                  </a:lnTo>
                  <a:lnTo>
                    <a:pt x="38354" y="230123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3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37154" y="2140076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</a:t>
            </a:r>
            <a:r>
              <a:rPr sz="1200" spc="1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20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33700" y="1766354"/>
            <a:ext cx="1188720" cy="414655"/>
            <a:chOff x="2933700" y="1766354"/>
            <a:chExt cx="1188720" cy="41465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700" y="1783016"/>
              <a:ext cx="1184148" cy="3201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1800" y="1766354"/>
              <a:ext cx="1104887" cy="4007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980944" y="1810511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1055878" y="0"/>
                  </a:moveTo>
                  <a:lnTo>
                    <a:pt x="38354" y="0"/>
                  </a:lnTo>
                  <a:lnTo>
                    <a:pt x="23413" y="3010"/>
                  </a:lnTo>
                  <a:lnTo>
                    <a:pt x="11223" y="11223"/>
                  </a:lnTo>
                  <a:lnTo>
                    <a:pt x="3010" y="23413"/>
                  </a:lnTo>
                  <a:lnTo>
                    <a:pt x="0" y="38353"/>
                  </a:lnTo>
                  <a:lnTo>
                    <a:pt x="0" y="191769"/>
                  </a:lnTo>
                  <a:lnTo>
                    <a:pt x="3010" y="206710"/>
                  </a:lnTo>
                  <a:lnTo>
                    <a:pt x="11223" y="218900"/>
                  </a:lnTo>
                  <a:lnTo>
                    <a:pt x="23413" y="227113"/>
                  </a:lnTo>
                  <a:lnTo>
                    <a:pt x="38354" y="230124"/>
                  </a:lnTo>
                  <a:lnTo>
                    <a:pt x="1055878" y="230124"/>
                  </a:lnTo>
                  <a:lnTo>
                    <a:pt x="1070818" y="227113"/>
                  </a:lnTo>
                  <a:lnTo>
                    <a:pt x="1083008" y="218900"/>
                  </a:lnTo>
                  <a:lnTo>
                    <a:pt x="1091221" y="206710"/>
                  </a:lnTo>
                  <a:lnTo>
                    <a:pt x="1094232" y="191769"/>
                  </a:lnTo>
                  <a:lnTo>
                    <a:pt x="1094232" y="38353"/>
                  </a:lnTo>
                  <a:lnTo>
                    <a:pt x="1091221" y="23413"/>
                  </a:lnTo>
                  <a:lnTo>
                    <a:pt x="1083008" y="11223"/>
                  </a:lnTo>
                  <a:lnTo>
                    <a:pt x="1070818" y="3010"/>
                  </a:lnTo>
                  <a:lnTo>
                    <a:pt x="1055878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80944" y="1810511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0" y="38353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4" y="0"/>
                  </a:lnTo>
                  <a:lnTo>
                    <a:pt x="1055878" y="0"/>
                  </a:lnTo>
                  <a:lnTo>
                    <a:pt x="1070818" y="3010"/>
                  </a:lnTo>
                  <a:lnTo>
                    <a:pt x="1083008" y="11223"/>
                  </a:lnTo>
                  <a:lnTo>
                    <a:pt x="1091221" y="23413"/>
                  </a:lnTo>
                  <a:lnTo>
                    <a:pt x="1094232" y="38353"/>
                  </a:lnTo>
                  <a:lnTo>
                    <a:pt x="1094232" y="191769"/>
                  </a:lnTo>
                  <a:lnTo>
                    <a:pt x="1091221" y="206710"/>
                  </a:lnTo>
                  <a:lnTo>
                    <a:pt x="1083008" y="218900"/>
                  </a:lnTo>
                  <a:lnTo>
                    <a:pt x="1070818" y="227113"/>
                  </a:lnTo>
                  <a:lnTo>
                    <a:pt x="1055878" y="230124"/>
                  </a:lnTo>
                  <a:lnTo>
                    <a:pt x="38354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69"/>
                  </a:lnTo>
                  <a:lnTo>
                    <a:pt x="0" y="38353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8272" y="1796732"/>
              <a:ext cx="1184148" cy="3201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76371" y="1780070"/>
              <a:ext cx="1104887" cy="40077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985515" y="1824227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1055878" y="0"/>
                  </a:moveTo>
                  <a:lnTo>
                    <a:pt x="38353" y="0"/>
                  </a:lnTo>
                  <a:lnTo>
                    <a:pt x="23413" y="3010"/>
                  </a:lnTo>
                  <a:lnTo>
                    <a:pt x="11223" y="11223"/>
                  </a:lnTo>
                  <a:lnTo>
                    <a:pt x="3010" y="23413"/>
                  </a:lnTo>
                  <a:lnTo>
                    <a:pt x="0" y="38354"/>
                  </a:lnTo>
                  <a:lnTo>
                    <a:pt x="0" y="191770"/>
                  </a:lnTo>
                  <a:lnTo>
                    <a:pt x="3010" y="206710"/>
                  </a:lnTo>
                  <a:lnTo>
                    <a:pt x="11223" y="218900"/>
                  </a:lnTo>
                  <a:lnTo>
                    <a:pt x="23413" y="227113"/>
                  </a:lnTo>
                  <a:lnTo>
                    <a:pt x="38353" y="230124"/>
                  </a:lnTo>
                  <a:lnTo>
                    <a:pt x="1055878" y="230124"/>
                  </a:lnTo>
                  <a:lnTo>
                    <a:pt x="1070818" y="227113"/>
                  </a:lnTo>
                  <a:lnTo>
                    <a:pt x="1083008" y="218900"/>
                  </a:lnTo>
                  <a:lnTo>
                    <a:pt x="1091221" y="206710"/>
                  </a:lnTo>
                  <a:lnTo>
                    <a:pt x="1094232" y="191770"/>
                  </a:lnTo>
                  <a:lnTo>
                    <a:pt x="1094232" y="38354"/>
                  </a:lnTo>
                  <a:lnTo>
                    <a:pt x="1091221" y="23413"/>
                  </a:lnTo>
                  <a:lnTo>
                    <a:pt x="1083008" y="11223"/>
                  </a:lnTo>
                  <a:lnTo>
                    <a:pt x="1070818" y="3010"/>
                  </a:lnTo>
                  <a:lnTo>
                    <a:pt x="1055878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85515" y="1824227"/>
              <a:ext cx="1094740" cy="230504"/>
            </a:xfrm>
            <a:custGeom>
              <a:avLst/>
              <a:gdLst/>
              <a:ahLst/>
              <a:cxnLst/>
              <a:rect l="l" t="t" r="r" b="b"/>
              <a:pathLst>
                <a:path w="1094739" h="230505">
                  <a:moveTo>
                    <a:pt x="0" y="38354"/>
                  </a:moveTo>
                  <a:lnTo>
                    <a:pt x="3010" y="23413"/>
                  </a:lnTo>
                  <a:lnTo>
                    <a:pt x="11223" y="11223"/>
                  </a:lnTo>
                  <a:lnTo>
                    <a:pt x="23413" y="3010"/>
                  </a:lnTo>
                  <a:lnTo>
                    <a:pt x="38353" y="0"/>
                  </a:lnTo>
                  <a:lnTo>
                    <a:pt x="1055878" y="0"/>
                  </a:lnTo>
                  <a:lnTo>
                    <a:pt x="1070818" y="3010"/>
                  </a:lnTo>
                  <a:lnTo>
                    <a:pt x="1083008" y="11223"/>
                  </a:lnTo>
                  <a:lnTo>
                    <a:pt x="1091221" y="23413"/>
                  </a:lnTo>
                  <a:lnTo>
                    <a:pt x="1094232" y="38354"/>
                  </a:lnTo>
                  <a:lnTo>
                    <a:pt x="1094232" y="191770"/>
                  </a:lnTo>
                  <a:lnTo>
                    <a:pt x="1091221" y="206710"/>
                  </a:lnTo>
                  <a:lnTo>
                    <a:pt x="1083008" y="218900"/>
                  </a:lnTo>
                  <a:lnTo>
                    <a:pt x="1070818" y="227113"/>
                  </a:lnTo>
                  <a:lnTo>
                    <a:pt x="1055878" y="230124"/>
                  </a:lnTo>
                  <a:lnTo>
                    <a:pt x="38353" y="230124"/>
                  </a:lnTo>
                  <a:lnTo>
                    <a:pt x="23413" y="227113"/>
                  </a:lnTo>
                  <a:lnTo>
                    <a:pt x="11223" y="218900"/>
                  </a:lnTo>
                  <a:lnTo>
                    <a:pt x="3010" y="206710"/>
                  </a:lnTo>
                  <a:lnTo>
                    <a:pt x="0" y="191770"/>
                  </a:lnTo>
                  <a:lnTo>
                    <a:pt x="0" y="38354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995890" y="1813001"/>
            <a:ext cx="10604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</a:pP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3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1</a:t>
            </a: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9</a:t>
            </a: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1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5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1</a:t>
            </a: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5</a:t>
            </a: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2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2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2</a:t>
            </a: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3</a:t>
            </a: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4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spc="-335" dirty="0">
                <a:solidFill>
                  <a:srgbClr val="464646"/>
                </a:solidFill>
                <a:latin typeface="Consolas"/>
                <a:cs typeface="Consolas"/>
              </a:rPr>
              <a:t>8</a:t>
            </a:r>
            <a:r>
              <a:rPr sz="1800" spc="-502" baseline="-4629" dirty="0">
                <a:solidFill>
                  <a:srgbClr val="464646"/>
                </a:solidFill>
                <a:latin typeface="Consolas"/>
                <a:cs typeface="Consolas"/>
              </a:rPr>
              <a:t>5</a:t>
            </a:r>
            <a:endParaRPr sz="1800" baseline="-4629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7850" y="3412363"/>
            <a:ext cx="2406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Subnet: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10.0.1.0/24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607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Elastic</a:t>
            </a:r>
            <a:r>
              <a:rPr sz="2800" spc="-50" dirty="0"/>
              <a:t> </a:t>
            </a:r>
            <a:r>
              <a:rPr sz="2800" spc="-5" dirty="0"/>
              <a:t>IP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593341" y="4299000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8709" y="4299000"/>
            <a:ext cx="777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(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I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Pv4</a:t>
            </a:r>
            <a:r>
              <a:rPr sz="1800" dirty="0">
                <a:solidFill>
                  <a:srgbClr val="464646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4058" y="1175765"/>
            <a:ext cx="2649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El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ti</a:t>
            </a:r>
            <a:r>
              <a:rPr sz="1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17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tati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c-</a:t>
            </a:r>
            <a:r>
              <a:rPr sz="18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ic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IP  address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4058" y="1998421"/>
            <a:ext cx="2301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Assign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to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464646"/>
                </a:solidFill>
                <a:latin typeface="Microsoft Sans Serif"/>
                <a:cs typeface="Microsoft Sans Serif"/>
              </a:rPr>
              <a:t>any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instance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4058" y="254762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solidFill>
                  <a:srgbClr val="464646"/>
                </a:solidFill>
                <a:latin typeface="Microsoft Sans Serif"/>
                <a:cs typeface="Microsoft Sans Serif"/>
              </a:rPr>
              <a:t>Stays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attached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to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464646"/>
                </a:solidFill>
                <a:latin typeface="Microsoft Sans Serif"/>
                <a:cs typeface="Microsoft Sans Serif"/>
              </a:rPr>
              <a:t>stopped </a:t>
            </a:r>
            <a:r>
              <a:rPr sz="1800" spc="-459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instance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4058" y="3370833"/>
            <a:ext cx="31108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Lim</a:t>
            </a:r>
            <a:r>
              <a:rPr sz="18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8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204" dirty="0">
                <a:solidFill>
                  <a:srgbClr val="464646"/>
                </a:solidFill>
                <a:latin typeface="Microsoft Sans Serif"/>
                <a:cs typeface="Microsoft Sans Serif"/>
              </a:rPr>
              <a:t>f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5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El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ti</a:t>
            </a:r>
            <a:r>
              <a:rPr sz="1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17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464646"/>
                </a:solidFill>
                <a:latin typeface="Microsoft Sans Serif"/>
                <a:cs typeface="Microsoft Sans Serif"/>
              </a:rPr>
              <a:t>pe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464646"/>
                </a:solidFill>
                <a:latin typeface="Microsoft Sans Serif"/>
                <a:cs typeface="Microsoft Sans Serif"/>
              </a:rPr>
              <a:t>acco</a:t>
            </a:r>
            <a:r>
              <a:rPr sz="18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120" dirty="0">
                <a:solidFill>
                  <a:srgbClr val="464646"/>
                </a:solidFill>
                <a:latin typeface="Microsoft Sans Serif"/>
                <a:cs typeface="Microsoft Sans Serif"/>
              </a:rPr>
              <a:t>t  </a:t>
            </a:r>
            <a:r>
              <a:rPr sz="1800" spc="-190" dirty="0">
                <a:solidFill>
                  <a:srgbClr val="464646"/>
                </a:solidFill>
                <a:latin typeface="Microsoft Sans Serif"/>
                <a:cs typeface="Microsoft Sans Serif"/>
              </a:rPr>
              <a:t>pe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reg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on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05610" y="1681226"/>
            <a:ext cx="1289050" cy="914400"/>
            <a:chOff x="1705610" y="1681226"/>
            <a:chExt cx="1289050" cy="914400"/>
          </a:xfrm>
        </p:grpSpPr>
        <p:sp>
          <p:nvSpPr>
            <p:cNvPr id="11" name="object 11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1115314" y="0"/>
                  </a:moveTo>
                  <a:lnTo>
                    <a:pt x="148081" y="0"/>
                  </a:lnTo>
                  <a:lnTo>
                    <a:pt x="101274" y="7548"/>
                  </a:lnTo>
                  <a:lnTo>
                    <a:pt x="60624" y="28569"/>
                  </a:lnTo>
                  <a:lnTo>
                    <a:pt x="28569" y="60624"/>
                  </a:lnTo>
                  <a:lnTo>
                    <a:pt x="7548" y="101274"/>
                  </a:lnTo>
                  <a:lnTo>
                    <a:pt x="0" y="148082"/>
                  </a:lnTo>
                  <a:lnTo>
                    <a:pt x="0" y="740410"/>
                  </a:lnTo>
                  <a:lnTo>
                    <a:pt x="7548" y="787217"/>
                  </a:lnTo>
                  <a:lnTo>
                    <a:pt x="28569" y="827867"/>
                  </a:lnTo>
                  <a:lnTo>
                    <a:pt x="60624" y="859922"/>
                  </a:lnTo>
                  <a:lnTo>
                    <a:pt x="101274" y="880943"/>
                  </a:lnTo>
                  <a:lnTo>
                    <a:pt x="148081" y="888492"/>
                  </a:lnTo>
                  <a:lnTo>
                    <a:pt x="1115314" y="888492"/>
                  </a:lnTo>
                  <a:lnTo>
                    <a:pt x="1162121" y="880943"/>
                  </a:lnTo>
                  <a:lnTo>
                    <a:pt x="1202771" y="859922"/>
                  </a:lnTo>
                  <a:lnTo>
                    <a:pt x="1234826" y="827867"/>
                  </a:lnTo>
                  <a:lnTo>
                    <a:pt x="1255847" y="787217"/>
                  </a:lnTo>
                  <a:lnTo>
                    <a:pt x="1263395" y="740410"/>
                  </a:lnTo>
                  <a:lnTo>
                    <a:pt x="1263395" y="148082"/>
                  </a:lnTo>
                  <a:lnTo>
                    <a:pt x="1255847" y="101274"/>
                  </a:lnTo>
                  <a:lnTo>
                    <a:pt x="1234826" y="60624"/>
                  </a:lnTo>
                  <a:lnTo>
                    <a:pt x="1202771" y="28569"/>
                  </a:lnTo>
                  <a:lnTo>
                    <a:pt x="1162121" y="7548"/>
                  </a:lnTo>
                  <a:lnTo>
                    <a:pt x="11153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18310" y="1693926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0" y="148082"/>
                  </a:moveTo>
                  <a:lnTo>
                    <a:pt x="7548" y="101274"/>
                  </a:lnTo>
                  <a:lnTo>
                    <a:pt x="28569" y="60624"/>
                  </a:lnTo>
                  <a:lnTo>
                    <a:pt x="60624" y="28569"/>
                  </a:lnTo>
                  <a:lnTo>
                    <a:pt x="101274" y="7548"/>
                  </a:lnTo>
                  <a:lnTo>
                    <a:pt x="148081" y="0"/>
                  </a:lnTo>
                  <a:lnTo>
                    <a:pt x="1115314" y="0"/>
                  </a:lnTo>
                  <a:lnTo>
                    <a:pt x="1162121" y="7548"/>
                  </a:lnTo>
                  <a:lnTo>
                    <a:pt x="1202771" y="28569"/>
                  </a:lnTo>
                  <a:lnTo>
                    <a:pt x="1234826" y="60624"/>
                  </a:lnTo>
                  <a:lnTo>
                    <a:pt x="1255847" y="101274"/>
                  </a:lnTo>
                  <a:lnTo>
                    <a:pt x="1263395" y="148082"/>
                  </a:lnTo>
                  <a:lnTo>
                    <a:pt x="1263395" y="740410"/>
                  </a:lnTo>
                  <a:lnTo>
                    <a:pt x="1255847" y="787217"/>
                  </a:lnTo>
                  <a:lnTo>
                    <a:pt x="1234826" y="827867"/>
                  </a:lnTo>
                  <a:lnTo>
                    <a:pt x="1202771" y="859922"/>
                  </a:lnTo>
                  <a:lnTo>
                    <a:pt x="1162121" y="880943"/>
                  </a:lnTo>
                  <a:lnTo>
                    <a:pt x="1115314" y="888492"/>
                  </a:lnTo>
                  <a:lnTo>
                    <a:pt x="148081" y="888492"/>
                  </a:lnTo>
                  <a:lnTo>
                    <a:pt x="101274" y="880943"/>
                  </a:lnTo>
                  <a:lnTo>
                    <a:pt x="60624" y="859922"/>
                  </a:lnTo>
                  <a:lnTo>
                    <a:pt x="28569" y="827867"/>
                  </a:lnTo>
                  <a:lnTo>
                    <a:pt x="7548" y="787217"/>
                  </a:lnTo>
                  <a:lnTo>
                    <a:pt x="0" y="740410"/>
                  </a:lnTo>
                  <a:lnTo>
                    <a:pt x="0" y="14808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05126" y="1982470"/>
            <a:ext cx="88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33700" y="2110765"/>
            <a:ext cx="1282065" cy="401320"/>
            <a:chOff x="2933700" y="2110765"/>
            <a:chExt cx="1282065" cy="40132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700" y="2110765"/>
              <a:ext cx="1281684" cy="35354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4763" y="2110778"/>
              <a:ext cx="1104887" cy="40077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0944" y="2138171"/>
              <a:ext cx="1191768" cy="26365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980944" y="2138171"/>
              <a:ext cx="1191895" cy="264160"/>
            </a:xfrm>
            <a:custGeom>
              <a:avLst/>
              <a:gdLst/>
              <a:ahLst/>
              <a:cxnLst/>
              <a:rect l="l" t="t" r="r" b="b"/>
              <a:pathLst>
                <a:path w="1191895" h="264160">
                  <a:moveTo>
                    <a:pt x="0" y="43941"/>
                  </a:moveTo>
                  <a:lnTo>
                    <a:pt x="3454" y="26842"/>
                  </a:lnTo>
                  <a:lnTo>
                    <a:pt x="12874" y="12874"/>
                  </a:lnTo>
                  <a:lnTo>
                    <a:pt x="26842" y="3454"/>
                  </a:lnTo>
                  <a:lnTo>
                    <a:pt x="43942" y="0"/>
                  </a:lnTo>
                  <a:lnTo>
                    <a:pt x="1147826" y="0"/>
                  </a:lnTo>
                  <a:lnTo>
                    <a:pt x="1164925" y="3454"/>
                  </a:lnTo>
                  <a:lnTo>
                    <a:pt x="1178893" y="12874"/>
                  </a:lnTo>
                  <a:lnTo>
                    <a:pt x="1188313" y="26842"/>
                  </a:lnTo>
                  <a:lnTo>
                    <a:pt x="1191768" y="43941"/>
                  </a:lnTo>
                  <a:lnTo>
                    <a:pt x="1191768" y="219709"/>
                  </a:lnTo>
                  <a:lnTo>
                    <a:pt x="1188313" y="236809"/>
                  </a:lnTo>
                  <a:lnTo>
                    <a:pt x="1178893" y="250777"/>
                  </a:lnTo>
                  <a:lnTo>
                    <a:pt x="1164925" y="260197"/>
                  </a:lnTo>
                  <a:lnTo>
                    <a:pt x="1147826" y="263651"/>
                  </a:lnTo>
                  <a:lnTo>
                    <a:pt x="43942" y="263651"/>
                  </a:lnTo>
                  <a:lnTo>
                    <a:pt x="26842" y="260197"/>
                  </a:lnTo>
                  <a:lnTo>
                    <a:pt x="12874" y="250777"/>
                  </a:lnTo>
                  <a:lnTo>
                    <a:pt x="3454" y="236809"/>
                  </a:lnTo>
                  <a:lnTo>
                    <a:pt x="0" y="219709"/>
                  </a:lnTo>
                  <a:lnTo>
                    <a:pt x="0" y="43941"/>
                  </a:lnTo>
                  <a:close/>
                </a:path>
              </a:pathLst>
            </a:custGeom>
            <a:ln w="9524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186176" y="2157476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</a:t>
            </a:r>
            <a:r>
              <a:rPr sz="1200" spc="1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20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33700" y="1783118"/>
            <a:ext cx="1282065" cy="401320"/>
            <a:chOff x="2933700" y="1783118"/>
            <a:chExt cx="1282065" cy="40132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3700" y="1783118"/>
              <a:ext cx="1281684" cy="35505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0944" y="1783118"/>
              <a:ext cx="1188732" cy="40077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980944" y="1810511"/>
              <a:ext cx="1191895" cy="265430"/>
            </a:xfrm>
            <a:custGeom>
              <a:avLst/>
              <a:gdLst/>
              <a:ahLst/>
              <a:cxnLst/>
              <a:rect l="l" t="t" r="r" b="b"/>
              <a:pathLst>
                <a:path w="1191895" h="265430">
                  <a:moveTo>
                    <a:pt x="1147571" y="0"/>
                  </a:moveTo>
                  <a:lnTo>
                    <a:pt x="44195" y="0"/>
                  </a:lnTo>
                  <a:lnTo>
                    <a:pt x="27003" y="3476"/>
                  </a:lnTo>
                  <a:lnTo>
                    <a:pt x="12954" y="12954"/>
                  </a:lnTo>
                  <a:lnTo>
                    <a:pt x="3476" y="27003"/>
                  </a:lnTo>
                  <a:lnTo>
                    <a:pt x="0" y="44196"/>
                  </a:lnTo>
                  <a:lnTo>
                    <a:pt x="0" y="220980"/>
                  </a:lnTo>
                  <a:lnTo>
                    <a:pt x="3476" y="238172"/>
                  </a:lnTo>
                  <a:lnTo>
                    <a:pt x="12954" y="252221"/>
                  </a:lnTo>
                  <a:lnTo>
                    <a:pt x="27003" y="261699"/>
                  </a:lnTo>
                  <a:lnTo>
                    <a:pt x="44195" y="265175"/>
                  </a:lnTo>
                  <a:lnTo>
                    <a:pt x="1147571" y="265175"/>
                  </a:lnTo>
                  <a:lnTo>
                    <a:pt x="1164764" y="261699"/>
                  </a:lnTo>
                  <a:lnTo>
                    <a:pt x="1178814" y="252221"/>
                  </a:lnTo>
                  <a:lnTo>
                    <a:pt x="1188291" y="238172"/>
                  </a:lnTo>
                  <a:lnTo>
                    <a:pt x="1191768" y="220980"/>
                  </a:lnTo>
                  <a:lnTo>
                    <a:pt x="1191768" y="44196"/>
                  </a:lnTo>
                  <a:lnTo>
                    <a:pt x="1188291" y="27003"/>
                  </a:lnTo>
                  <a:lnTo>
                    <a:pt x="1178813" y="12953"/>
                  </a:lnTo>
                  <a:lnTo>
                    <a:pt x="1164764" y="3476"/>
                  </a:lnTo>
                  <a:lnTo>
                    <a:pt x="1147571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80944" y="1810511"/>
              <a:ext cx="1191895" cy="265430"/>
            </a:xfrm>
            <a:custGeom>
              <a:avLst/>
              <a:gdLst/>
              <a:ahLst/>
              <a:cxnLst/>
              <a:rect l="l" t="t" r="r" b="b"/>
              <a:pathLst>
                <a:path w="1191895" h="265430">
                  <a:moveTo>
                    <a:pt x="0" y="44196"/>
                  </a:moveTo>
                  <a:lnTo>
                    <a:pt x="3476" y="27003"/>
                  </a:lnTo>
                  <a:lnTo>
                    <a:pt x="12954" y="12954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1147571" y="0"/>
                  </a:lnTo>
                  <a:lnTo>
                    <a:pt x="1164764" y="3476"/>
                  </a:lnTo>
                  <a:lnTo>
                    <a:pt x="1178813" y="12953"/>
                  </a:lnTo>
                  <a:lnTo>
                    <a:pt x="1188291" y="27003"/>
                  </a:lnTo>
                  <a:lnTo>
                    <a:pt x="1191768" y="44196"/>
                  </a:lnTo>
                  <a:lnTo>
                    <a:pt x="1191768" y="220980"/>
                  </a:lnTo>
                  <a:lnTo>
                    <a:pt x="1188291" y="238172"/>
                  </a:lnTo>
                  <a:lnTo>
                    <a:pt x="1178814" y="252221"/>
                  </a:lnTo>
                  <a:lnTo>
                    <a:pt x="1164764" y="261699"/>
                  </a:lnTo>
                  <a:lnTo>
                    <a:pt x="1147571" y="265175"/>
                  </a:lnTo>
                  <a:lnTo>
                    <a:pt x="44195" y="265175"/>
                  </a:lnTo>
                  <a:lnTo>
                    <a:pt x="27003" y="261699"/>
                  </a:lnTo>
                  <a:lnTo>
                    <a:pt x="12954" y="252221"/>
                  </a:lnTo>
                  <a:lnTo>
                    <a:pt x="3476" y="238172"/>
                  </a:lnTo>
                  <a:lnTo>
                    <a:pt x="0" y="220980"/>
                  </a:lnTo>
                  <a:lnTo>
                    <a:pt x="0" y="44196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992183" y="1830704"/>
            <a:ext cx="1169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3.139.10.48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2881" y="894841"/>
            <a:ext cx="3530600" cy="2057400"/>
            <a:chOff x="452881" y="894841"/>
            <a:chExt cx="3530600" cy="2057400"/>
          </a:xfrm>
        </p:grpSpPr>
        <p:sp>
          <p:nvSpPr>
            <p:cNvPr id="3" name="object 3"/>
            <p:cNvSpPr/>
            <p:nvPr/>
          </p:nvSpPr>
          <p:spPr>
            <a:xfrm>
              <a:off x="465581" y="907541"/>
              <a:ext cx="3505200" cy="2032000"/>
            </a:xfrm>
            <a:custGeom>
              <a:avLst/>
              <a:gdLst/>
              <a:ahLst/>
              <a:cxnLst/>
              <a:rect l="l" t="t" r="r" b="b"/>
              <a:pathLst>
                <a:path w="3505200" h="2032000">
                  <a:moveTo>
                    <a:pt x="3166618" y="0"/>
                  </a:moveTo>
                  <a:lnTo>
                    <a:pt x="338582" y="0"/>
                  </a:lnTo>
                  <a:lnTo>
                    <a:pt x="292638" y="3091"/>
                  </a:lnTo>
                  <a:lnTo>
                    <a:pt x="248573" y="12097"/>
                  </a:lnTo>
                  <a:lnTo>
                    <a:pt x="206790" y="26614"/>
                  </a:lnTo>
                  <a:lnTo>
                    <a:pt x="167692" y="46237"/>
                  </a:lnTo>
                  <a:lnTo>
                    <a:pt x="131684" y="70562"/>
                  </a:lnTo>
                  <a:lnTo>
                    <a:pt x="99167" y="99187"/>
                  </a:lnTo>
                  <a:lnTo>
                    <a:pt x="70547" y="131705"/>
                  </a:lnTo>
                  <a:lnTo>
                    <a:pt x="46226" y="167715"/>
                  </a:lnTo>
                  <a:lnTo>
                    <a:pt x="26607" y="206811"/>
                  </a:lnTo>
                  <a:lnTo>
                    <a:pt x="12094" y="248590"/>
                  </a:lnTo>
                  <a:lnTo>
                    <a:pt x="3090" y="292648"/>
                  </a:lnTo>
                  <a:lnTo>
                    <a:pt x="0" y="338582"/>
                  </a:lnTo>
                  <a:lnTo>
                    <a:pt x="0" y="1692910"/>
                  </a:lnTo>
                  <a:lnTo>
                    <a:pt x="3090" y="1738843"/>
                  </a:lnTo>
                  <a:lnTo>
                    <a:pt x="12094" y="1782901"/>
                  </a:lnTo>
                  <a:lnTo>
                    <a:pt x="26607" y="1824680"/>
                  </a:lnTo>
                  <a:lnTo>
                    <a:pt x="46226" y="1863776"/>
                  </a:lnTo>
                  <a:lnTo>
                    <a:pt x="70547" y="1899786"/>
                  </a:lnTo>
                  <a:lnTo>
                    <a:pt x="99167" y="1932305"/>
                  </a:lnTo>
                  <a:lnTo>
                    <a:pt x="131684" y="1960929"/>
                  </a:lnTo>
                  <a:lnTo>
                    <a:pt x="167692" y="1985254"/>
                  </a:lnTo>
                  <a:lnTo>
                    <a:pt x="206790" y="2004877"/>
                  </a:lnTo>
                  <a:lnTo>
                    <a:pt x="248573" y="2019394"/>
                  </a:lnTo>
                  <a:lnTo>
                    <a:pt x="292638" y="2028400"/>
                  </a:lnTo>
                  <a:lnTo>
                    <a:pt x="338582" y="2031492"/>
                  </a:lnTo>
                  <a:lnTo>
                    <a:pt x="3166618" y="2031492"/>
                  </a:lnTo>
                  <a:lnTo>
                    <a:pt x="3212551" y="2028400"/>
                  </a:lnTo>
                  <a:lnTo>
                    <a:pt x="3256609" y="2019394"/>
                  </a:lnTo>
                  <a:lnTo>
                    <a:pt x="3298388" y="2004877"/>
                  </a:lnTo>
                  <a:lnTo>
                    <a:pt x="3337484" y="1985254"/>
                  </a:lnTo>
                  <a:lnTo>
                    <a:pt x="3373494" y="1960929"/>
                  </a:lnTo>
                  <a:lnTo>
                    <a:pt x="3406012" y="1932305"/>
                  </a:lnTo>
                  <a:lnTo>
                    <a:pt x="3434637" y="1899786"/>
                  </a:lnTo>
                  <a:lnTo>
                    <a:pt x="3458962" y="1863776"/>
                  </a:lnTo>
                  <a:lnTo>
                    <a:pt x="3478585" y="1824680"/>
                  </a:lnTo>
                  <a:lnTo>
                    <a:pt x="3493102" y="1782901"/>
                  </a:lnTo>
                  <a:lnTo>
                    <a:pt x="3502108" y="1738843"/>
                  </a:lnTo>
                  <a:lnTo>
                    <a:pt x="3505200" y="1692910"/>
                  </a:lnTo>
                  <a:lnTo>
                    <a:pt x="3505200" y="338582"/>
                  </a:lnTo>
                  <a:lnTo>
                    <a:pt x="3502108" y="292648"/>
                  </a:lnTo>
                  <a:lnTo>
                    <a:pt x="3493102" y="248590"/>
                  </a:lnTo>
                  <a:lnTo>
                    <a:pt x="3478585" y="206811"/>
                  </a:lnTo>
                  <a:lnTo>
                    <a:pt x="3458962" y="167715"/>
                  </a:lnTo>
                  <a:lnTo>
                    <a:pt x="3434637" y="131705"/>
                  </a:lnTo>
                  <a:lnTo>
                    <a:pt x="3406013" y="99187"/>
                  </a:lnTo>
                  <a:lnTo>
                    <a:pt x="3373494" y="70562"/>
                  </a:lnTo>
                  <a:lnTo>
                    <a:pt x="3337484" y="46237"/>
                  </a:lnTo>
                  <a:lnTo>
                    <a:pt x="3298388" y="26614"/>
                  </a:lnTo>
                  <a:lnTo>
                    <a:pt x="3256609" y="12097"/>
                  </a:lnTo>
                  <a:lnTo>
                    <a:pt x="3212551" y="3091"/>
                  </a:lnTo>
                  <a:lnTo>
                    <a:pt x="3166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5581" y="907541"/>
              <a:ext cx="3505200" cy="2032000"/>
            </a:xfrm>
            <a:custGeom>
              <a:avLst/>
              <a:gdLst/>
              <a:ahLst/>
              <a:cxnLst/>
              <a:rect l="l" t="t" r="r" b="b"/>
              <a:pathLst>
                <a:path w="3505200" h="2032000">
                  <a:moveTo>
                    <a:pt x="0" y="338582"/>
                  </a:moveTo>
                  <a:lnTo>
                    <a:pt x="3090" y="292648"/>
                  </a:lnTo>
                  <a:lnTo>
                    <a:pt x="12094" y="248590"/>
                  </a:lnTo>
                  <a:lnTo>
                    <a:pt x="26607" y="206811"/>
                  </a:lnTo>
                  <a:lnTo>
                    <a:pt x="46226" y="167715"/>
                  </a:lnTo>
                  <a:lnTo>
                    <a:pt x="70547" y="131705"/>
                  </a:lnTo>
                  <a:lnTo>
                    <a:pt x="99167" y="99187"/>
                  </a:lnTo>
                  <a:lnTo>
                    <a:pt x="131684" y="70562"/>
                  </a:lnTo>
                  <a:lnTo>
                    <a:pt x="167692" y="46237"/>
                  </a:lnTo>
                  <a:lnTo>
                    <a:pt x="206790" y="26614"/>
                  </a:lnTo>
                  <a:lnTo>
                    <a:pt x="248573" y="12097"/>
                  </a:lnTo>
                  <a:lnTo>
                    <a:pt x="292638" y="3091"/>
                  </a:lnTo>
                  <a:lnTo>
                    <a:pt x="338582" y="0"/>
                  </a:lnTo>
                  <a:lnTo>
                    <a:pt x="3166618" y="0"/>
                  </a:lnTo>
                  <a:lnTo>
                    <a:pt x="3212551" y="3091"/>
                  </a:lnTo>
                  <a:lnTo>
                    <a:pt x="3256609" y="12097"/>
                  </a:lnTo>
                  <a:lnTo>
                    <a:pt x="3298388" y="26614"/>
                  </a:lnTo>
                  <a:lnTo>
                    <a:pt x="3337484" y="46237"/>
                  </a:lnTo>
                  <a:lnTo>
                    <a:pt x="3373494" y="70562"/>
                  </a:lnTo>
                  <a:lnTo>
                    <a:pt x="3406013" y="99187"/>
                  </a:lnTo>
                  <a:lnTo>
                    <a:pt x="3434637" y="131705"/>
                  </a:lnTo>
                  <a:lnTo>
                    <a:pt x="3458962" y="167715"/>
                  </a:lnTo>
                  <a:lnTo>
                    <a:pt x="3478585" y="206811"/>
                  </a:lnTo>
                  <a:lnTo>
                    <a:pt x="3493102" y="248590"/>
                  </a:lnTo>
                  <a:lnTo>
                    <a:pt x="3502108" y="292648"/>
                  </a:lnTo>
                  <a:lnTo>
                    <a:pt x="3505200" y="338582"/>
                  </a:lnTo>
                  <a:lnTo>
                    <a:pt x="3505200" y="1692910"/>
                  </a:lnTo>
                  <a:lnTo>
                    <a:pt x="3502108" y="1738843"/>
                  </a:lnTo>
                  <a:lnTo>
                    <a:pt x="3493102" y="1782901"/>
                  </a:lnTo>
                  <a:lnTo>
                    <a:pt x="3478585" y="1824680"/>
                  </a:lnTo>
                  <a:lnTo>
                    <a:pt x="3458962" y="1863776"/>
                  </a:lnTo>
                  <a:lnTo>
                    <a:pt x="3434637" y="1899786"/>
                  </a:lnTo>
                  <a:lnTo>
                    <a:pt x="3406012" y="1932305"/>
                  </a:lnTo>
                  <a:lnTo>
                    <a:pt x="3373494" y="1960929"/>
                  </a:lnTo>
                  <a:lnTo>
                    <a:pt x="3337484" y="1985254"/>
                  </a:lnTo>
                  <a:lnTo>
                    <a:pt x="3298388" y="2004877"/>
                  </a:lnTo>
                  <a:lnTo>
                    <a:pt x="3256609" y="2019394"/>
                  </a:lnTo>
                  <a:lnTo>
                    <a:pt x="3212551" y="2028400"/>
                  </a:lnTo>
                  <a:lnTo>
                    <a:pt x="3166618" y="2031492"/>
                  </a:lnTo>
                  <a:lnTo>
                    <a:pt x="338582" y="2031492"/>
                  </a:lnTo>
                  <a:lnTo>
                    <a:pt x="292638" y="2028400"/>
                  </a:lnTo>
                  <a:lnTo>
                    <a:pt x="248573" y="2019394"/>
                  </a:lnTo>
                  <a:lnTo>
                    <a:pt x="206790" y="2004877"/>
                  </a:lnTo>
                  <a:lnTo>
                    <a:pt x="167692" y="1985254"/>
                  </a:lnTo>
                  <a:lnTo>
                    <a:pt x="131684" y="1960929"/>
                  </a:lnTo>
                  <a:lnTo>
                    <a:pt x="99167" y="1932305"/>
                  </a:lnTo>
                  <a:lnTo>
                    <a:pt x="70547" y="1899786"/>
                  </a:lnTo>
                  <a:lnTo>
                    <a:pt x="46226" y="1863776"/>
                  </a:lnTo>
                  <a:lnTo>
                    <a:pt x="26607" y="1824680"/>
                  </a:lnTo>
                  <a:lnTo>
                    <a:pt x="12094" y="1782901"/>
                  </a:lnTo>
                  <a:lnTo>
                    <a:pt x="3090" y="1738843"/>
                  </a:lnTo>
                  <a:lnTo>
                    <a:pt x="0" y="1692910"/>
                  </a:lnTo>
                  <a:lnTo>
                    <a:pt x="0" y="338582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13561" y="2494026"/>
            <a:ext cx="2406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Subnet: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10.0.1.0/24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6998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Elastic</a:t>
            </a:r>
            <a:r>
              <a:rPr sz="2800" spc="10" dirty="0"/>
              <a:t> </a:t>
            </a:r>
            <a:r>
              <a:rPr sz="2800" spc="-5" dirty="0"/>
              <a:t>IP</a:t>
            </a:r>
            <a:r>
              <a:rPr sz="2800" spc="-50" dirty="0"/>
              <a:t> </a:t>
            </a:r>
            <a:r>
              <a:rPr sz="2800" spc="-5" dirty="0"/>
              <a:t>–</a:t>
            </a:r>
            <a:r>
              <a:rPr sz="2800" spc="5" dirty="0"/>
              <a:t> </a:t>
            </a:r>
            <a:r>
              <a:rPr sz="2800" spc="-5" dirty="0"/>
              <a:t>Move</a:t>
            </a:r>
            <a:r>
              <a:rPr sz="2800" spc="20" dirty="0"/>
              <a:t> </a:t>
            </a:r>
            <a:r>
              <a:rPr sz="2800" spc="-5" dirty="0"/>
              <a:t>to</a:t>
            </a:r>
            <a:r>
              <a:rPr sz="2800" spc="15" dirty="0"/>
              <a:t> </a:t>
            </a:r>
            <a:r>
              <a:rPr sz="2800" spc="-5" dirty="0"/>
              <a:t>a different</a:t>
            </a:r>
            <a:r>
              <a:rPr sz="2800" spc="15" dirty="0"/>
              <a:t> </a:t>
            </a:r>
            <a:r>
              <a:rPr sz="2800" spc="-5" dirty="0"/>
              <a:t>instance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710285" y="3344417"/>
            <a:ext cx="73545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0" dirty="0">
                <a:solidFill>
                  <a:srgbClr val="464646"/>
                </a:solidFill>
                <a:latin typeface="Microsoft Sans Serif"/>
                <a:cs typeface="Microsoft Sans Serif"/>
              </a:rPr>
              <a:t>Detach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and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attach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to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different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instance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in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464646"/>
                </a:solidFill>
                <a:latin typeface="Microsoft Sans Serif"/>
                <a:cs typeface="Microsoft Sans Serif"/>
              </a:rPr>
              <a:t>same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region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in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your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account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Redirect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60" dirty="0">
                <a:solidFill>
                  <a:srgbClr val="464646"/>
                </a:solidFill>
                <a:latin typeface="Microsoft Sans Serif"/>
                <a:cs typeface="Microsoft Sans Serif"/>
              </a:rPr>
              <a:t>traffic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to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new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instance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Elastic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IP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remains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allocated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to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your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account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0" dirty="0">
                <a:solidFill>
                  <a:srgbClr val="464646"/>
                </a:solidFill>
                <a:latin typeface="Microsoft Sans Serif"/>
                <a:cs typeface="Microsoft Sans Serif"/>
              </a:rPr>
              <a:t>until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you </a:t>
            </a:r>
            <a:r>
              <a:rPr sz="1800" spc="-160" dirty="0">
                <a:solidFill>
                  <a:srgbClr val="464646"/>
                </a:solidFill>
                <a:latin typeface="Microsoft Sans Serif"/>
                <a:cs typeface="Microsoft Sans Serif"/>
              </a:rPr>
              <a:t>release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it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37513" y="1405382"/>
            <a:ext cx="1287780" cy="914400"/>
            <a:chOff x="937513" y="1405382"/>
            <a:chExt cx="1287780" cy="914400"/>
          </a:xfrm>
        </p:grpSpPr>
        <p:sp>
          <p:nvSpPr>
            <p:cNvPr id="9" name="object 9"/>
            <p:cNvSpPr/>
            <p:nvPr/>
          </p:nvSpPr>
          <p:spPr>
            <a:xfrm>
              <a:off x="950213" y="1418082"/>
              <a:ext cx="1262380" cy="889000"/>
            </a:xfrm>
            <a:custGeom>
              <a:avLst/>
              <a:gdLst/>
              <a:ahLst/>
              <a:cxnLst/>
              <a:rect l="l" t="t" r="r" b="b"/>
              <a:pathLst>
                <a:path w="1262380" h="889000">
                  <a:moveTo>
                    <a:pt x="1113790" y="0"/>
                  </a:moveTo>
                  <a:lnTo>
                    <a:pt x="148082" y="0"/>
                  </a:lnTo>
                  <a:lnTo>
                    <a:pt x="101274" y="7548"/>
                  </a:lnTo>
                  <a:lnTo>
                    <a:pt x="60624" y="28569"/>
                  </a:lnTo>
                  <a:lnTo>
                    <a:pt x="28569" y="60624"/>
                  </a:lnTo>
                  <a:lnTo>
                    <a:pt x="7548" y="101274"/>
                  </a:lnTo>
                  <a:lnTo>
                    <a:pt x="0" y="148081"/>
                  </a:lnTo>
                  <a:lnTo>
                    <a:pt x="0" y="740409"/>
                  </a:lnTo>
                  <a:lnTo>
                    <a:pt x="7548" y="787217"/>
                  </a:lnTo>
                  <a:lnTo>
                    <a:pt x="28569" y="827867"/>
                  </a:lnTo>
                  <a:lnTo>
                    <a:pt x="60624" y="859922"/>
                  </a:lnTo>
                  <a:lnTo>
                    <a:pt x="101274" y="880943"/>
                  </a:lnTo>
                  <a:lnTo>
                    <a:pt x="148082" y="888491"/>
                  </a:lnTo>
                  <a:lnTo>
                    <a:pt x="1113790" y="888491"/>
                  </a:lnTo>
                  <a:lnTo>
                    <a:pt x="1160597" y="880943"/>
                  </a:lnTo>
                  <a:lnTo>
                    <a:pt x="1201247" y="859922"/>
                  </a:lnTo>
                  <a:lnTo>
                    <a:pt x="1233302" y="827867"/>
                  </a:lnTo>
                  <a:lnTo>
                    <a:pt x="1254323" y="787217"/>
                  </a:lnTo>
                  <a:lnTo>
                    <a:pt x="1261872" y="740409"/>
                  </a:lnTo>
                  <a:lnTo>
                    <a:pt x="1261872" y="148081"/>
                  </a:lnTo>
                  <a:lnTo>
                    <a:pt x="1254323" y="101274"/>
                  </a:lnTo>
                  <a:lnTo>
                    <a:pt x="1233302" y="60624"/>
                  </a:lnTo>
                  <a:lnTo>
                    <a:pt x="1201247" y="28569"/>
                  </a:lnTo>
                  <a:lnTo>
                    <a:pt x="1160597" y="7548"/>
                  </a:lnTo>
                  <a:lnTo>
                    <a:pt x="11137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0213" y="1418082"/>
              <a:ext cx="1262380" cy="889000"/>
            </a:xfrm>
            <a:custGeom>
              <a:avLst/>
              <a:gdLst/>
              <a:ahLst/>
              <a:cxnLst/>
              <a:rect l="l" t="t" r="r" b="b"/>
              <a:pathLst>
                <a:path w="1262380" h="889000">
                  <a:moveTo>
                    <a:pt x="0" y="148081"/>
                  </a:moveTo>
                  <a:lnTo>
                    <a:pt x="7548" y="101274"/>
                  </a:lnTo>
                  <a:lnTo>
                    <a:pt x="28569" y="60624"/>
                  </a:lnTo>
                  <a:lnTo>
                    <a:pt x="60624" y="28569"/>
                  </a:lnTo>
                  <a:lnTo>
                    <a:pt x="101274" y="7548"/>
                  </a:lnTo>
                  <a:lnTo>
                    <a:pt x="148082" y="0"/>
                  </a:lnTo>
                  <a:lnTo>
                    <a:pt x="1113790" y="0"/>
                  </a:lnTo>
                  <a:lnTo>
                    <a:pt x="1160597" y="7548"/>
                  </a:lnTo>
                  <a:lnTo>
                    <a:pt x="1201247" y="28569"/>
                  </a:lnTo>
                  <a:lnTo>
                    <a:pt x="1233302" y="60624"/>
                  </a:lnTo>
                  <a:lnTo>
                    <a:pt x="1254323" y="101274"/>
                  </a:lnTo>
                  <a:lnTo>
                    <a:pt x="1261872" y="148081"/>
                  </a:lnTo>
                  <a:lnTo>
                    <a:pt x="1261872" y="740409"/>
                  </a:lnTo>
                  <a:lnTo>
                    <a:pt x="1254323" y="787217"/>
                  </a:lnTo>
                  <a:lnTo>
                    <a:pt x="1233302" y="827867"/>
                  </a:lnTo>
                  <a:lnTo>
                    <a:pt x="1201247" y="859922"/>
                  </a:lnTo>
                  <a:lnTo>
                    <a:pt x="1160597" y="880943"/>
                  </a:lnTo>
                  <a:lnTo>
                    <a:pt x="1113790" y="888491"/>
                  </a:lnTo>
                  <a:lnTo>
                    <a:pt x="148082" y="888491"/>
                  </a:lnTo>
                  <a:lnTo>
                    <a:pt x="101274" y="880943"/>
                  </a:lnTo>
                  <a:lnTo>
                    <a:pt x="60624" y="859922"/>
                  </a:lnTo>
                  <a:lnTo>
                    <a:pt x="28569" y="827867"/>
                  </a:lnTo>
                  <a:lnTo>
                    <a:pt x="7548" y="787217"/>
                  </a:lnTo>
                  <a:lnTo>
                    <a:pt x="0" y="740409"/>
                  </a:lnTo>
                  <a:lnTo>
                    <a:pt x="0" y="14808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35786" y="1706626"/>
            <a:ext cx="88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64079" y="1834921"/>
            <a:ext cx="1282065" cy="401320"/>
            <a:chOff x="2164079" y="1834921"/>
            <a:chExt cx="1282065" cy="40132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4079" y="1834921"/>
              <a:ext cx="1281683" cy="35354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5143" y="1834934"/>
              <a:ext cx="1104887" cy="40077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1323" y="1862327"/>
              <a:ext cx="1191767" cy="2636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211323" y="1862327"/>
              <a:ext cx="1191895" cy="264160"/>
            </a:xfrm>
            <a:custGeom>
              <a:avLst/>
              <a:gdLst/>
              <a:ahLst/>
              <a:cxnLst/>
              <a:rect l="l" t="t" r="r" b="b"/>
              <a:pathLst>
                <a:path w="1191895" h="264160">
                  <a:moveTo>
                    <a:pt x="0" y="43942"/>
                  </a:moveTo>
                  <a:lnTo>
                    <a:pt x="3454" y="26842"/>
                  </a:lnTo>
                  <a:lnTo>
                    <a:pt x="12874" y="12874"/>
                  </a:lnTo>
                  <a:lnTo>
                    <a:pt x="26842" y="3454"/>
                  </a:lnTo>
                  <a:lnTo>
                    <a:pt x="43942" y="0"/>
                  </a:lnTo>
                  <a:lnTo>
                    <a:pt x="1147826" y="0"/>
                  </a:lnTo>
                  <a:lnTo>
                    <a:pt x="1164925" y="3454"/>
                  </a:lnTo>
                  <a:lnTo>
                    <a:pt x="1178893" y="12874"/>
                  </a:lnTo>
                  <a:lnTo>
                    <a:pt x="1188313" y="26842"/>
                  </a:lnTo>
                  <a:lnTo>
                    <a:pt x="1191767" y="43942"/>
                  </a:lnTo>
                  <a:lnTo>
                    <a:pt x="1191767" y="219710"/>
                  </a:lnTo>
                  <a:lnTo>
                    <a:pt x="1188313" y="236809"/>
                  </a:lnTo>
                  <a:lnTo>
                    <a:pt x="1178893" y="250777"/>
                  </a:lnTo>
                  <a:lnTo>
                    <a:pt x="1164925" y="260197"/>
                  </a:lnTo>
                  <a:lnTo>
                    <a:pt x="1147826" y="263652"/>
                  </a:lnTo>
                  <a:lnTo>
                    <a:pt x="43942" y="263652"/>
                  </a:lnTo>
                  <a:lnTo>
                    <a:pt x="26842" y="260197"/>
                  </a:lnTo>
                  <a:lnTo>
                    <a:pt x="12874" y="250777"/>
                  </a:lnTo>
                  <a:lnTo>
                    <a:pt x="3454" y="236809"/>
                  </a:lnTo>
                  <a:lnTo>
                    <a:pt x="0" y="219710"/>
                  </a:lnTo>
                  <a:lnTo>
                    <a:pt x="0" y="43942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16810" y="1881632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10.0.1</a:t>
            </a:r>
            <a:r>
              <a:rPr sz="1200" spc="1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20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64079" y="1507274"/>
            <a:ext cx="1282065" cy="401320"/>
            <a:chOff x="2164079" y="1507274"/>
            <a:chExt cx="1282065" cy="40132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4079" y="1507274"/>
              <a:ext cx="1281683" cy="35505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1323" y="1507274"/>
              <a:ext cx="1188732" cy="40077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11323" y="1534667"/>
              <a:ext cx="1191895" cy="265430"/>
            </a:xfrm>
            <a:custGeom>
              <a:avLst/>
              <a:gdLst/>
              <a:ahLst/>
              <a:cxnLst/>
              <a:rect l="l" t="t" r="r" b="b"/>
              <a:pathLst>
                <a:path w="1191895" h="265430">
                  <a:moveTo>
                    <a:pt x="1147572" y="0"/>
                  </a:moveTo>
                  <a:lnTo>
                    <a:pt x="44195" y="0"/>
                  </a:lnTo>
                  <a:lnTo>
                    <a:pt x="27003" y="3476"/>
                  </a:lnTo>
                  <a:lnTo>
                    <a:pt x="12954" y="12954"/>
                  </a:lnTo>
                  <a:lnTo>
                    <a:pt x="3476" y="27003"/>
                  </a:lnTo>
                  <a:lnTo>
                    <a:pt x="0" y="44196"/>
                  </a:lnTo>
                  <a:lnTo>
                    <a:pt x="0" y="220980"/>
                  </a:lnTo>
                  <a:lnTo>
                    <a:pt x="3476" y="238172"/>
                  </a:lnTo>
                  <a:lnTo>
                    <a:pt x="12954" y="252222"/>
                  </a:lnTo>
                  <a:lnTo>
                    <a:pt x="27003" y="261699"/>
                  </a:lnTo>
                  <a:lnTo>
                    <a:pt x="44195" y="265176"/>
                  </a:lnTo>
                  <a:lnTo>
                    <a:pt x="1147572" y="265176"/>
                  </a:lnTo>
                  <a:lnTo>
                    <a:pt x="1164764" y="261699"/>
                  </a:lnTo>
                  <a:lnTo>
                    <a:pt x="1178814" y="252222"/>
                  </a:lnTo>
                  <a:lnTo>
                    <a:pt x="1188291" y="238172"/>
                  </a:lnTo>
                  <a:lnTo>
                    <a:pt x="1191767" y="220980"/>
                  </a:lnTo>
                  <a:lnTo>
                    <a:pt x="1191767" y="44196"/>
                  </a:lnTo>
                  <a:lnTo>
                    <a:pt x="1188291" y="27003"/>
                  </a:lnTo>
                  <a:lnTo>
                    <a:pt x="1178814" y="12953"/>
                  </a:lnTo>
                  <a:lnTo>
                    <a:pt x="1164764" y="3476"/>
                  </a:lnTo>
                  <a:lnTo>
                    <a:pt x="1147572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11323" y="1534667"/>
              <a:ext cx="1191895" cy="265430"/>
            </a:xfrm>
            <a:custGeom>
              <a:avLst/>
              <a:gdLst/>
              <a:ahLst/>
              <a:cxnLst/>
              <a:rect l="l" t="t" r="r" b="b"/>
              <a:pathLst>
                <a:path w="1191895" h="265430">
                  <a:moveTo>
                    <a:pt x="0" y="44196"/>
                  </a:moveTo>
                  <a:lnTo>
                    <a:pt x="3476" y="27003"/>
                  </a:lnTo>
                  <a:lnTo>
                    <a:pt x="12954" y="12954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1147572" y="0"/>
                  </a:lnTo>
                  <a:lnTo>
                    <a:pt x="1164764" y="3476"/>
                  </a:lnTo>
                  <a:lnTo>
                    <a:pt x="1178814" y="12953"/>
                  </a:lnTo>
                  <a:lnTo>
                    <a:pt x="1188291" y="27003"/>
                  </a:lnTo>
                  <a:lnTo>
                    <a:pt x="1191767" y="44196"/>
                  </a:lnTo>
                  <a:lnTo>
                    <a:pt x="1191767" y="220980"/>
                  </a:lnTo>
                  <a:lnTo>
                    <a:pt x="1188291" y="238172"/>
                  </a:lnTo>
                  <a:lnTo>
                    <a:pt x="1178814" y="252222"/>
                  </a:lnTo>
                  <a:lnTo>
                    <a:pt x="1164764" y="261699"/>
                  </a:lnTo>
                  <a:lnTo>
                    <a:pt x="1147572" y="265176"/>
                  </a:lnTo>
                  <a:lnTo>
                    <a:pt x="44195" y="265176"/>
                  </a:lnTo>
                  <a:lnTo>
                    <a:pt x="27003" y="261699"/>
                  </a:lnTo>
                  <a:lnTo>
                    <a:pt x="12954" y="252222"/>
                  </a:lnTo>
                  <a:lnTo>
                    <a:pt x="3476" y="238172"/>
                  </a:lnTo>
                  <a:lnTo>
                    <a:pt x="0" y="220980"/>
                  </a:lnTo>
                  <a:lnTo>
                    <a:pt x="0" y="44196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222563" y="1554860"/>
            <a:ext cx="1169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3.139.10.48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880102" y="894841"/>
            <a:ext cx="3530600" cy="2057400"/>
            <a:chOff x="4880102" y="894841"/>
            <a:chExt cx="3530600" cy="2057400"/>
          </a:xfrm>
        </p:grpSpPr>
        <p:sp>
          <p:nvSpPr>
            <p:cNvPr id="25" name="object 25"/>
            <p:cNvSpPr/>
            <p:nvPr/>
          </p:nvSpPr>
          <p:spPr>
            <a:xfrm>
              <a:off x="4892802" y="907541"/>
              <a:ext cx="3505200" cy="2032000"/>
            </a:xfrm>
            <a:custGeom>
              <a:avLst/>
              <a:gdLst/>
              <a:ahLst/>
              <a:cxnLst/>
              <a:rect l="l" t="t" r="r" b="b"/>
              <a:pathLst>
                <a:path w="3505200" h="2032000">
                  <a:moveTo>
                    <a:pt x="3166618" y="0"/>
                  </a:moveTo>
                  <a:lnTo>
                    <a:pt x="338582" y="0"/>
                  </a:lnTo>
                  <a:lnTo>
                    <a:pt x="292648" y="3091"/>
                  </a:lnTo>
                  <a:lnTo>
                    <a:pt x="248590" y="12097"/>
                  </a:lnTo>
                  <a:lnTo>
                    <a:pt x="206811" y="26614"/>
                  </a:lnTo>
                  <a:lnTo>
                    <a:pt x="167715" y="46237"/>
                  </a:lnTo>
                  <a:lnTo>
                    <a:pt x="131705" y="70562"/>
                  </a:lnTo>
                  <a:lnTo>
                    <a:pt x="99187" y="99187"/>
                  </a:lnTo>
                  <a:lnTo>
                    <a:pt x="70562" y="131705"/>
                  </a:lnTo>
                  <a:lnTo>
                    <a:pt x="46237" y="167715"/>
                  </a:lnTo>
                  <a:lnTo>
                    <a:pt x="26614" y="206811"/>
                  </a:lnTo>
                  <a:lnTo>
                    <a:pt x="12097" y="248590"/>
                  </a:lnTo>
                  <a:lnTo>
                    <a:pt x="3091" y="292648"/>
                  </a:lnTo>
                  <a:lnTo>
                    <a:pt x="0" y="338582"/>
                  </a:lnTo>
                  <a:lnTo>
                    <a:pt x="0" y="1692910"/>
                  </a:lnTo>
                  <a:lnTo>
                    <a:pt x="3091" y="1738843"/>
                  </a:lnTo>
                  <a:lnTo>
                    <a:pt x="12097" y="1782901"/>
                  </a:lnTo>
                  <a:lnTo>
                    <a:pt x="26614" y="1824680"/>
                  </a:lnTo>
                  <a:lnTo>
                    <a:pt x="46237" y="1863776"/>
                  </a:lnTo>
                  <a:lnTo>
                    <a:pt x="70562" y="1899786"/>
                  </a:lnTo>
                  <a:lnTo>
                    <a:pt x="99187" y="1932305"/>
                  </a:lnTo>
                  <a:lnTo>
                    <a:pt x="131705" y="1960929"/>
                  </a:lnTo>
                  <a:lnTo>
                    <a:pt x="167715" y="1985254"/>
                  </a:lnTo>
                  <a:lnTo>
                    <a:pt x="206811" y="2004877"/>
                  </a:lnTo>
                  <a:lnTo>
                    <a:pt x="248590" y="2019394"/>
                  </a:lnTo>
                  <a:lnTo>
                    <a:pt x="292648" y="2028400"/>
                  </a:lnTo>
                  <a:lnTo>
                    <a:pt x="338582" y="2031492"/>
                  </a:lnTo>
                  <a:lnTo>
                    <a:pt x="3166618" y="2031492"/>
                  </a:lnTo>
                  <a:lnTo>
                    <a:pt x="3212551" y="2028400"/>
                  </a:lnTo>
                  <a:lnTo>
                    <a:pt x="3256609" y="2019394"/>
                  </a:lnTo>
                  <a:lnTo>
                    <a:pt x="3298388" y="2004877"/>
                  </a:lnTo>
                  <a:lnTo>
                    <a:pt x="3337484" y="1985254"/>
                  </a:lnTo>
                  <a:lnTo>
                    <a:pt x="3373494" y="1960929"/>
                  </a:lnTo>
                  <a:lnTo>
                    <a:pt x="3406013" y="1932305"/>
                  </a:lnTo>
                  <a:lnTo>
                    <a:pt x="3434637" y="1899786"/>
                  </a:lnTo>
                  <a:lnTo>
                    <a:pt x="3458962" y="1863776"/>
                  </a:lnTo>
                  <a:lnTo>
                    <a:pt x="3478585" y="1824680"/>
                  </a:lnTo>
                  <a:lnTo>
                    <a:pt x="3493102" y="1782901"/>
                  </a:lnTo>
                  <a:lnTo>
                    <a:pt x="3502108" y="1738843"/>
                  </a:lnTo>
                  <a:lnTo>
                    <a:pt x="3505200" y="1692910"/>
                  </a:lnTo>
                  <a:lnTo>
                    <a:pt x="3505200" y="338582"/>
                  </a:lnTo>
                  <a:lnTo>
                    <a:pt x="3502108" y="292648"/>
                  </a:lnTo>
                  <a:lnTo>
                    <a:pt x="3493102" y="248590"/>
                  </a:lnTo>
                  <a:lnTo>
                    <a:pt x="3478585" y="206811"/>
                  </a:lnTo>
                  <a:lnTo>
                    <a:pt x="3458962" y="167715"/>
                  </a:lnTo>
                  <a:lnTo>
                    <a:pt x="3434637" y="131705"/>
                  </a:lnTo>
                  <a:lnTo>
                    <a:pt x="3406013" y="99187"/>
                  </a:lnTo>
                  <a:lnTo>
                    <a:pt x="3373494" y="70562"/>
                  </a:lnTo>
                  <a:lnTo>
                    <a:pt x="3337484" y="46237"/>
                  </a:lnTo>
                  <a:lnTo>
                    <a:pt x="3298388" y="26614"/>
                  </a:lnTo>
                  <a:lnTo>
                    <a:pt x="3256609" y="12097"/>
                  </a:lnTo>
                  <a:lnTo>
                    <a:pt x="3212551" y="3091"/>
                  </a:lnTo>
                  <a:lnTo>
                    <a:pt x="3166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92802" y="907541"/>
              <a:ext cx="3505200" cy="2032000"/>
            </a:xfrm>
            <a:custGeom>
              <a:avLst/>
              <a:gdLst/>
              <a:ahLst/>
              <a:cxnLst/>
              <a:rect l="l" t="t" r="r" b="b"/>
              <a:pathLst>
                <a:path w="3505200" h="2032000">
                  <a:moveTo>
                    <a:pt x="0" y="338582"/>
                  </a:moveTo>
                  <a:lnTo>
                    <a:pt x="3091" y="292648"/>
                  </a:lnTo>
                  <a:lnTo>
                    <a:pt x="12097" y="248590"/>
                  </a:lnTo>
                  <a:lnTo>
                    <a:pt x="26614" y="206811"/>
                  </a:lnTo>
                  <a:lnTo>
                    <a:pt x="46237" y="167715"/>
                  </a:lnTo>
                  <a:lnTo>
                    <a:pt x="70562" y="131705"/>
                  </a:lnTo>
                  <a:lnTo>
                    <a:pt x="99187" y="99187"/>
                  </a:lnTo>
                  <a:lnTo>
                    <a:pt x="131705" y="70562"/>
                  </a:lnTo>
                  <a:lnTo>
                    <a:pt x="167715" y="46237"/>
                  </a:lnTo>
                  <a:lnTo>
                    <a:pt x="206811" y="26614"/>
                  </a:lnTo>
                  <a:lnTo>
                    <a:pt x="248590" y="12097"/>
                  </a:lnTo>
                  <a:lnTo>
                    <a:pt x="292648" y="3091"/>
                  </a:lnTo>
                  <a:lnTo>
                    <a:pt x="338582" y="0"/>
                  </a:lnTo>
                  <a:lnTo>
                    <a:pt x="3166618" y="0"/>
                  </a:lnTo>
                  <a:lnTo>
                    <a:pt x="3212551" y="3091"/>
                  </a:lnTo>
                  <a:lnTo>
                    <a:pt x="3256609" y="12097"/>
                  </a:lnTo>
                  <a:lnTo>
                    <a:pt x="3298388" y="26614"/>
                  </a:lnTo>
                  <a:lnTo>
                    <a:pt x="3337484" y="46237"/>
                  </a:lnTo>
                  <a:lnTo>
                    <a:pt x="3373494" y="70562"/>
                  </a:lnTo>
                  <a:lnTo>
                    <a:pt x="3406013" y="99187"/>
                  </a:lnTo>
                  <a:lnTo>
                    <a:pt x="3434637" y="131705"/>
                  </a:lnTo>
                  <a:lnTo>
                    <a:pt x="3458962" y="167715"/>
                  </a:lnTo>
                  <a:lnTo>
                    <a:pt x="3478585" y="206811"/>
                  </a:lnTo>
                  <a:lnTo>
                    <a:pt x="3493102" y="248590"/>
                  </a:lnTo>
                  <a:lnTo>
                    <a:pt x="3502108" y="292648"/>
                  </a:lnTo>
                  <a:lnTo>
                    <a:pt x="3505200" y="338582"/>
                  </a:lnTo>
                  <a:lnTo>
                    <a:pt x="3505200" y="1692910"/>
                  </a:lnTo>
                  <a:lnTo>
                    <a:pt x="3502108" y="1738843"/>
                  </a:lnTo>
                  <a:lnTo>
                    <a:pt x="3493102" y="1782901"/>
                  </a:lnTo>
                  <a:lnTo>
                    <a:pt x="3478585" y="1824680"/>
                  </a:lnTo>
                  <a:lnTo>
                    <a:pt x="3458962" y="1863776"/>
                  </a:lnTo>
                  <a:lnTo>
                    <a:pt x="3434637" y="1899786"/>
                  </a:lnTo>
                  <a:lnTo>
                    <a:pt x="3406013" y="1932305"/>
                  </a:lnTo>
                  <a:lnTo>
                    <a:pt x="3373494" y="1960929"/>
                  </a:lnTo>
                  <a:lnTo>
                    <a:pt x="3337484" y="1985254"/>
                  </a:lnTo>
                  <a:lnTo>
                    <a:pt x="3298388" y="2004877"/>
                  </a:lnTo>
                  <a:lnTo>
                    <a:pt x="3256609" y="2019394"/>
                  </a:lnTo>
                  <a:lnTo>
                    <a:pt x="3212551" y="2028400"/>
                  </a:lnTo>
                  <a:lnTo>
                    <a:pt x="3166618" y="2031492"/>
                  </a:lnTo>
                  <a:lnTo>
                    <a:pt x="338582" y="2031492"/>
                  </a:lnTo>
                  <a:lnTo>
                    <a:pt x="292648" y="2028400"/>
                  </a:lnTo>
                  <a:lnTo>
                    <a:pt x="248590" y="2019394"/>
                  </a:lnTo>
                  <a:lnTo>
                    <a:pt x="206811" y="2004877"/>
                  </a:lnTo>
                  <a:lnTo>
                    <a:pt x="167715" y="1985254"/>
                  </a:lnTo>
                  <a:lnTo>
                    <a:pt x="131705" y="1960929"/>
                  </a:lnTo>
                  <a:lnTo>
                    <a:pt x="99187" y="1932305"/>
                  </a:lnTo>
                  <a:lnTo>
                    <a:pt x="70562" y="1899786"/>
                  </a:lnTo>
                  <a:lnTo>
                    <a:pt x="46237" y="1863776"/>
                  </a:lnTo>
                  <a:lnTo>
                    <a:pt x="26614" y="1824680"/>
                  </a:lnTo>
                  <a:lnTo>
                    <a:pt x="12097" y="1782901"/>
                  </a:lnTo>
                  <a:lnTo>
                    <a:pt x="3091" y="1738843"/>
                  </a:lnTo>
                  <a:lnTo>
                    <a:pt x="0" y="1692910"/>
                  </a:lnTo>
                  <a:lnTo>
                    <a:pt x="0" y="338582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441060" y="2494026"/>
            <a:ext cx="2406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Subnet: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10.0.5.0/24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591300" y="1834921"/>
            <a:ext cx="1282065" cy="401320"/>
            <a:chOff x="6591300" y="1834921"/>
            <a:chExt cx="1282065" cy="40132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91300" y="1834921"/>
              <a:ext cx="1281683" cy="35354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2363" y="1834934"/>
              <a:ext cx="1021067" cy="40077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8544" y="1862327"/>
              <a:ext cx="1191767" cy="26365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638544" y="1862327"/>
              <a:ext cx="1191895" cy="264160"/>
            </a:xfrm>
            <a:custGeom>
              <a:avLst/>
              <a:gdLst/>
              <a:ahLst/>
              <a:cxnLst/>
              <a:rect l="l" t="t" r="r" b="b"/>
              <a:pathLst>
                <a:path w="1191895" h="264160">
                  <a:moveTo>
                    <a:pt x="0" y="43942"/>
                  </a:moveTo>
                  <a:lnTo>
                    <a:pt x="3454" y="26842"/>
                  </a:lnTo>
                  <a:lnTo>
                    <a:pt x="12874" y="12874"/>
                  </a:lnTo>
                  <a:lnTo>
                    <a:pt x="26842" y="3454"/>
                  </a:lnTo>
                  <a:lnTo>
                    <a:pt x="43941" y="0"/>
                  </a:lnTo>
                  <a:lnTo>
                    <a:pt x="1147826" y="0"/>
                  </a:lnTo>
                  <a:lnTo>
                    <a:pt x="1164925" y="3454"/>
                  </a:lnTo>
                  <a:lnTo>
                    <a:pt x="1178893" y="12874"/>
                  </a:lnTo>
                  <a:lnTo>
                    <a:pt x="1188313" y="26842"/>
                  </a:lnTo>
                  <a:lnTo>
                    <a:pt x="1191767" y="43942"/>
                  </a:lnTo>
                  <a:lnTo>
                    <a:pt x="1191767" y="219710"/>
                  </a:lnTo>
                  <a:lnTo>
                    <a:pt x="1188313" y="236809"/>
                  </a:lnTo>
                  <a:lnTo>
                    <a:pt x="1178893" y="250777"/>
                  </a:lnTo>
                  <a:lnTo>
                    <a:pt x="1164925" y="260197"/>
                  </a:lnTo>
                  <a:lnTo>
                    <a:pt x="1147826" y="263652"/>
                  </a:lnTo>
                  <a:lnTo>
                    <a:pt x="43941" y="263652"/>
                  </a:lnTo>
                  <a:lnTo>
                    <a:pt x="26842" y="260197"/>
                  </a:lnTo>
                  <a:lnTo>
                    <a:pt x="12874" y="250777"/>
                  </a:lnTo>
                  <a:lnTo>
                    <a:pt x="3454" y="236809"/>
                  </a:lnTo>
                  <a:lnTo>
                    <a:pt x="0" y="219710"/>
                  </a:lnTo>
                  <a:lnTo>
                    <a:pt x="0" y="43942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844410" y="1881632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10.0.5</a:t>
            </a:r>
            <a:r>
              <a:rPr sz="1200" spc="10" dirty="0">
                <a:solidFill>
                  <a:srgbClr val="464646"/>
                </a:solidFill>
                <a:latin typeface="Consolas"/>
                <a:cs typeface="Consolas"/>
              </a:rPr>
              <a:t>.</a:t>
            </a: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54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591300" y="1507274"/>
            <a:ext cx="1282065" cy="401320"/>
            <a:chOff x="6591300" y="1507274"/>
            <a:chExt cx="1282065" cy="401320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1300" y="1507274"/>
              <a:ext cx="1281683" cy="35505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38544" y="1507274"/>
              <a:ext cx="1188732" cy="40077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638544" y="1534667"/>
              <a:ext cx="1191895" cy="265430"/>
            </a:xfrm>
            <a:custGeom>
              <a:avLst/>
              <a:gdLst/>
              <a:ahLst/>
              <a:cxnLst/>
              <a:rect l="l" t="t" r="r" b="b"/>
              <a:pathLst>
                <a:path w="1191895" h="265430">
                  <a:moveTo>
                    <a:pt x="1147572" y="0"/>
                  </a:moveTo>
                  <a:lnTo>
                    <a:pt x="44196" y="0"/>
                  </a:lnTo>
                  <a:lnTo>
                    <a:pt x="27003" y="3476"/>
                  </a:lnTo>
                  <a:lnTo>
                    <a:pt x="12953" y="12954"/>
                  </a:lnTo>
                  <a:lnTo>
                    <a:pt x="3476" y="27003"/>
                  </a:lnTo>
                  <a:lnTo>
                    <a:pt x="0" y="44196"/>
                  </a:lnTo>
                  <a:lnTo>
                    <a:pt x="0" y="220980"/>
                  </a:lnTo>
                  <a:lnTo>
                    <a:pt x="3476" y="238172"/>
                  </a:lnTo>
                  <a:lnTo>
                    <a:pt x="12953" y="252222"/>
                  </a:lnTo>
                  <a:lnTo>
                    <a:pt x="27003" y="261699"/>
                  </a:lnTo>
                  <a:lnTo>
                    <a:pt x="44196" y="265176"/>
                  </a:lnTo>
                  <a:lnTo>
                    <a:pt x="1147572" y="265176"/>
                  </a:lnTo>
                  <a:lnTo>
                    <a:pt x="1164764" y="261699"/>
                  </a:lnTo>
                  <a:lnTo>
                    <a:pt x="1178813" y="252222"/>
                  </a:lnTo>
                  <a:lnTo>
                    <a:pt x="1188291" y="238172"/>
                  </a:lnTo>
                  <a:lnTo>
                    <a:pt x="1191767" y="220980"/>
                  </a:lnTo>
                  <a:lnTo>
                    <a:pt x="1191767" y="44196"/>
                  </a:lnTo>
                  <a:lnTo>
                    <a:pt x="1188291" y="27003"/>
                  </a:lnTo>
                  <a:lnTo>
                    <a:pt x="1178813" y="12953"/>
                  </a:lnTo>
                  <a:lnTo>
                    <a:pt x="1164764" y="3476"/>
                  </a:lnTo>
                  <a:lnTo>
                    <a:pt x="1147572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8544" y="1534667"/>
              <a:ext cx="1191895" cy="265430"/>
            </a:xfrm>
            <a:custGeom>
              <a:avLst/>
              <a:gdLst/>
              <a:ahLst/>
              <a:cxnLst/>
              <a:rect l="l" t="t" r="r" b="b"/>
              <a:pathLst>
                <a:path w="1191895" h="265430">
                  <a:moveTo>
                    <a:pt x="0" y="44196"/>
                  </a:moveTo>
                  <a:lnTo>
                    <a:pt x="3476" y="27003"/>
                  </a:lnTo>
                  <a:lnTo>
                    <a:pt x="12953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1147572" y="0"/>
                  </a:lnTo>
                  <a:lnTo>
                    <a:pt x="1164764" y="3476"/>
                  </a:lnTo>
                  <a:lnTo>
                    <a:pt x="1178813" y="12953"/>
                  </a:lnTo>
                  <a:lnTo>
                    <a:pt x="1188291" y="27003"/>
                  </a:lnTo>
                  <a:lnTo>
                    <a:pt x="1191767" y="44196"/>
                  </a:lnTo>
                  <a:lnTo>
                    <a:pt x="1191767" y="220980"/>
                  </a:lnTo>
                  <a:lnTo>
                    <a:pt x="1188291" y="238172"/>
                  </a:lnTo>
                  <a:lnTo>
                    <a:pt x="1178813" y="252222"/>
                  </a:lnTo>
                  <a:lnTo>
                    <a:pt x="1164764" y="261699"/>
                  </a:lnTo>
                  <a:lnTo>
                    <a:pt x="1147572" y="265176"/>
                  </a:lnTo>
                  <a:lnTo>
                    <a:pt x="44196" y="265176"/>
                  </a:lnTo>
                  <a:lnTo>
                    <a:pt x="27003" y="261699"/>
                  </a:lnTo>
                  <a:lnTo>
                    <a:pt x="12953" y="252222"/>
                  </a:lnTo>
                  <a:lnTo>
                    <a:pt x="3476" y="238172"/>
                  </a:lnTo>
                  <a:lnTo>
                    <a:pt x="0" y="220980"/>
                  </a:lnTo>
                  <a:lnTo>
                    <a:pt x="0" y="44196"/>
                  </a:lnTo>
                  <a:close/>
                </a:path>
              </a:pathLst>
            </a:custGeom>
            <a:ln w="9524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649783" y="1554860"/>
            <a:ext cx="1169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Consolas"/>
                <a:cs typeface="Consolas"/>
              </a:rPr>
              <a:t>3.139.10.48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363209" y="1405382"/>
            <a:ext cx="1289050" cy="914400"/>
            <a:chOff x="5363209" y="1405382"/>
            <a:chExt cx="1289050" cy="914400"/>
          </a:xfrm>
        </p:grpSpPr>
        <p:sp>
          <p:nvSpPr>
            <p:cNvPr id="41" name="object 41"/>
            <p:cNvSpPr/>
            <p:nvPr/>
          </p:nvSpPr>
          <p:spPr>
            <a:xfrm>
              <a:off x="5375909" y="1418082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1115314" y="0"/>
                  </a:moveTo>
                  <a:lnTo>
                    <a:pt x="148081" y="0"/>
                  </a:lnTo>
                  <a:lnTo>
                    <a:pt x="101274" y="7548"/>
                  </a:lnTo>
                  <a:lnTo>
                    <a:pt x="60624" y="28569"/>
                  </a:lnTo>
                  <a:lnTo>
                    <a:pt x="28569" y="60624"/>
                  </a:lnTo>
                  <a:lnTo>
                    <a:pt x="7548" y="101274"/>
                  </a:lnTo>
                  <a:lnTo>
                    <a:pt x="0" y="148081"/>
                  </a:lnTo>
                  <a:lnTo>
                    <a:pt x="0" y="740409"/>
                  </a:lnTo>
                  <a:lnTo>
                    <a:pt x="7548" y="787217"/>
                  </a:lnTo>
                  <a:lnTo>
                    <a:pt x="28569" y="827867"/>
                  </a:lnTo>
                  <a:lnTo>
                    <a:pt x="60624" y="859922"/>
                  </a:lnTo>
                  <a:lnTo>
                    <a:pt x="101274" y="880943"/>
                  </a:lnTo>
                  <a:lnTo>
                    <a:pt x="148081" y="888491"/>
                  </a:lnTo>
                  <a:lnTo>
                    <a:pt x="1115314" y="888491"/>
                  </a:lnTo>
                  <a:lnTo>
                    <a:pt x="1162121" y="880943"/>
                  </a:lnTo>
                  <a:lnTo>
                    <a:pt x="1202771" y="859922"/>
                  </a:lnTo>
                  <a:lnTo>
                    <a:pt x="1234826" y="827867"/>
                  </a:lnTo>
                  <a:lnTo>
                    <a:pt x="1255847" y="787217"/>
                  </a:lnTo>
                  <a:lnTo>
                    <a:pt x="1263395" y="740409"/>
                  </a:lnTo>
                  <a:lnTo>
                    <a:pt x="1263395" y="148081"/>
                  </a:lnTo>
                  <a:lnTo>
                    <a:pt x="1255847" y="101274"/>
                  </a:lnTo>
                  <a:lnTo>
                    <a:pt x="1234826" y="60624"/>
                  </a:lnTo>
                  <a:lnTo>
                    <a:pt x="1202771" y="28569"/>
                  </a:lnTo>
                  <a:lnTo>
                    <a:pt x="1162121" y="7548"/>
                  </a:lnTo>
                  <a:lnTo>
                    <a:pt x="11153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375909" y="1418082"/>
              <a:ext cx="1263650" cy="889000"/>
            </a:xfrm>
            <a:custGeom>
              <a:avLst/>
              <a:gdLst/>
              <a:ahLst/>
              <a:cxnLst/>
              <a:rect l="l" t="t" r="r" b="b"/>
              <a:pathLst>
                <a:path w="1263650" h="889000">
                  <a:moveTo>
                    <a:pt x="0" y="148081"/>
                  </a:moveTo>
                  <a:lnTo>
                    <a:pt x="7548" y="101274"/>
                  </a:lnTo>
                  <a:lnTo>
                    <a:pt x="28569" y="60624"/>
                  </a:lnTo>
                  <a:lnTo>
                    <a:pt x="60624" y="28569"/>
                  </a:lnTo>
                  <a:lnTo>
                    <a:pt x="101274" y="7548"/>
                  </a:lnTo>
                  <a:lnTo>
                    <a:pt x="148081" y="0"/>
                  </a:lnTo>
                  <a:lnTo>
                    <a:pt x="1115314" y="0"/>
                  </a:lnTo>
                  <a:lnTo>
                    <a:pt x="1162121" y="7548"/>
                  </a:lnTo>
                  <a:lnTo>
                    <a:pt x="1202771" y="28569"/>
                  </a:lnTo>
                  <a:lnTo>
                    <a:pt x="1234826" y="60624"/>
                  </a:lnTo>
                  <a:lnTo>
                    <a:pt x="1255847" y="101274"/>
                  </a:lnTo>
                  <a:lnTo>
                    <a:pt x="1263395" y="148081"/>
                  </a:lnTo>
                  <a:lnTo>
                    <a:pt x="1263395" y="740409"/>
                  </a:lnTo>
                  <a:lnTo>
                    <a:pt x="1255847" y="787217"/>
                  </a:lnTo>
                  <a:lnTo>
                    <a:pt x="1234826" y="827867"/>
                  </a:lnTo>
                  <a:lnTo>
                    <a:pt x="1202771" y="859922"/>
                  </a:lnTo>
                  <a:lnTo>
                    <a:pt x="1162121" y="880943"/>
                  </a:lnTo>
                  <a:lnTo>
                    <a:pt x="1115314" y="888491"/>
                  </a:lnTo>
                  <a:lnTo>
                    <a:pt x="148081" y="888491"/>
                  </a:lnTo>
                  <a:lnTo>
                    <a:pt x="101274" y="880943"/>
                  </a:lnTo>
                  <a:lnTo>
                    <a:pt x="60624" y="859922"/>
                  </a:lnTo>
                  <a:lnTo>
                    <a:pt x="28569" y="827867"/>
                  </a:lnTo>
                  <a:lnTo>
                    <a:pt x="7548" y="787217"/>
                  </a:lnTo>
                  <a:lnTo>
                    <a:pt x="0" y="740409"/>
                  </a:lnTo>
                  <a:lnTo>
                    <a:pt x="0" y="14808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563361" y="1706626"/>
            <a:ext cx="88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8188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Private,</a:t>
            </a:r>
            <a:r>
              <a:rPr sz="2800" spc="-40" dirty="0"/>
              <a:t> </a:t>
            </a:r>
            <a:r>
              <a:rPr sz="2800" spc="-5" dirty="0"/>
              <a:t>Public,</a:t>
            </a:r>
            <a:r>
              <a:rPr sz="2800" spc="-20" dirty="0"/>
              <a:t> </a:t>
            </a:r>
            <a:r>
              <a:rPr sz="2800" spc="-5" dirty="0"/>
              <a:t>Elastic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010411"/>
            <a:ext cx="8206740" cy="1015365"/>
            <a:chOff x="339852" y="1010411"/>
            <a:chExt cx="8206740" cy="1015365"/>
          </a:xfrm>
        </p:grpSpPr>
        <p:sp>
          <p:nvSpPr>
            <p:cNvPr id="4" name="object 4"/>
            <p:cNvSpPr/>
            <p:nvPr/>
          </p:nvSpPr>
          <p:spPr>
            <a:xfrm>
              <a:off x="339852" y="101041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3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3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9253" y="1299212"/>
              <a:ext cx="436880" cy="438150"/>
            </a:xfrm>
            <a:custGeom>
              <a:avLst/>
              <a:gdLst/>
              <a:ahLst/>
              <a:cxnLst/>
              <a:rect l="l" t="t" r="r" b="b"/>
              <a:pathLst>
                <a:path w="436880" h="438150">
                  <a:moveTo>
                    <a:pt x="218348" y="0"/>
                  </a:moveTo>
                  <a:lnTo>
                    <a:pt x="218175" y="0"/>
                  </a:lnTo>
                  <a:lnTo>
                    <a:pt x="168104" y="5797"/>
                  </a:lnTo>
                  <a:lnTo>
                    <a:pt x="122188" y="22274"/>
                  </a:lnTo>
                  <a:lnTo>
                    <a:pt x="81691" y="48116"/>
                  </a:lnTo>
                  <a:lnTo>
                    <a:pt x="47916" y="82010"/>
                  </a:lnTo>
                  <a:lnTo>
                    <a:pt x="22171" y="122642"/>
                  </a:lnTo>
                  <a:lnTo>
                    <a:pt x="5763" y="168700"/>
                  </a:lnTo>
                  <a:lnTo>
                    <a:pt x="0" y="218893"/>
                  </a:lnTo>
                  <a:lnTo>
                    <a:pt x="5762" y="269083"/>
                  </a:lnTo>
                  <a:lnTo>
                    <a:pt x="22175" y="315156"/>
                  </a:lnTo>
                  <a:lnTo>
                    <a:pt x="47931" y="355799"/>
                  </a:lnTo>
                  <a:lnTo>
                    <a:pt x="81718" y="389697"/>
                  </a:lnTo>
                  <a:lnTo>
                    <a:pt x="122228" y="415538"/>
                  </a:lnTo>
                  <a:lnTo>
                    <a:pt x="168150" y="432005"/>
                  </a:lnTo>
                  <a:lnTo>
                    <a:pt x="218175" y="437786"/>
                  </a:lnTo>
                  <a:lnTo>
                    <a:pt x="268201" y="432005"/>
                  </a:lnTo>
                  <a:lnTo>
                    <a:pt x="314125" y="415538"/>
                  </a:lnTo>
                  <a:lnTo>
                    <a:pt x="354636" y="389697"/>
                  </a:lnTo>
                  <a:lnTo>
                    <a:pt x="388426" y="355799"/>
                  </a:lnTo>
                  <a:lnTo>
                    <a:pt x="414183" y="315156"/>
                  </a:lnTo>
                  <a:lnTo>
                    <a:pt x="415376" y="311806"/>
                  </a:lnTo>
                  <a:lnTo>
                    <a:pt x="208922" y="311806"/>
                  </a:lnTo>
                  <a:lnTo>
                    <a:pt x="208922" y="170580"/>
                  </a:lnTo>
                  <a:lnTo>
                    <a:pt x="166191" y="170580"/>
                  </a:lnTo>
                  <a:lnTo>
                    <a:pt x="166191" y="143982"/>
                  </a:lnTo>
                  <a:lnTo>
                    <a:pt x="169370" y="143088"/>
                  </a:lnTo>
                  <a:lnTo>
                    <a:pt x="172261" y="142195"/>
                  </a:lnTo>
                  <a:lnTo>
                    <a:pt x="182602" y="138622"/>
                  </a:lnTo>
                  <a:lnTo>
                    <a:pt x="187686" y="136556"/>
                  </a:lnTo>
                  <a:lnTo>
                    <a:pt x="192774" y="134376"/>
                  </a:lnTo>
                  <a:lnTo>
                    <a:pt x="197858" y="132306"/>
                  </a:lnTo>
                  <a:lnTo>
                    <a:pt x="207672" y="127205"/>
                  </a:lnTo>
                  <a:lnTo>
                    <a:pt x="210123" y="125860"/>
                  </a:lnTo>
                  <a:lnTo>
                    <a:pt x="212546" y="124443"/>
                  </a:lnTo>
                  <a:lnTo>
                    <a:pt x="215226" y="123046"/>
                  </a:lnTo>
                  <a:lnTo>
                    <a:pt x="217864" y="121509"/>
                  </a:lnTo>
                  <a:lnTo>
                    <a:pt x="223049" y="118161"/>
                  </a:lnTo>
                  <a:lnTo>
                    <a:pt x="225691" y="116624"/>
                  </a:lnTo>
                  <a:lnTo>
                    <a:pt x="228377" y="115222"/>
                  </a:lnTo>
                  <a:lnTo>
                    <a:pt x="409529" y="115222"/>
                  </a:lnTo>
                  <a:lnTo>
                    <a:pt x="388474" y="81987"/>
                  </a:lnTo>
                  <a:lnTo>
                    <a:pt x="354691" y="48089"/>
                  </a:lnTo>
                  <a:lnTo>
                    <a:pt x="314248" y="22274"/>
                  </a:lnTo>
                  <a:lnTo>
                    <a:pt x="268350" y="5797"/>
                  </a:lnTo>
                  <a:lnTo>
                    <a:pt x="218348" y="0"/>
                  </a:lnTo>
                  <a:close/>
                </a:path>
                <a:path w="436880" h="438150">
                  <a:moveTo>
                    <a:pt x="409529" y="115222"/>
                  </a:moveTo>
                  <a:lnTo>
                    <a:pt x="242106" y="115222"/>
                  </a:lnTo>
                  <a:lnTo>
                    <a:pt x="242106" y="311806"/>
                  </a:lnTo>
                  <a:lnTo>
                    <a:pt x="415376" y="311806"/>
                  </a:lnTo>
                  <a:lnTo>
                    <a:pt x="430598" y="269083"/>
                  </a:lnTo>
                  <a:lnTo>
                    <a:pt x="436361" y="218893"/>
                  </a:lnTo>
                  <a:lnTo>
                    <a:pt x="430620" y="168700"/>
                  </a:lnTo>
                  <a:lnTo>
                    <a:pt x="414221" y="122630"/>
                  </a:lnTo>
                  <a:lnTo>
                    <a:pt x="409529" y="115222"/>
                  </a:lnTo>
                  <a:close/>
                </a:path>
                <a:path w="436880" h="438150">
                  <a:moveTo>
                    <a:pt x="208922" y="152785"/>
                  </a:moveTo>
                  <a:lnTo>
                    <a:pt x="170907" y="169432"/>
                  </a:lnTo>
                  <a:lnTo>
                    <a:pt x="166191" y="170580"/>
                  </a:lnTo>
                  <a:lnTo>
                    <a:pt x="208922" y="170580"/>
                  </a:lnTo>
                  <a:lnTo>
                    <a:pt x="208922" y="152785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08200" y="1227201"/>
            <a:ext cx="6614795" cy="5378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39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–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Each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instance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is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assigned</a:t>
            </a:r>
            <a:r>
              <a:rPr sz="1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IP.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Stays</a:t>
            </a:r>
            <a:r>
              <a:rPr sz="1800" spc="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life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of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the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instance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9852" y="2278379"/>
            <a:ext cx="8206740" cy="1015365"/>
            <a:chOff x="339852" y="2278379"/>
            <a:chExt cx="8206740" cy="1015365"/>
          </a:xfrm>
        </p:grpSpPr>
        <p:sp>
          <p:nvSpPr>
            <p:cNvPr id="8" name="object 8"/>
            <p:cNvSpPr/>
            <p:nvPr/>
          </p:nvSpPr>
          <p:spPr>
            <a:xfrm>
              <a:off x="339852" y="2278379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9362" y="2568539"/>
              <a:ext cx="436880" cy="436880"/>
            </a:xfrm>
            <a:custGeom>
              <a:avLst/>
              <a:gdLst/>
              <a:ahLst/>
              <a:cxnLst/>
              <a:rect l="l" t="t" r="r" b="b"/>
              <a:pathLst>
                <a:path w="436880" h="436880">
                  <a:moveTo>
                    <a:pt x="218234" y="0"/>
                  </a:moveTo>
                  <a:lnTo>
                    <a:pt x="218066" y="0"/>
                  </a:lnTo>
                  <a:lnTo>
                    <a:pt x="167994" y="5782"/>
                  </a:lnTo>
                  <a:lnTo>
                    <a:pt x="122077" y="22214"/>
                  </a:lnTo>
                  <a:lnTo>
                    <a:pt x="81580" y="47986"/>
                  </a:lnTo>
                  <a:lnTo>
                    <a:pt x="47805" y="81789"/>
                  </a:lnTo>
                  <a:lnTo>
                    <a:pt x="22066" y="122295"/>
                  </a:lnTo>
                  <a:lnTo>
                    <a:pt x="5652" y="168251"/>
                  </a:lnTo>
                  <a:lnTo>
                    <a:pt x="35" y="217040"/>
                  </a:lnTo>
                  <a:lnTo>
                    <a:pt x="0" y="219244"/>
                  </a:lnTo>
                  <a:lnTo>
                    <a:pt x="5653" y="268348"/>
                  </a:lnTo>
                  <a:lnTo>
                    <a:pt x="22066" y="314296"/>
                  </a:lnTo>
                  <a:lnTo>
                    <a:pt x="47822" y="354827"/>
                  </a:lnTo>
                  <a:lnTo>
                    <a:pt x="81609" y="388633"/>
                  </a:lnTo>
                  <a:lnTo>
                    <a:pt x="122119" y="414403"/>
                  </a:lnTo>
                  <a:lnTo>
                    <a:pt x="168041" y="430826"/>
                  </a:lnTo>
                  <a:lnTo>
                    <a:pt x="218066" y="436591"/>
                  </a:lnTo>
                  <a:lnTo>
                    <a:pt x="268092" y="430826"/>
                  </a:lnTo>
                  <a:lnTo>
                    <a:pt x="314015" y="414403"/>
                  </a:lnTo>
                  <a:lnTo>
                    <a:pt x="354527" y="388633"/>
                  </a:lnTo>
                  <a:lnTo>
                    <a:pt x="388316" y="354827"/>
                  </a:lnTo>
                  <a:lnTo>
                    <a:pt x="412876" y="316180"/>
                  </a:lnTo>
                  <a:lnTo>
                    <a:pt x="155699" y="316180"/>
                  </a:lnTo>
                  <a:lnTo>
                    <a:pt x="155584" y="290186"/>
                  </a:lnTo>
                  <a:lnTo>
                    <a:pt x="176552" y="251249"/>
                  </a:lnTo>
                  <a:lnTo>
                    <a:pt x="209547" y="227247"/>
                  </a:lnTo>
                  <a:lnTo>
                    <a:pt x="215763" y="223521"/>
                  </a:lnTo>
                  <a:lnTo>
                    <a:pt x="221719" y="219244"/>
                  </a:lnTo>
                  <a:lnTo>
                    <a:pt x="245056" y="185504"/>
                  </a:lnTo>
                  <a:lnTo>
                    <a:pt x="245568" y="180892"/>
                  </a:lnTo>
                  <a:lnTo>
                    <a:pt x="245540" y="172246"/>
                  </a:lnTo>
                  <a:lnTo>
                    <a:pt x="244891" y="168243"/>
                  </a:lnTo>
                  <a:lnTo>
                    <a:pt x="244632" y="167466"/>
                  </a:lnTo>
                  <a:lnTo>
                    <a:pt x="165996" y="167466"/>
                  </a:lnTo>
                  <a:lnTo>
                    <a:pt x="165996" y="137692"/>
                  </a:lnTo>
                  <a:lnTo>
                    <a:pt x="203377" y="121249"/>
                  </a:lnTo>
                  <a:lnTo>
                    <a:pt x="412815" y="120257"/>
                  </a:lnTo>
                  <a:lnTo>
                    <a:pt x="388362" y="81763"/>
                  </a:lnTo>
                  <a:lnTo>
                    <a:pt x="354578" y="47957"/>
                  </a:lnTo>
                  <a:lnTo>
                    <a:pt x="314137" y="22214"/>
                  </a:lnTo>
                  <a:lnTo>
                    <a:pt x="268237" y="5782"/>
                  </a:lnTo>
                  <a:lnTo>
                    <a:pt x="218234" y="0"/>
                  </a:lnTo>
                  <a:close/>
                </a:path>
                <a:path w="436880" h="436880">
                  <a:moveTo>
                    <a:pt x="412815" y="120257"/>
                  </a:moveTo>
                  <a:lnTo>
                    <a:pt x="225649" y="120257"/>
                  </a:lnTo>
                  <a:lnTo>
                    <a:pt x="233375" y="121421"/>
                  </a:lnTo>
                  <a:lnTo>
                    <a:pt x="247589" y="125881"/>
                  </a:lnTo>
                  <a:lnTo>
                    <a:pt x="275220" y="157235"/>
                  </a:lnTo>
                  <a:lnTo>
                    <a:pt x="276723" y="179546"/>
                  </a:lnTo>
                  <a:lnTo>
                    <a:pt x="275919" y="186472"/>
                  </a:lnTo>
                  <a:lnTo>
                    <a:pt x="257637" y="222496"/>
                  </a:lnTo>
                  <a:lnTo>
                    <a:pt x="223969" y="247413"/>
                  </a:lnTo>
                  <a:lnTo>
                    <a:pt x="217860" y="251422"/>
                  </a:lnTo>
                  <a:lnTo>
                    <a:pt x="212523" y="255110"/>
                  </a:lnTo>
                  <a:lnTo>
                    <a:pt x="207687" y="258396"/>
                  </a:lnTo>
                  <a:lnTo>
                    <a:pt x="203125" y="262065"/>
                  </a:lnTo>
                  <a:lnTo>
                    <a:pt x="187476" y="285769"/>
                  </a:lnTo>
                  <a:lnTo>
                    <a:pt x="187529" y="290229"/>
                  </a:lnTo>
                  <a:lnTo>
                    <a:pt x="280419" y="290229"/>
                  </a:lnTo>
                  <a:lnTo>
                    <a:pt x="280443" y="316180"/>
                  </a:lnTo>
                  <a:lnTo>
                    <a:pt x="412876" y="316180"/>
                  </a:lnTo>
                  <a:lnTo>
                    <a:pt x="414074" y="314296"/>
                  </a:lnTo>
                  <a:lnTo>
                    <a:pt x="430489" y="268348"/>
                  </a:lnTo>
                  <a:lnTo>
                    <a:pt x="436251" y="218295"/>
                  </a:lnTo>
                  <a:lnTo>
                    <a:pt x="430510" y="168243"/>
                  </a:lnTo>
                  <a:lnTo>
                    <a:pt x="414109" y="122295"/>
                  </a:lnTo>
                  <a:lnTo>
                    <a:pt x="412815" y="120257"/>
                  </a:lnTo>
                  <a:close/>
                </a:path>
                <a:path w="436880" h="436880">
                  <a:moveTo>
                    <a:pt x="219627" y="144853"/>
                  </a:moveTo>
                  <a:lnTo>
                    <a:pt x="176927" y="158404"/>
                  </a:lnTo>
                  <a:lnTo>
                    <a:pt x="165996" y="167466"/>
                  </a:lnTo>
                  <a:lnTo>
                    <a:pt x="244632" y="167466"/>
                  </a:lnTo>
                  <a:lnTo>
                    <a:pt x="219627" y="144853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39852" y="3547871"/>
            <a:ext cx="8206740" cy="1015365"/>
            <a:chOff x="339852" y="3547871"/>
            <a:chExt cx="8206740" cy="1015365"/>
          </a:xfrm>
        </p:grpSpPr>
        <p:sp>
          <p:nvSpPr>
            <p:cNvPr id="11" name="object 11"/>
            <p:cNvSpPr/>
            <p:nvPr/>
          </p:nvSpPr>
          <p:spPr>
            <a:xfrm>
              <a:off x="339852" y="354787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485"/>
                  </a:lnTo>
                  <a:lnTo>
                    <a:pt x="7975" y="952994"/>
                  </a:lnTo>
                  <a:lnTo>
                    <a:pt x="29727" y="985256"/>
                  </a:lnTo>
                  <a:lnTo>
                    <a:pt x="61989" y="1007008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8"/>
                  </a:lnTo>
                  <a:lnTo>
                    <a:pt x="8177006" y="985256"/>
                  </a:lnTo>
                  <a:lnTo>
                    <a:pt x="8198760" y="952994"/>
                  </a:lnTo>
                  <a:lnTo>
                    <a:pt x="8206740" y="913485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9245" y="3838030"/>
              <a:ext cx="436880" cy="436880"/>
            </a:xfrm>
            <a:custGeom>
              <a:avLst/>
              <a:gdLst/>
              <a:ahLst/>
              <a:cxnLst/>
              <a:rect l="l" t="t" r="r" b="b"/>
              <a:pathLst>
                <a:path w="436880" h="436879">
                  <a:moveTo>
                    <a:pt x="218356" y="0"/>
                  </a:moveTo>
                  <a:lnTo>
                    <a:pt x="218184" y="0"/>
                  </a:lnTo>
                  <a:lnTo>
                    <a:pt x="168108" y="5782"/>
                  </a:lnTo>
                  <a:lnTo>
                    <a:pt x="122189" y="22215"/>
                  </a:lnTo>
                  <a:lnTo>
                    <a:pt x="81690" y="47988"/>
                  </a:lnTo>
                  <a:lnTo>
                    <a:pt x="47915" y="81792"/>
                  </a:lnTo>
                  <a:lnTo>
                    <a:pt x="22170" y="122315"/>
                  </a:lnTo>
                  <a:lnTo>
                    <a:pt x="5762" y="168248"/>
                  </a:lnTo>
                  <a:lnTo>
                    <a:pt x="0" y="218305"/>
                  </a:lnTo>
                  <a:lnTo>
                    <a:pt x="5762" y="268359"/>
                  </a:lnTo>
                  <a:lnTo>
                    <a:pt x="22177" y="314308"/>
                  </a:lnTo>
                  <a:lnTo>
                    <a:pt x="47935" y="354841"/>
                  </a:lnTo>
                  <a:lnTo>
                    <a:pt x="81726" y="388647"/>
                  </a:lnTo>
                  <a:lnTo>
                    <a:pt x="122241" y="414415"/>
                  </a:lnTo>
                  <a:lnTo>
                    <a:pt x="168178" y="430837"/>
                  </a:lnTo>
                  <a:lnTo>
                    <a:pt x="218174" y="436601"/>
                  </a:lnTo>
                  <a:lnTo>
                    <a:pt x="268212" y="430833"/>
                  </a:lnTo>
                  <a:lnTo>
                    <a:pt x="314137" y="414409"/>
                  </a:lnTo>
                  <a:lnTo>
                    <a:pt x="354649" y="388639"/>
                  </a:lnTo>
                  <a:lnTo>
                    <a:pt x="388437" y="354832"/>
                  </a:lnTo>
                  <a:lnTo>
                    <a:pt x="412267" y="317334"/>
                  </a:lnTo>
                  <a:lnTo>
                    <a:pt x="206939" y="317334"/>
                  </a:lnTo>
                  <a:lnTo>
                    <a:pt x="199603" y="317192"/>
                  </a:lnTo>
                  <a:lnTo>
                    <a:pt x="161896" y="310844"/>
                  </a:lnTo>
                  <a:lnTo>
                    <a:pt x="154677" y="307027"/>
                  </a:lnTo>
                  <a:lnTo>
                    <a:pt x="154677" y="277617"/>
                  </a:lnTo>
                  <a:lnTo>
                    <a:pt x="244938" y="277617"/>
                  </a:lnTo>
                  <a:lnTo>
                    <a:pt x="248070" y="272612"/>
                  </a:lnTo>
                  <a:lnTo>
                    <a:pt x="249492" y="267228"/>
                  </a:lnTo>
                  <a:lnTo>
                    <a:pt x="249458" y="266361"/>
                  </a:lnTo>
                  <a:lnTo>
                    <a:pt x="249449" y="256211"/>
                  </a:lnTo>
                  <a:lnTo>
                    <a:pt x="211348" y="227832"/>
                  </a:lnTo>
                  <a:lnTo>
                    <a:pt x="204986" y="227238"/>
                  </a:lnTo>
                  <a:lnTo>
                    <a:pt x="179862" y="227238"/>
                  </a:lnTo>
                  <a:lnTo>
                    <a:pt x="179862" y="202810"/>
                  </a:lnTo>
                  <a:lnTo>
                    <a:pt x="203222" y="202810"/>
                  </a:lnTo>
                  <a:lnTo>
                    <a:pt x="208873" y="202278"/>
                  </a:lnTo>
                  <a:lnTo>
                    <a:pt x="240870" y="180834"/>
                  </a:lnTo>
                  <a:lnTo>
                    <a:pt x="242019" y="175714"/>
                  </a:lnTo>
                  <a:lnTo>
                    <a:pt x="241975" y="174301"/>
                  </a:lnTo>
                  <a:lnTo>
                    <a:pt x="242032" y="165799"/>
                  </a:lnTo>
                  <a:lnTo>
                    <a:pt x="240966" y="161215"/>
                  </a:lnTo>
                  <a:lnTo>
                    <a:pt x="238873" y="157383"/>
                  </a:lnTo>
                  <a:lnTo>
                    <a:pt x="162858" y="157383"/>
                  </a:lnTo>
                  <a:lnTo>
                    <a:pt x="162858" y="130306"/>
                  </a:lnTo>
                  <a:lnTo>
                    <a:pt x="205136" y="119384"/>
                  </a:lnTo>
                  <a:lnTo>
                    <a:pt x="412274" y="119223"/>
                  </a:lnTo>
                  <a:lnTo>
                    <a:pt x="388476" y="81761"/>
                  </a:lnTo>
                  <a:lnTo>
                    <a:pt x="354744" y="47988"/>
                  </a:lnTo>
                  <a:lnTo>
                    <a:pt x="314259" y="22215"/>
                  </a:lnTo>
                  <a:lnTo>
                    <a:pt x="268360" y="5782"/>
                  </a:lnTo>
                  <a:lnTo>
                    <a:pt x="218356" y="0"/>
                  </a:lnTo>
                  <a:close/>
                </a:path>
                <a:path w="436880" h="436879">
                  <a:moveTo>
                    <a:pt x="412274" y="119223"/>
                  </a:moveTo>
                  <a:lnTo>
                    <a:pt x="219615" y="119223"/>
                  </a:lnTo>
                  <a:lnTo>
                    <a:pt x="227461" y="120152"/>
                  </a:lnTo>
                  <a:lnTo>
                    <a:pt x="236457" y="122315"/>
                  </a:lnTo>
                  <a:lnTo>
                    <a:pt x="269244" y="144997"/>
                  </a:lnTo>
                  <a:lnTo>
                    <a:pt x="274668" y="158518"/>
                  </a:lnTo>
                  <a:lnTo>
                    <a:pt x="274477" y="165866"/>
                  </a:lnTo>
                  <a:lnTo>
                    <a:pt x="257060" y="202985"/>
                  </a:lnTo>
                  <a:lnTo>
                    <a:pt x="233479" y="213702"/>
                  </a:lnTo>
                  <a:lnTo>
                    <a:pt x="239707" y="214349"/>
                  </a:lnTo>
                  <a:lnTo>
                    <a:pt x="245811" y="215896"/>
                  </a:lnTo>
                  <a:lnTo>
                    <a:pt x="251605" y="218305"/>
                  </a:lnTo>
                  <a:lnTo>
                    <a:pt x="257281" y="220623"/>
                  </a:lnTo>
                  <a:lnTo>
                    <a:pt x="282002" y="253726"/>
                  </a:lnTo>
                  <a:lnTo>
                    <a:pt x="281977" y="256211"/>
                  </a:lnTo>
                  <a:lnTo>
                    <a:pt x="266314" y="297969"/>
                  </a:lnTo>
                  <a:lnTo>
                    <a:pt x="228585" y="315260"/>
                  </a:lnTo>
                  <a:lnTo>
                    <a:pt x="206939" y="317334"/>
                  </a:lnTo>
                  <a:lnTo>
                    <a:pt x="412267" y="317334"/>
                  </a:lnTo>
                  <a:lnTo>
                    <a:pt x="414194" y="314299"/>
                  </a:lnTo>
                  <a:lnTo>
                    <a:pt x="430607" y="268350"/>
                  </a:lnTo>
                  <a:lnTo>
                    <a:pt x="436368" y="218295"/>
                  </a:lnTo>
                  <a:lnTo>
                    <a:pt x="430626" y="168241"/>
                  </a:lnTo>
                  <a:lnTo>
                    <a:pt x="414224" y="122293"/>
                  </a:lnTo>
                  <a:lnTo>
                    <a:pt x="412274" y="119223"/>
                  </a:lnTo>
                  <a:close/>
                </a:path>
                <a:path w="436880" h="436879">
                  <a:moveTo>
                    <a:pt x="244938" y="277617"/>
                  </a:moveTo>
                  <a:lnTo>
                    <a:pt x="154677" y="277617"/>
                  </a:lnTo>
                  <a:lnTo>
                    <a:pt x="160589" y="281366"/>
                  </a:lnTo>
                  <a:lnTo>
                    <a:pt x="200824" y="292817"/>
                  </a:lnTo>
                  <a:lnTo>
                    <a:pt x="207891" y="293079"/>
                  </a:lnTo>
                  <a:lnTo>
                    <a:pt x="212439" y="293045"/>
                  </a:lnTo>
                  <a:lnTo>
                    <a:pt x="216973" y="292600"/>
                  </a:lnTo>
                  <a:lnTo>
                    <a:pt x="221434" y="291738"/>
                  </a:lnTo>
                  <a:lnTo>
                    <a:pt x="226164" y="290890"/>
                  </a:lnTo>
                  <a:lnTo>
                    <a:pt x="230712" y="289247"/>
                  </a:lnTo>
                  <a:lnTo>
                    <a:pt x="239027" y="284515"/>
                  </a:lnTo>
                  <a:lnTo>
                    <a:pt x="242555" y="281214"/>
                  </a:lnTo>
                  <a:lnTo>
                    <a:pt x="244938" y="277617"/>
                  </a:lnTo>
                  <a:close/>
                </a:path>
                <a:path w="436880" h="436879">
                  <a:moveTo>
                    <a:pt x="204473" y="227190"/>
                  </a:moveTo>
                  <a:lnTo>
                    <a:pt x="197589" y="227238"/>
                  </a:lnTo>
                  <a:lnTo>
                    <a:pt x="204986" y="227238"/>
                  </a:lnTo>
                  <a:lnTo>
                    <a:pt x="204473" y="227190"/>
                  </a:lnTo>
                  <a:close/>
                </a:path>
                <a:path w="436880" h="436879">
                  <a:moveTo>
                    <a:pt x="203222" y="202810"/>
                  </a:moveTo>
                  <a:lnTo>
                    <a:pt x="196646" y="202810"/>
                  </a:lnTo>
                  <a:lnTo>
                    <a:pt x="202764" y="202853"/>
                  </a:lnTo>
                  <a:lnTo>
                    <a:pt x="203222" y="202810"/>
                  </a:lnTo>
                  <a:close/>
                </a:path>
                <a:path w="436880" h="436879">
                  <a:moveTo>
                    <a:pt x="209021" y="143636"/>
                  </a:moveTo>
                  <a:lnTo>
                    <a:pt x="201017" y="143713"/>
                  </a:lnTo>
                  <a:lnTo>
                    <a:pt x="193061" y="144872"/>
                  </a:lnTo>
                  <a:lnTo>
                    <a:pt x="185368" y="147085"/>
                  </a:lnTo>
                  <a:lnTo>
                    <a:pt x="177349" y="149260"/>
                  </a:lnTo>
                  <a:lnTo>
                    <a:pt x="169747" y="152742"/>
                  </a:lnTo>
                  <a:lnTo>
                    <a:pt x="162858" y="157383"/>
                  </a:lnTo>
                  <a:lnTo>
                    <a:pt x="238873" y="157383"/>
                  </a:lnTo>
                  <a:lnTo>
                    <a:pt x="212736" y="143656"/>
                  </a:lnTo>
                  <a:lnTo>
                    <a:pt x="209021" y="143636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08200" y="2496692"/>
            <a:ext cx="6781800" cy="19253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870"/>
              </a:lnSpc>
              <a:spcBef>
                <a:spcPts val="400"/>
              </a:spcBef>
              <a:tabLst>
                <a:tab pos="193040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Optional.	Enabled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when</a:t>
            </a:r>
            <a:r>
              <a:rPr sz="1800" spc="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launching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instance.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Required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send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or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receive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traffic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from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Arial MT"/>
              <a:cs typeface="Arial MT"/>
            </a:endParaRPr>
          </a:p>
          <a:p>
            <a:pPr marL="12700" marR="314960">
              <a:lnSpc>
                <a:spcPct val="864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Elastic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Optional.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Persistent/Static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IP</a:t>
            </a: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address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assigned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your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account/region.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Required</a:t>
            </a:r>
            <a:r>
              <a:rPr sz="1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send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or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receive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traffic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from the 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internet.</a:t>
            </a: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You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can reassign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to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any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instance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in the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region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2135885"/>
            <a:ext cx="7859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Integrating</a:t>
            </a:r>
            <a:r>
              <a:rPr sz="3600" spc="-40" dirty="0"/>
              <a:t> </a:t>
            </a:r>
            <a:r>
              <a:rPr sz="3600" dirty="0"/>
              <a:t>with</a:t>
            </a:r>
            <a:r>
              <a:rPr sz="3600" spc="-10" dirty="0"/>
              <a:t> </a:t>
            </a:r>
            <a:r>
              <a:rPr sz="3600" dirty="0"/>
              <a:t>other</a:t>
            </a:r>
            <a:r>
              <a:rPr sz="3600" spc="-160" dirty="0"/>
              <a:t> </a:t>
            </a:r>
            <a:r>
              <a:rPr sz="3600" spc="-70" dirty="0"/>
              <a:t>AWS</a:t>
            </a:r>
            <a:r>
              <a:rPr sz="3600" spc="-20" dirty="0"/>
              <a:t> </a:t>
            </a:r>
            <a:r>
              <a:rPr sz="3600" dirty="0"/>
              <a:t>Services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5284" y="2872573"/>
            <a:ext cx="1888489" cy="93091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Internet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Gateway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Endpoint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Interface</a:t>
            </a:r>
            <a:r>
              <a:rPr sz="18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Endpoint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05526" y="1188974"/>
            <a:ext cx="3160395" cy="3475990"/>
            <a:chOff x="5605526" y="1188974"/>
            <a:chExt cx="3160395" cy="3475990"/>
          </a:xfrm>
        </p:grpSpPr>
        <p:sp>
          <p:nvSpPr>
            <p:cNvPr id="3" name="object 3"/>
            <p:cNvSpPr/>
            <p:nvPr/>
          </p:nvSpPr>
          <p:spPr>
            <a:xfrm>
              <a:off x="5618226" y="1201674"/>
              <a:ext cx="3134995" cy="3450590"/>
            </a:xfrm>
            <a:custGeom>
              <a:avLst/>
              <a:gdLst/>
              <a:ahLst/>
              <a:cxnLst/>
              <a:rect l="l" t="t" r="r" b="b"/>
              <a:pathLst>
                <a:path w="3134995" h="3450590">
                  <a:moveTo>
                    <a:pt x="3134868" y="0"/>
                  </a:moveTo>
                  <a:lnTo>
                    <a:pt x="0" y="0"/>
                  </a:lnTo>
                  <a:lnTo>
                    <a:pt x="0" y="3450336"/>
                  </a:lnTo>
                  <a:lnTo>
                    <a:pt x="3134868" y="3450336"/>
                  </a:lnTo>
                  <a:lnTo>
                    <a:pt x="31348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18226" y="1201674"/>
              <a:ext cx="3134995" cy="3450590"/>
            </a:xfrm>
            <a:custGeom>
              <a:avLst/>
              <a:gdLst/>
              <a:ahLst/>
              <a:cxnLst/>
              <a:rect l="l" t="t" r="r" b="b"/>
              <a:pathLst>
                <a:path w="3134995" h="3450590">
                  <a:moveTo>
                    <a:pt x="0" y="3450336"/>
                  </a:moveTo>
                  <a:lnTo>
                    <a:pt x="3134868" y="3450336"/>
                  </a:lnTo>
                  <a:lnTo>
                    <a:pt x="3134868" y="0"/>
                  </a:lnTo>
                  <a:lnTo>
                    <a:pt x="0" y="0"/>
                  </a:lnTo>
                  <a:lnTo>
                    <a:pt x="0" y="3450336"/>
                  </a:lnTo>
                  <a:close/>
                </a:path>
              </a:pathLst>
            </a:custGeom>
            <a:ln w="25399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459982" y="1228725"/>
            <a:ext cx="1463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9729" y="939038"/>
            <a:ext cx="4256405" cy="4030979"/>
            <a:chOff x="379729" y="939038"/>
            <a:chExt cx="4256405" cy="4030979"/>
          </a:xfrm>
        </p:grpSpPr>
        <p:sp>
          <p:nvSpPr>
            <p:cNvPr id="7" name="object 7"/>
            <p:cNvSpPr/>
            <p:nvPr/>
          </p:nvSpPr>
          <p:spPr>
            <a:xfrm>
              <a:off x="392429" y="951738"/>
              <a:ext cx="4231005" cy="4005579"/>
            </a:xfrm>
            <a:custGeom>
              <a:avLst/>
              <a:gdLst/>
              <a:ahLst/>
              <a:cxnLst/>
              <a:rect l="l" t="t" r="r" b="b"/>
              <a:pathLst>
                <a:path w="4231005" h="4005579">
                  <a:moveTo>
                    <a:pt x="4230624" y="0"/>
                  </a:moveTo>
                  <a:lnTo>
                    <a:pt x="0" y="0"/>
                  </a:lnTo>
                  <a:lnTo>
                    <a:pt x="0" y="4005072"/>
                  </a:lnTo>
                  <a:lnTo>
                    <a:pt x="4230624" y="4005072"/>
                  </a:lnTo>
                  <a:lnTo>
                    <a:pt x="4230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429" y="951738"/>
              <a:ext cx="4231005" cy="4005579"/>
            </a:xfrm>
            <a:custGeom>
              <a:avLst/>
              <a:gdLst/>
              <a:ahLst/>
              <a:cxnLst/>
              <a:rect l="l" t="t" r="r" b="b"/>
              <a:pathLst>
                <a:path w="4231005" h="4005579">
                  <a:moveTo>
                    <a:pt x="0" y="4005072"/>
                  </a:moveTo>
                  <a:lnTo>
                    <a:pt x="4230624" y="4005072"/>
                  </a:lnTo>
                  <a:lnTo>
                    <a:pt x="4230624" y="0"/>
                  </a:lnTo>
                  <a:lnTo>
                    <a:pt x="0" y="0"/>
                  </a:lnTo>
                  <a:lnTo>
                    <a:pt x="0" y="4005072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5997" y="2132838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83" y="7491"/>
                  </a:lnTo>
                  <a:lnTo>
                    <a:pt x="60213" y="28358"/>
                  </a:lnTo>
                  <a:lnTo>
                    <a:pt x="28376" y="60185"/>
                  </a:lnTo>
                  <a:lnTo>
                    <a:pt x="7498" y="100559"/>
                  </a:lnTo>
                  <a:lnTo>
                    <a:pt x="0" y="147066"/>
                  </a:lnTo>
                  <a:lnTo>
                    <a:pt x="0" y="735330"/>
                  </a:lnTo>
                  <a:lnTo>
                    <a:pt x="7498" y="781836"/>
                  </a:lnTo>
                  <a:lnTo>
                    <a:pt x="28376" y="822210"/>
                  </a:lnTo>
                  <a:lnTo>
                    <a:pt x="60213" y="854037"/>
                  </a:lnTo>
                  <a:lnTo>
                    <a:pt x="100583" y="874904"/>
                  </a:lnTo>
                  <a:lnTo>
                    <a:pt x="147065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8" y="735330"/>
                  </a:lnTo>
                  <a:lnTo>
                    <a:pt x="1725168" y="147066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5997" y="2132838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6"/>
                  </a:moveTo>
                  <a:lnTo>
                    <a:pt x="7498" y="100559"/>
                  </a:lnTo>
                  <a:lnTo>
                    <a:pt x="28376" y="60185"/>
                  </a:lnTo>
                  <a:lnTo>
                    <a:pt x="60213" y="28358"/>
                  </a:lnTo>
                  <a:lnTo>
                    <a:pt x="100583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8" y="147066"/>
                  </a:lnTo>
                  <a:lnTo>
                    <a:pt x="1725168" y="735330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5" y="882395"/>
                  </a:lnTo>
                  <a:lnTo>
                    <a:pt x="100583" y="874904"/>
                  </a:lnTo>
                  <a:lnTo>
                    <a:pt x="60213" y="854037"/>
                  </a:lnTo>
                  <a:lnTo>
                    <a:pt x="28376" y="822210"/>
                  </a:lnTo>
                  <a:lnTo>
                    <a:pt x="7498" y="781836"/>
                  </a:lnTo>
                  <a:lnTo>
                    <a:pt x="0" y="735330"/>
                  </a:lnTo>
                  <a:lnTo>
                    <a:pt x="0" y="14706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06829" y="2329434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80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06829" y="2329434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7245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How</a:t>
            </a:r>
            <a:r>
              <a:rPr sz="2800" spc="-10" dirty="0"/>
              <a:t> </a:t>
            </a:r>
            <a:r>
              <a:rPr sz="2800" spc="-5" dirty="0"/>
              <a:t>to</a:t>
            </a:r>
            <a:r>
              <a:rPr sz="2800" spc="10" dirty="0"/>
              <a:t> </a:t>
            </a:r>
            <a:r>
              <a:rPr sz="2800" spc="-5" dirty="0"/>
              <a:t>integrate</a:t>
            </a:r>
            <a:r>
              <a:rPr sz="2800" spc="15" dirty="0"/>
              <a:t> </a:t>
            </a:r>
            <a:r>
              <a:rPr sz="2800" spc="-5" dirty="0"/>
              <a:t>with</a:t>
            </a:r>
            <a:r>
              <a:rPr sz="2800" spc="-10" dirty="0"/>
              <a:t> </a:t>
            </a:r>
            <a:r>
              <a:rPr sz="2800" spc="-5" dirty="0"/>
              <a:t>other</a:t>
            </a:r>
            <a:r>
              <a:rPr sz="2800" spc="-90" dirty="0"/>
              <a:t> </a:t>
            </a:r>
            <a:r>
              <a:rPr sz="2800" spc="-60" dirty="0"/>
              <a:t>AWS</a:t>
            </a:r>
            <a:r>
              <a:rPr sz="2800" spc="5" dirty="0"/>
              <a:t> </a:t>
            </a:r>
            <a:r>
              <a:rPr sz="2800" dirty="0"/>
              <a:t>services?</a:t>
            </a:r>
            <a:endParaRPr sz="2800"/>
          </a:p>
        </p:txBody>
      </p:sp>
      <p:sp>
        <p:nvSpPr>
          <p:cNvPr id="14" name="object 14"/>
          <p:cNvSpPr txBox="1"/>
          <p:nvPr/>
        </p:nvSpPr>
        <p:spPr>
          <a:xfrm>
            <a:off x="1058265" y="2332990"/>
            <a:ext cx="111125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032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marR="5080" algn="ctr">
              <a:lnSpc>
                <a:spcPct val="100000"/>
              </a:lnSpc>
              <a:spcBef>
                <a:spcPts val="116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3298" y="3238754"/>
            <a:ext cx="1750695" cy="1250950"/>
            <a:chOff x="733298" y="3238754"/>
            <a:chExt cx="1750695" cy="1250950"/>
          </a:xfrm>
        </p:grpSpPr>
        <p:sp>
          <p:nvSpPr>
            <p:cNvPr id="16" name="object 16"/>
            <p:cNvSpPr/>
            <p:nvPr/>
          </p:nvSpPr>
          <p:spPr>
            <a:xfrm>
              <a:off x="745998" y="3251454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1520952" y="0"/>
                  </a:moveTo>
                  <a:lnTo>
                    <a:pt x="204215" y="0"/>
                  </a:lnTo>
                  <a:lnTo>
                    <a:pt x="157390" y="5393"/>
                  </a:lnTo>
                  <a:lnTo>
                    <a:pt x="114405" y="20758"/>
                  </a:lnTo>
                  <a:lnTo>
                    <a:pt x="76487" y="44866"/>
                  </a:lnTo>
                  <a:lnTo>
                    <a:pt x="44862" y="76493"/>
                  </a:lnTo>
                  <a:lnTo>
                    <a:pt x="20756" y="114411"/>
                  </a:lnTo>
                  <a:lnTo>
                    <a:pt x="5393" y="157394"/>
                  </a:lnTo>
                  <a:lnTo>
                    <a:pt x="0" y="204216"/>
                  </a:lnTo>
                  <a:lnTo>
                    <a:pt x="0" y="1021080"/>
                  </a:lnTo>
                  <a:lnTo>
                    <a:pt x="5393" y="1067905"/>
                  </a:lnTo>
                  <a:lnTo>
                    <a:pt x="20756" y="1110890"/>
                  </a:lnTo>
                  <a:lnTo>
                    <a:pt x="44862" y="1148808"/>
                  </a:lnTo>
                  <a:lnTo>
                    <a:pt x="76487" y="1180433"/>
                  </a:lnTo>
                  <a:lnTo>
                    <a:pt x="114405" y="1204539"/>
                  </a:lnTo>
                  <a:lnTo>
                    <a:pt x="157390" y="1219902"/>
                  </a:lnTo>
                  <a:lnTo>
                    <a:pt x="204215" y="1225296"/>
                  </a:lnTo>
                  <a:lnTo>
                    <a:pt x="1520952" y="1225296"/>
                  </a:lnTo>
                  <a:lnTo>
                    <a:pt x="1567773" y="1219902"/>
                  </a:lnTo>
                  <a:lnTo>
                    <a:pt x="1610756" y="1204539"/>
                  </a:lnTo>
                  <a:lnTo>
                    <a:pt x="1648674" y="1180433"/>
                  </a:lnTo>
                  <a:lnTo>
                    <a:pt x="1680301" y="1148808"/>
                  </a:lnTo>
                  <a:lnTo>
                    <a:pt x="1704409" y="1110890"/>
                  </a:lnTo>
                  <a:lnTo>
                    <a:pt x="1719774" y="1067905"/>
                  </a:lnTo>
                  <a:lnTo>
                    <a:pt x="1725168" y="1021080"/>
                  </a:lnTo>
                  <a:lnTo>
                    <a:pt x="1725168" y="204216"/>
                  </a:lnTo>
                  <a:lnTo>
                    <a:pt x="1719774" y="157394"/>
                  </a:lnTo>
                  <a:lnTo>
                    <a:pt x="1704409" y="114411"/>
                  </a:lnTo>
                  <a:lnTo>
                    <a:pt x="1680301" y="76493"/>
                  </a:lnTo>
                  <a:lnTo>
                    <a:pt x="1648674" y="44866"/>
                  </a:lnTo>
                  <a:lnTo>
                    <a:pt x="1610756" y="20758"/>
                  </a:lnTo>
                  <a:lnTo>
                    <a:pt x="1567773" y="5393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5998" y="3251454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0" y="204216"/>
                  </a:moveTo>
                  <a:lnTo>
                    <a:pt x="5393" y="157394"/>
                  </a:lnTo>
                  <a:lnTo>
                    <a:pt x="20756" y="114411"/>
                  </a:lnTo>
                  <a:lnTo>
                    <a:pt x="44862" y="76493"/>
                  </a:lnTo>
                  <a:lnTo>
                    <a:pt x="76487" y="44866"/>
                  </a:lnTo>
                  <a:lnTo>
                    <a:pt x="114405" y="20758"/>
                  </a:lnTo>
                  <a:lnTo>
                    <a:pt x="157390" y="5393"/>
                  </a:lnTo>
                  <a:lnTo>
                    <a:pt x="204215" y="0"/>
                  </a:lnTo>
                  <a:lnTo>
                    <a:pt x="1520952" y="0"/>
                  </a:lnTo>
                  <a:lnTo>
                    <a:pt x="1567773" y="5393"/>
                  </a:lnTo>
                  <a:lnTo>
                    <a:pt x="1610756" y="20758"/>
                  </a:lnTo>
                  <a:lnTo>
                    <a:pt x="1648674" y="44866"/>
                  </a:lnTo>
                  <a:lnTo>
                    <a:pt x="1680301" y="76493"/>
                  </a:lnTo>
                  <a:lnTo>
                    <a:pt x="1704409" y="114411"/>
                  </a:lnTo>
                  <a:lnTo>
                    <a:pt x="1719774" y="157394"/>
                  </a:lnTo>
                  <a:lnTo>
                    <a:pt x="1725168" y="204216"/>
                  </a:lnTo>
                  <a:lnTo>
                    <a:pt x="1725168" y="1021080"/>
                  </a:lnTo>
                  <a:lnTo>
                    <a:pt x="1719774" y="1067905"/>
                  </a:lnTo>
                  <a:lnTo>
                    <a:pt x="1704409" y="1110890"/>
                  </a:lnTo>
                  <a:lnTo>
                    <a:pt x="1680301" y="1148808"/>
                  </a:lnTo>
                  <a:lnTo>
                    <a:pt x="1648674" y="1180433"/>
                  </a:lnTo>
                  <a:lnTo>
                    <a:pt x="1610756" y="1204539"/>
                  </a:lnTo>
                  <a:lnTo>
                    <a:pt x="1567773" y="1219902"/>
                  </a:lnTo>
                  <a:lnTo>
                    <a:pt x="1520952" y="1225296"/>
                  </a:lnTo>
                  <a:lnTo>
                    <a:pt x="204215" y="1225296"/>
                  </a:lnTo>
                  <a:lnTo>
                    <a:pt x="157390" y="1219902"/>
                  </a:lnTo>
                  <a:lnTo>
                    <a:pt x="114405" y="1204539"/>
                  </a:lnTo>
                  <a:lnTo>
                    <a:pt x="76487" y="1180433"/>
                  </a:lnTo>
                  <a:lnTo>
                    <a:pt x="44862" y="1148808"/>
                  </a:lnTo>
                  <a:lnTo>
                    <a:pt x="20756" y="1110890"/>
                  </a:lnTo>
                  <a:lnTo>
                    <a:pt x="5393" y="1067905"/>
                  </a:lnTo>
                  <a:lnTo>
                    <a:pt x="0" y="1021080"/>
                  </a:lnTo>
                  <a:lnTo>
                    <a:pt x="0" y="20421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06830" y="348310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06830" y="348310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4450" y="3829050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3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80" y="259080"/>
                  </a:lnTo>
                  <a:lnTo>
                    <a:pt x="545083" y="259080"/>
                  </a:lnTo>
                  <a:lnTo>
                    <a:pt x="561903" y="255687"/>
                  </a:lnTo>
                  <a:lnTo>
                    <a:pt x="575627" y="246433"/>
                  </a:lnTo>
                  <a:lnTo>
                    <a:pt x="584874" y="232708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4450" y="3829050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08"/>
                  </a:lnTo>
                  <a:lnTo>
                    <a:pt x="575627" y="246433"/>
                  </a:lnTo>
                  <a:lnTo>
                    <a:pt x="561903" y="255687"/>
                  </a:lnTo>
                  <a:lnTo>
                    <a:pt x="545083" y="259080"/>
                  </a:lnTo>
                  <a:lnTo>
                    <a:pt x="43180" y="259080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23213" y="3487673"/>
            <a:ext cx="1179830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05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R="4445"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marR="5080" algn="ctr">
              <a:lnSpc>
                <a:spcPct val="100000"/>
              </a:lnSpc>
              <a:spcBef>
                <a:spcPts val="72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3298" y="1594358"/>
            <a:ext cx="3619500" cy="1427480"/>
            <a:chOff x="733298" y="1594358"/>
            <a:chExt cx="3619500" cy="1427480"/>
          </a:xfrm>
        </p:grpSpPr>
        <p:sp>
          <p:nvSpPr>
            <p:cNvPr id="24" name="object 24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3543300" y="0"/>
                  </a:moveTo>
                  <a:lnTo>
                    <a:pt x="50292" y="0"/>
                  </a:lnTo>
                  <a:lnTo>
                    <a:pt x="30716" y="3946"/>
                  </a:lnTo>
                  <a:lnTo>
                    <a:pt x="14730" y="14716"/>
                  </a:lnTo>
                  <a:lnTo>
                    <a:pt x="3952" y="30700"/>
                  </a:lnTo>
                  <a:lnTo>
                    <a:pt x="0" y="50291"/>
                  </a:lnTo>
                  <a:lnTo>
                    <a:pt x="0" y="251459"/>
                  </a:lnTo>
                  <a:lnTo>
                    <a:pt x="3952" y="271051"/>
                  </a:lnTo>
                  <a:lnTo>
                    <a:pt x="14730" y="287035"/>
                  </a:lnTo>
                  <a:lnTo>
                    <a:pt x="30716" y="297805"/>
                  </a:lnTo>
                  <a:lnTo>
                    <a:pt x="50292" y="301751"/>
                  </a:lnTo>
                  <a:lnTo>
                    <a:pt x="3543300" y="301751"/>
                  </a:lnTo>
                  <a:lnTo>
                    <a:pt x="3562891" y="297805"/>
                  </a:lnTo>
                  <a:lnTo>
                    <a:pt x="3578875" y="287035"/>
                  </a:lnTo>
                  <a:lnTo>
                    <a:pt x="3589645" y="271051"/>
                  </a:lnTo>
                  <a:lnTo>
                    <a:pt x="3593591" y="251459"/>
                  </a:lnTo>
                  <a:lnTo>
                    <a:pt x="3593591" y="50291"/>
                  </a:lnTo>
                  <a:lnTo>
                    <a:pt x="3589645" y="30700"/>
                  </a:lnTo>
                  <a:lnTo>
                    <a:pt x="3578875" y="14716"/>
                  </a:lnTo>
                  <a:lnTo>
                    <a:pt x="3562891" y="3946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5998" y="1607058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60">
                  <a:moveTo>
                    <a:pt x="0" y="50291"/>
                  </a:moveTo>
                  <a:lnTo>
                    <a:pt x="3952" y="30700"/>
                  </a:lnTo>
                  <a:lnTo>
                    <a:pt x="14730" y="14716"/>
                  </a:lnTo>
                  <a:lnTo>
                    <a:pt x="30716" y="3946"/>
                  </a:lnTo>
                  <a:lnTo>
                    <a:pt x="50292" y="0"/>
                  </a:lnTo>
                  <a:lnTo>
                    <a:pt x="3543300" y="0"/>
                  </a:lnTo>
                  <a:lnTo>
                    <a:pt x="3562891" y="3946"/>
                  </a:lnTo>
                  <a:lnTo>
                    <a:pt x="3578875" y="14716"/>
                  </a:lnTo>
                  <a:lnTo>
                    <a:pt x="3589645" y="30700"/>
                  </a:lnTo>
                  <a:lnTo>
                    <a:pt x="3593591" y="50291"/>
                  </a:lnTo>
                  <a:lnTo>
                    <a:pt x="3593591" y="251459"/>
                  </a:lnTo>
                  <a:lnTo>
                    <a:pt x="3589645" y="271051"/>
                  </a:lnTo>
                  <a:lnTo>
                    <a:pt x="3578875" y="287035"/>
                  </a:lnTo>
                  <a:lnTo>
                    <a:pt x="3562891" y="297805"/>
                  </a:lnTo>
                  <a:lnTo>
                    <a:pt x="3543300" y="301751"/>
                  </a:lnTo>
                  <a:lnTo>
                    <a:pt x="50292" y="301751"/>
                  </a:lnTo>
                  <a:lnTo>
                    <a:pt x="30716" y="297805"/>
                  </a:lnTo>
                  <a:lnTo>
                    <a:pt x="14730" y="287035"/>
                  </a:lnTo>
                  <a:lnTo>
                    <a:pt x="3952" y="271051"/>
                  </a:lnTo>
                  <a:lnTo>
                    <a:pt x="0" y="251459"/>
                  </a:lnTo>
                  <a:lnTo>
                    <a:pt x="0" y="5029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14421" y="2126741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30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5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7" y="735330"/>
                  </a:lnTo>
                  <a:lnTo>
                    <a:pt x="1725167" y="147065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14421" y="2126741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7" y="147065"/>
                  </a:lnTo>
                  <a:lnTo>
                    <a:pt x="1725167" y="735330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5" y="882395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30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47821" y="2326386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47821" y="2326386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927604" y="2329383"/>
            <a:ext cx="1111250" cy="59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86482" y="3238754"/>
            <a:ext cx="1758314" cy="1264920"/>
            <a:chOff x="2586482" y="3238754"/>
            <a:chExt cx="1758314" cy="1264920"/>
          </a:xfrm>
        </p:grpSpPr>
        <p:sp>
          <p:nvSpPr>
            <p:cNvPr id="32" name="object 32"/>
            <p:cNvSpPr/>
            <p:nvPr/>
          </p:nvSpPr>
          <p:spPr>
            <a:xfrm>
              <a:off x="2599182" y="3251454"/>
              <a:ext cx="1732914" cy="1239520"/>
            </a:xfrm>
            <a:custGeom>
              <a:avLst/>
              <a:gdLst/>
              <a:ahLst/>
              <a:cxnLst/>
              <a:rect l="l" t="t" r="r" b="b"/>
              <a:pathLst>
                <a:path w="1732914" h="1239520">
                  <a:moveTo>
                    <a:pt x="1526285" y="0"/>
                  </a:moveTo>
                  <a:lnTo>
                    <a:pt x="206501" y="0"/>
                  </a:lnTo>
                  <a:lnTo>
                    <a:pt x="159153" y="5453"/>
                  </a:lnTo>
                  <a:lnTo>
                    <a:pt x="115688" y="20989"/>
                  </a:lnTo>
                  <a:lnTo>
                    <a:pt x="77346" y="45366"/>
                  </a:lnTo>
                  <a:lnTo>
                    <a:pt x="45366" y="77346"/>
                  </a:lnTo>
                  <a:lnTo>
                    <a:pt x="20989" y="115688"/>
                  </a:lnTo>
                  <a:lnTo>
                    <a:pt x="5453" y="159153"/>
                  </a:lnTo>
                  <a:lnTo>
                    <a:pt x="0" y="206502"/>
                  </a:lnTo>
                  <a:lnTo>
                    <a:pt x="0" y="1032510"/>
                  </a:lnTo>
                  <a:lnTo>
                    <a:pt x="5453" y="1079858"/>
                  </a:lnTo>
                  <a:lnTo>
                    <a:pt x="20989" y="1123323"/>
                  </a:lnTo>
                  <a:lnTo>
                    <a:pt x="45366" y="1161665"/>
                  </a:lnTo>
                  <a:lnTo>
                    <a:pt x="77346" y="1193645"/>
                  </a:lnTo>
                  <a:lnTo>
                    <a:pt x="115688" y="1218022"/>
                  </a:lnTo>
                  <a:lnTo>
                    <a:pt x="159153" y="1233558"/>
                  </a:lnTo>
                  <a:lnTo>
                    <a:pt x="206501" y="1239012"/>
                  </a:lnTo>
                  <a:lnTo>
                    <a:pt x="1526285" y="1239012"/>
                  </a:lnTo>
                  <a:lnTo>
                    <a:pt x="1573634" y="1233558"/>
                  </a:lnTo>
                  <a:lnTo>
                    <a:pt x="1617099" y="1218022"/>
                  </a:lnTo>
                  <a:lnTo>
                    <a:pt x="1655441" y="1193645"/>
                  </a:lnTo>
                  <a:lnTo>
                    <a:pt x="1687421" y="1161665"/>
                  </a:lnTo>
                  <a:lnTo>
                    <a:pt x="1711798" y="1123323"/>
                  </a:lnTo>
                  <a:lnTo>
                    <a:pt x="1727334" y="1079858"/>
                  </a:lnTo>
                  <a:lnTo>
                    <a:pt x="1732788" y="1032510"/>
                  </a:lnTo>
                  <a:lnTo>
                    <a:pt x="1732788" y="206502"/>
                  </a:lnTo>
                  <a:lnTo>
                    <a:pt x="1727334" y="159153"/>
                  </a:lnTo>
                  <a:lnTo>
                    <a:pt x="1711798" y="115688"/>
                  </a:lnTo>
                  <a:lnTo>
                    <a:pt x="1687421" y="77346"/>
                  </a:lnTo>
                  <a:lnTo>
                    <a:pt x="1655441" y="45366"/>
                  </a:lnTo>
                  <a:lnTo>
                    <a:pt x="1617099" y="20989"/>
                  </a:lnTo>
                  <a:lnTo>
                    <a:pt x="1573634" y="5453"/>
                  </a:lnTo>
                  <a:lnTo>
                    <a:pt x="15262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99182" y="3251454"/>
              <a:ext cx="1732914" cy="1239520"/>
            </a:xfrm>
            <a:custGeom>
              <a:avLst/>
              <a:gdLst/>
              <a:ahLst/>
              <a:cxnLst/>
              <a:rect l="l" t="t" r="r" b="b"/>
              <a:pathLst>
                <a:path w="1732914" h="1239520">
                  <a:moveTo>
                    <a:pt x="0" y="206502"/>
                  </a:moveTo>
                  <a:lnTo>
                    <a:pt x="5453" y="159153"/>
                  </a:lnTo>
                  <a:lnTo>
                    <a:pt x="20989" y="115688"/>
                  </a:lnTo>
                  <a:lnTo>
                    <a:pt x="45366" y="77346"/>
                  </a:lnTo>
                  <a:lnTo>
                    <a:pt x="77346" y="45366"/>
                  </a:lnTo>
                  <a:lnTo>
                    <a:pt x="115688" y="20989"/>
                  </a:lnTo>
                  <a:lnTo>
                    <a:pt x="159153" y="5453"/>
                  </a:lnTo>
                  <a:lnTo>
                    <a:pt x="206501" y="0"/>
                  </a:lnTo>
                  <a:lnTo>
                    <a:pt x="1526285" y="0"/>
                  </a:lnTo>
                  <a:lnTo>
                    <a:pt x="1573634" y="5453"/>
                  </a:lnTo>
                  <a:lnTo>
                    <a:pt x="1617099" y="20989"/>
                  </a:lnTo>
                  <a:lnTo>
                    <a:pt x="1655441" y="45366"/>
                  </a:lnTo>
                  <a:lnTo>
                    <a:pt x="1687421" y="77346"/>
                  </a:lnTo>
                  <a:lnTo>
                    <a:pt x="1711798" y="115688"/>
                  </a:lnTo>
                  <a:lnTo>
                    <a:pt x="1727334" y="159153"/>
                  </a:lnTo>
                  <a:lnTo>
                    <a:pt x="1732788" y="206502"/>
                  </a:lnTo>
                  <a:lnTo>
                    <a:pt x="1732788" y="1032510"/>
                  </a:lnTo>
                  <a:lnTo>
                    <a:pt x="1727334" y="1079858"/>
                  </a:lnTo>
                  <a:lnTo>
                    <a:pt x="1711798" y="1123323"/>
                  </a:lnTo>
                  <a:lnTo>
                    <a:pt x="1687421" y="1161665"/>
                  </a:lnTo>
                  <a:lnTo>
                    <a:pt x="1655441" y="1193645"/>
                  </a:lnTo>
                  <a:lnTo>
                    <a:pt x="1617099" y="1218022"/>
                  </a:lnTo>
                  <a:lnTo>
                    <a:pt x="1573634" y="1233558"/>
                  </a:lnTo>
                  <a:lnTo>
                    <a:pt x="1526285" y="1239012"/>
                  </a:lnTo>
                  <a:lnTo>
                    <a:pt x="206501" y="1239012"/>
                  </a:lnTo>
                  <a:lnTo>
                    <a:pt x="159153" y="1233558"/>
                  </a:lnTo>
                  <a:lnTo>
                    <a:pt x="115688" y="1218022"/>
                  </a:lnTo>
                  <a:lnTo>
                    <a:pt x="77346" y="1193645"/>
                  </a:lnTo>
                  <a:lnTo>
                    <a:pt x="45366" y="1161665"/>
                  </a:lnTo>
                  <a:lnTo>
                    <a:pt x="20989" y="1123323"/>
                  </a:lnTo>
                  <a:lnTo>
                    <a:pt x="5453" y="1079858"/>
                  </a:lnTo>
                  <a:lnTo>
                    <a:pt x="0" y="1032510"/>
                  </a:lnTo>
                  <a:lnTo>
                    <a:pt x="0" y="20650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44774" y="3458718"/>
              <a:ext cx="593090" cy="259079"/>
            </a:xfrm>
            <a:custGeom>
              <a:avLst/>
              <a:gdLst/>
              <a:ahLst/>
              <a:cxnLst/>
              <a:rect l="l" t="t" r="r" b="b"/>
              <a:pathLst>
                <a:path w="593089" h="259079">
                  <a:moveTo>
                    <a:pt x="549655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9655" y="259079"/>
                  </a:lnTo>
                  <a:lnTo>
                    <a:pt x="566475" y="255690"/>
                  </a:lnTo>
                  <a:lnTo>
                    <a:pt x="580199" y="246443"/>
                  </a:lnTo>
                  <a:lnTo>
                    <a:pt x="589446" y="232719"/>
                  </a:lnTo>
                  <a:lnTo>
                    <a:pt x="592836" y="215899"/>
                  </a:lnTo>
                  <a:lnTo>
                    <a:pt x="592836" y="43179"/>
                  </a:lnTo>
                  <a:lnTo>
                    <a:pt x="589446" y="26360"/>
                  </a:lnTo>
                  <a:lnTo>
                    <a:pt x="580199" y="12636"/>
                  </a:lnTo>
                  <a:lnTo>
                    <a:pt x="566475" y="3389"/>
                  </a:lnTo>
                  <a:lnTo>
                    <a:pt x="549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44774" y="3458718"/>
              <a:ext cx="593090" cy="259079"/>
            </a:xfrm>
            <a:custGeom>
              <a:avLst/>
              <a:gdLst/>
              <a:ahLst/>
              <a:cxnLst/>
              <a:rect l="l" t="t" r="r" b="b"/>
              <a:pathLst>
                <a:path w="593089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9655" y="0"/>
                  </a:lnTo>
                  <a:lnTo>
                    <a:pt x="566475" y="3389"/>
                  </a:lnTo>
                  <a:lnTo>
                    <a:pt x="580199" y="12636"/>
                  </a:lnTo>
                  <a:lnTo>
                    <a:pt x="589446" y="26360"/>
                  </a:lnTo>
                  <a:lnTo>
                    <a:pt x="592836" y="43179"/>
                  </a:lnTo>
                  <a:lnTo>
                    <a:pt x="592836" y="215899"/>
                  </a:lnTo>
                  <a:lnTo>
                    <a:pt x="589446" y="232719"/>
                  </a:lnTo>
                  <a:lnTo>
                    <a:pt x="580199" y="246443"/>
                  </a:lnTo>
                  <a:lnTo>
                    <a:pt x="566475" y="255690"/>
                  </a:lnTo>
                  <a:lnTo>
                    <a:pt x="549655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44774" y="3813810"/>
              <a:ext cx="593090" cy="259079"/>
            </a:xfrm>
            <a:custGeom>
              <a:avLst/>
              <a:gdLst/>
              <a:ahLst/>
              <a:cxnLst/>
              <a:rect l="l" t="t" r="r" b="b"/>
              <a:pathLst>
                <a:path w="593089" h="259079">
                  <a:moveTo>
                    <a:pt x="549655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80" y="259079"/>
                  </a:lnTo>
                  <a:lnTo>
                    <a:pt x="549655" y="259079"/>
                  </a:lnTo>
                  <a:lnTo>
                    <a:pt x="566475" y="255687"/>
                  </a:lnTo>
                  <a:lnTo>
                    <a:pt x="580199" y="246433"/>
                  </a:lnTo>
                  <a:lnTo>
                    <a:pt x="589446" y="232708"/>
                  </a:lnTo>
                  <a:lnTo>
                    <a:pt x="592836" y="215899"/>
                  </a:lnTo>
                  <a:lnTo>
                    <a:pt x="592836" y="43179"/>
                  </a:lnTo>
                  <a:lnTo>
                    <a:pt x="589446" y="26360"/>
                  </a:lnTo>
                  <a:lnTo>
                    <a:pt x="580199" y="12636"/>
                  </a:lnTo>
                  <a:lnTo>
                    <a:pt x="566475" y="3389"/>
                  </a:lnTo>
                  <a:lnTo>
                    <a:pt x="549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44774" y="3813810"/>
              <a:ext cx="593090" cy="259079"/>
            </a:xfrm>
            <a:custGeom>
              <a:avLst/>
              <a:gdLst/>
              <a:ahLst/>
              <a:cxnLst/>
              <a:rect l="l" t="t" r="r" b="b"/>
              <a:pathLst>
                <a:path w="593089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9655" y="0"/>
                  </a:lnTo>
                  <a:lnTo>
                    <a:pt x="566475" y="3389"/>
                  </a:lnTo>
                  <a:lnTo>
                    <a:pt x="580199" y="12636"/>
                  </a:lnTo>
                  <a:lnTo>
                    <a:pt x="589446" y="26360"/>
                  </a:lnTo>
                  <a:lnTo>
                    <a:pt x="592836" y="43179"/>
                  </a:lnTo>
                  <a:lnTo>
                    <a:pt x="592836" y="215899"/>
                  </a:lnTo>
                  <a:lnTo>
                    <a:pt x="589446" y="232708"/>
                  </a:lnTo>
                  <a:lnTo>
                    <a:pt x="580199" y="246433"/>
                  </a:lnTo>
                  <a:lnTo>
                    <a:pt x="566475" y="255687"/>
                  </a:lnTo>
                  <a:lnTo>
                    <a:pt x="549655" y="259079"/>
                  </a:lnTo>
                  <a:lnTo>
                    <a:pt x="43180" y="259079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881883" y="3462909"/>
            <a:ext cx="1179830" cy="92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461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R="55244" algn="ctr">
              <a:lnSpc>
                <a:spcPct val="100000"/>
              </a:lnSpc>
              <a:spcBef>
                <a:spcPts val="112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marR="5080" algn="ctr">
              <a:lnSpc>
                <a:spcPct val="100000"/>
              </a:lnSpc>
              <a:spcBef>
                <a:spcPts val="944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78914" y="4553203"/>
            <a:ext cx="2018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33298" y="1188974"/>
            <a:ext cx="3619500" cy="327660"/>
            <a:chOff x="733298" y="1188974"/>
            <a:chExt cx="3619500" cy="327660"/>
          </a:xfrm>
        </p:grpSpPr>
        <p:sp>
          <p:nvSpPr>
            <p:cNvPr id="41" name="object 41"/>
            <p:cNvSpPr/>
            <p:nvPr/>
          </p:nvSpPr>
          <p:spPr>
            <a:xfrm>
              <a:off x="745998" y="1201674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59">
                  <a:moveTo>
                    <a:pt x="3543300" y="0"/>
                  </a:moveTo>
                  <a:lnTo>
                    <a:pt x="50292" y="0"/>
                  </a:lnTo>
                  <a:lnTo>
                    <a:pt x="30716" y="3946"/>
                  </a:lnTo>
                  <a:lnTo>
                    <a:pt x="14730" y="14716"/>
                  </a:lnTo>
                  <a:lnTo>
                    <a:pt x="3952" y="30700"/>
                  </a:lnTo>
                  <a:lnTo>
                    <a:pt x="0" y="50291"/>
                  </a:lnTo>
                  <a:lnTo>
                    <a:pt x="0" y="251460"/>
                  </a:lnTo>
                  <a:lnTo>
                    <a:pt x="3952" y="271051"/>
                  </a:lnTo>
                  <a:lnTo>
                    <a:pt x="14730" y="287035"/>
                  </a:lnTo>
                  <a:lnTo>
                    <a:pt x="30716" y="297805"/>
                  </a:lnTo>
                  <a:lnTo>
                    <a:pt x="50292" y="301751"/>
                  </a:lnTo>
                  <a:lnTo>
                    <a:pt x="3543300" y="301751"/>
                  </a:lnTo>
                  <a:lnTo>
                    <a:pt x="3562891" y="297805"/>
                  </a:lnTo>
                  <a:lnTo>
                    <a:pt x="3578875" y="287035"/>
                  </a:lnTo>
                  <a:lnTo>
                    <a:pt x="3589645" y="271051"/>
                  </a:lnTo>
                  <a:lnTo>
                    <a:pt x="3593591" y="251460"/>
                  </a:lnTo>
                  <a:lnTo>
                    <a:pt x="3593591" y="50291"/>
                  </a:lnTo>
                  <a:lnTo>
                    <a:pt x="3589645" y="30700"/>
                  </a:lnTo>
                  <a:lnTo>
                    <a:pt x="3578875" y="14716"/>
                  </a:lnTo>
                  <a:lnTo>
                    <a:pt x="3562891" y="3946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5998" y="1201674"/>
              <a:ext cx="3594100" cy="302260"/>
            </a:xfrm>
            <a:custGeom>
              <a:avLst/>
              <a:gdLst/>
              <a:ahLst/>
              <a:cxnLst/>
              <a:rect l="l" t="t" r="r" b="b"/>
              <a:pathLst>
                <a:path w="3594100" h="302259">
                  <a:moveTo>
                    <a:pt x="0" y="50291"/>
                  </a:moveTo>
                  <a:lnTo>
                    <a:pt x="3952" y="30700"/>
                  </a:lnTo>
                  <a:lnTo>
                    <a:pt x="14730" y="14716"/>
                  </a:lnTo>
                  <a:lnTo>
                    <a:pt x="30716" y="3946"/>
                  </a:lnTo>
                  <a:lnTo>
                    <a:pt x="50292" y="0"/>
                  </a:lnTo>
                  <a:lnTo>
                    <a:pt x="3543300" y="0"/>
                  </a:lnTo>
                  <a:lnTo>
                    <a:pt x="3562891" y="3946"/>
                  </a:lnTo>
                  <a:lnTo>
                    <a:pt x="3578875" y="14716"/>
                  </a:lnTo>
                  <a:lnTo>
                    <a:pt x="3589645" y="30700"/>
                  </a:lnTo>
                  <a:lnTo>
                    <a:pt x="3593591" y="50291"/>
                  </a:lnTo>
                  <a:lnTo>
                    <a:pt x="3593591" y="251460"/>
                  </a:lnTo>
                  <a:lnTo>
                    <a:pt x="3589645" y="271051"/>
                  </a:lnTo>
                  <a:lnTo>
                    <a:pt x="3578875" y="287035"/>
                  </a:lnTo>
                  <a:lnTo>
                    <a:pt x="3562891" y="297805"/>
                  </a:lnTo>
                  <a:lnTo>
                    <a:pt x="3543300" y="301751"/>
                  </a:lnTo>
                  <a:lnTo>
                    <a:pt x="50292" y="301751"/>
                  </a:lnTo>
                  <a:lnTo>
                    <a:pt x="30716" y="297805"/>
                  </a:lnTo>
                  <a:lnTo>
                    <a:pt x="14730" y="287035"/>
                  </a:lnTo>
                  <a:lnTo>
                    <a:pt x="3952" y="271051"/>
                  </a:lnTo>
                  <a:lnTo>
                    <a:pt x="0" y="251460"/>
                  </a:lnTo>
                  <a:lnTo>
                    <a:pt x="0" y="5029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676400" y="1066546"/>
            <a:ext cx="1748155" cy="834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3875" marR="5080" indent="-524510">
              <a:lnSpc>
                <a:spcPct val="147500"/>
              </a:lnSpc>
              <a:spcBef>
                <a:spcPts val="9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8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Gateway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Router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969761" y="1691894"/>
            <a:ext cx="918844" cy="632460"/>
            <a:chOff x="5969761" y="1691894"/>
            <a:chExt cx="918844" cy="632460"/>
          </a:xfrm>
        </p:grpSpPr>
        <p:sp>
          <p:nvSpPr>
            <p:cNvPr id="45" name="object 45"/>
            <p:cNvSpPr/>
            <p:nvPr/>
          </p:nvSpPr>
          <p:spPr>
            <a:xfrm>
              <a:off x="5982461" y="1704594"/>
              <a:ext cx="893444" cy="607060"/>
            </a:xfrm>
            <a:custGeom>
              <a:avLst/>
              <a:gdLst/>
              <a:ahLst/>
              <a:cxnLst/>
              <a:rect l="l" t="t" r="r" b="b"/>
              <a:pathLst>
                <a:path w="893445" h="607060">
                  <a:moveTo>
                    <a:pt x="791971" y="0"/>
                  </a:moveTo>
                  <a:lnTo>
                    <a:pt x="101091" y="0"/>
                  </a:lnTo>
                  <a:lnTo>
                    <a:pt x="61721" y="7937"/>
                  </a:lnTo>
                  <a:lnTo>
                    <a:pt x="29590" y="29590"/>
                  </a:lnTo>
                  <a:lnTo>
                    <a:pt x="7937" y="61721"/>
                  </a:lnTo>
                  <a:lnTo>
                    <a:pt x="0" y="101091"/>
                  </a:lnTo>
                  <a:lnTo>
                    <a:pt x="0" y="505459"/>
                  </a:lnTo>
                  <a:lnTo>
                    <a:pt x="7937" y="544829"/>
                  </a:lnTo>
                  <a:lnTo>
                    <a:pt x="29591" y="576960"/>
                  </a:lnTo>
                  <a:lnTo>
                    <a:pt x="61722" y="598614"/>
                  </a:lnTo>
                  <a:lnTo>
                    <a:pt x="101091" y="606551"/>
                  </a:lnTo>
                  <a:lnTo>
                    <a:pt x="791971" y="606551"/>
                  </a:lnTo>
                  <a:lnTo>
                    <a:pt x="831341" y="598614"/>
                  </a:lnTo>
                  <a:lnTo>
                    <a:pt x="863472" y="576960"/>
                  </a:lnTo>
                  <a:lnTo>
                    <a:pt x="885126" y="544829"/>
                  </a:lnTo>
                  <a:lnTo>
                    <a:pt x="893063" y="505459"/>
                  </a:lnTo>
                  <a:lnTo>
                    <a:pt x="893063" y="101091"/>
                  </a:lnTo>
                  <a:lnTo>
                    <a:pt x="885126" y="61721"/>
                  </a:lnTo>
                  <a:lnTo>
                    <a:pt x="863472" y="29590"/>
                  </a:lnTo>
                  <a:lnTo>
                    <a:pt x="831341" y="7937"/>
                  </a:lnTo>
                  <a:lnTo>
                    <a:pt x="7919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82461" y="1704594"/>
              <a:ext cx="893444" cy="607060"/>
            </a:xfrm>
            <a:custGeom>
              <a:avLst/>
              <a:gdLst/>
              <a:ahLst/>
              <a:cxnLst/>
              <a:rect l="l" t="t" r="r" b="b"/>
              <a:pathLst>
                <a:path w="893445" h="607060">
                  <a:moveTo>
                    <a:pt x="0" y="101091"/>
                  </a:moveTo>
                  <a:lnTo>
                    <a:pt x="7937" y="61721"/>
                  </a:lnTo>
                  <a:lnTo>
                    <a:pt x="29590" y="29590"/>
                  </a:lnTo>
                  <a:lnTo>
                    <a:pt x="61721" y="7937"/>
                  </a:lnTo>
                  <a:lnTo>
                    <a:pt x="101091" y="0"/>
                  </a:lnTo>
                  <a:lnTo>
                    <a:pt x="791971" y="0"/>
                  </a:lnTo>
                  <a:lnTo>
                    <a:pt x="831341" y="7937"/>
                  </a:lnTo>
                  <a:lnTo>
                    <a:pt x="863472" y="29590"/>
                  </a:lnTo>
                  <a:lnTo>
                    <a:pt x="885126" y="61721"/>
                  </a:lnTo>
                  <a:lnTo>
                    <a:pt x="893063" y="101091"/>
                  </a:lnTo>
                  <a:lnTo>
                    <a:pt x="893063" y="505459"/>
                  </a:lnTo>
                  <a:lnTo>
                    <a:pt x="885126" y="544829"/>
                  </a:lnTo>
                  <a:lnTo>
                    <a:pt x="863472" y="576960"/>
                  </a:lnTo>
                  <a:lnTo>
                    <a:pt x="831341" y="598614"/>
                  </a:lnTo>
                  <a:lnTo>
                    <a:pt x="791971" y="606551"/>
                  </a:lnTo>
                  <a:lnTo>
                    <a:pt x="101091" y="606551"/>
                  </a:lnTo>
                  <a:lnTo>
                    <a:pt x="61722" y="598614"/>
                  </a:lnTo>
                  <a:lnTo>
                    <a:pt x="29591" y="576960"/>
                  </a:lnTo>
                  <a:lnTo>
                    <a:pt x="7937" y="544829"/>
                  </a:lnTo>
                  <a:lnTo>
                    <a:pt x="0" y="505459"/>
                  </a:lnTo>
                  <a:lnTo>
                    <a:pt x="0" y="10109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289294" y="1851786"/>
            <a:ext cx="292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249921" y="1707133"/>
            <a:ext cx="1179195" cy="632460"/>
            <a:chOff x="7249921" y="1707133"/>
            <a:chExt cx="1179195" cy="632460"/>
          </a:xfrm>
        </p:grpSpPr>
        <p:sp>
          <p:nvSpPr>
            <p:cNvPr id="49" name="object 49"/>
            <p:cNvSpPr/>
            <p:nvPr/>
          </p:nvSpPr>
          <p:spPr>
            <a:xfrm>
              <a:off x="7262621" y="1719833"/>
              <a:ext cx="1153795" cy="607060"/>
            </a:xfrm>
            <a:custGeom>
              <a:avLst/>
              <a:gdLst/>
              <a:ahLst/>
              <a:cxnLst/>
              <a:rect l="l" t="t" r="r" b="b"/>
              <a:pathLst>
                <a:path w="1153795" h="607060">
                  <a:moveTo>
                    <a:pt x="1052576" y="0"/>
                  </a:moveTo>
                  <a:lnTo>
                    <a:pt x="101092" y="0"/>
                  </a:lnTo>
                  <a:lnTo>
                    <a:pt x="61722" y="7937"/>
                  </a:lnTo>
                  <a:lnTo>
                    <a:pt x="29591" y="29591"/>
                  </a:lnTo>
                  <a:lnTo>
                    <a:pt x="7937" y="61722"/>
                  </a:lnTo>
                  <a:lnTo>
                    <a:pt x="0" y="101091"/>
                  </a:lnTo>
                  <a:lnTo>
                    <a:pt x="0" y="505459"/>
                  </a:lnTo>
                  <a:lnTo>
                    <a:pt x="7937" y="544829"/>
                  </a:lnTo>
                  <a:lnTo>
                    <a:pt x="29591" y="576960"/>
                  </a:lnTo>
                  <a:lnTo>
                    <a:pt x="61722" y="598614"/>
                  </a:lnTo>
                  <a:lnTo>
                    <a:pt x="101092" y="606551"/>
                  </a:lnTo>
                  <a:lnTo>
                    <a:pt x="1052576" y="606551"/>
                  </a:lnTo>
                  <a:lnTo>
                    <a:pt x="1091946" y="598614"/>
                  </a:lnTo>
                  <a:lnTo>
                    <a:pt x="1124077" y="576960"/>
                  </a:lnTo>
                  <a:lnTo>
                    <a:pt x="1145730" y="544829"/>
                  </a:lnTo>
                  <a:lnTo>
                    <a:pt x="1153668" y="505459"/>
                  </a:lnTo>
                  <a:lnTo>
                    <a:pt x="1153668" y="101091"/>
                  </a:lnTo>
                  <a:lnTo>
                    <a:pt x="1145730" y="61721"/>
                  </a:lnTo>
                  <a:lnTo>
                    <a:pt x="1124077" y="29590"/>
                  </a:lnTo>
                  <a:lnTo>
                    <a:pt x="1091946" y="7937"/>
                  </a:lnTo>
                  <a:lnTo>
                    <a:pt x="10525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262621" y="1719833"/>
              <a:ext cx="1153795" cy="607060"/>
            </a:xfrm>
            <a:custGeom>
              <a:avLst/>
              <a:gdLst/>
              <a:ahLst/>
              <a:cxnLst/>
              <a:rect l="l" t="t" r="r" b="b"/>
              <a:pathLst>
                <a:path w="1153795" h="607060">
                  <a:moveTo>
                    <a:pt x="0" y="101091"/>
                  </a:moveTo>
                  <a:lnTo>
                    <a:pt x="7937" y="61722"/>
                  </a:lnTo>
                  <a:lnTo>
                    <a:pt x="29591" y="29591"/>
                  </a:lnTo>
                  <a:lnTo>
                    <a:pt x="61722" y="7937"/>
                  </a:lnTo>
                  <a:lnTo>
                    <a:pt x="101092" y="0"/>
                  </a:lnTo>
                  <a:lnTo>
                    <a:pt x="1052576" y="0"/>
                  </a:lnTo>
                  <a:lnTo>
                    <a:pt x="1091946" y="7937"/>
                  </a:lnTo>
                  <a:lnTo>
                    <a:pt x="1124077" y="29590"/>
                  </a:lnTo>
                  <a:lnTo>
                    <a:pt x="1145730" y="61721"/>
                  </a:lnTo>
                  <a:lnTo>
                    <a:pt x="1153668" y="101091"/>
                  </a:lnTo>
                  <a:lnTo>
                    <a:pt x="1153668" y="505459"/>
                  </a:lnTo>
                  <a:lnTo>
                    <a:pt x="1145730" y="544829"/>
                  </a:lnTo>
                  <a:lnTo>
                    <a:pt x="1124077" y="576960"/>
                  </a:lnTo>
                  <a:lnTo>
                    <a:pt x="1091946" y="598614"/>
                  </a:lnTo>
                  <a:lnTo>
                    <a:pt x="1052576" y="606551"/>
                  </a:lnTo>
                  <a:lnTo>
                    <a:pt x="101092" y="606551"/>
                  </a:lnTo>
                  <a:lnTo>
                    <a:pt x="61722" y="598614"/>
                  </a:lnTo>
                  <a:lnTo>
                    <a:pt x="29591" y="576960"/>
                  </a:lnTo>
                  <a:lnTo>
                    <a:pt x="7937" y="544829"/>
                  </a:lnTo>
                  <a:lnTo>
                    <a:pt x="0" y="505459"/>
                  </a:lnTo>
                  <a:lnTo>
                    <a:pt x="0" y="10109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385304" y="1897507"/>
            <a:ext cx="9201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400" spc="-20" dirty="0">
                <a:solidFill>
                  <a:srgbClr val="464646"/>
                </a:solidFill>
                <a:latin typeface="Arial MT"/>
                <a:cs typeface="Arial MT"/>
              </a:rPr>
              <a:t>y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na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m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969761" y="2661157"/>
            <a:ext cx="918844" cy="630555"/>
            <a:chOff x="5969761" y="2661157"/>
            <a:chExt cx="918844" cy="630555"/>
          </a:xfrm>
        </p:grpSpPr>
        <p:sp>
          <p:nvSpPr>
            <p:cNvPr id="53" name="object 53"/>
            <p:cNvSpPr/>
            <p:nvPr/>
          </p:nvSpPr>
          <p:spPr>
            <a:xfrm>
              <a:off x="5982461" y="2673857"/>
              <a:ext cx="893444" cy="605155"/>
            </a:xfrm>
            <a:custGeom>
              <a:avLst/>
              <a:gdLst/>
              <a:ahLst/>
              <a:cxnLst/>
              <a:rect l="l" t="t" r="r" b="b"/>
              <a:pathLst>
                <a:path w="893445" h="605154">
                  <a:moveTo>
                    <a:pt x="792226" y="0"/>
                  </a:moveTo>
                  <a:lnTo>
                    <a:pt x="100837" y="0"/>
                  </a:lnTo>
                  <a:lnTo>
                    <a:pt x="61561" y="7915"/>
                  </a:lnTo>
                  <a:lnTo>
                    <a:pt x="29511" y="29511"/>
                  </a:lnTo>
                  <a:lnTo>
                    <a:pt x="7915" y="61561"/>
                  </a:lnTo>
                  <a:lnTo>
                    <a:pt x="0" y="100837"/>
                  </a:lnTo>
                  <a:lnTo>
                    <a:pt x="0" y="504190"/>
                  </a:lnTo>
                  <a:lnTo>
                    <a:pt x="7915" y="543466"/>
                  </a:lnTo>
                  <a:lnTo>
                    <a:pt x="29511" y="575516"/>
                  </a:lnTo>
                  <a:lnTo>
                    <a:pt x="61561" y="597112"/>
                  </a:lnTo>
                  <a:lnTo>
                    <a:pt x="100837" y="605028"/>
                  </a:lnTo>
                  <a:lnTo>
                    <a:pt x="792226" y="605028"/>
                  </a:lnTo>
                  <a:lnTo>
                    <a:pt x="831502" y="597112"/>
                  </a:lnTo>
                  <a:lnTo>
                    <a:pt x="863552" y="575516"/>
                  </a:lnTo>
                  <a:lnTo>
                    <a:pt x="885148" y="543466"/>
                  </a:lnTo>
                  <a:lnTo>
                    <a:pt x="893063" y="504190"/>
                  </a:lnTo>
                  <a:lnTo>
                    <a:pt x="893063" y="100837"/>
                  </a:lnTo>
                  <a:lnTo>
                    <a:pt x="885148" y="61561"/>
                  </a:lnTo>
                  <a:lnTo>
                    <a:pt x="863552" y="29511"/>
                  </a:lnTo>
                  <a:lnTo>
                    <a:pt x="831502" y="7915"/>
                  </a:lnTo>
                  <a:lnTo>
                    <a:pt x="7922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82461" y="2673857"/>
              <a:ext cx="893444" cy="605155"/>
            </a:xfrm>
            <a:custGeom>
              <a:avLst/>
              <a:gdLst/>
              <a:ahLst/>
              <a:cxnLst/>
              <a:rect l="l" t="t" r="r" b="b"/>
              <a:pathLst>
                <a:path w="893445" h="605154">
                  <a:moveTo>
                    <a:pt x="0" y="100837"/>
                  </a:moveTo>
                  <a:lnTo>
                    <a:pt x="7915" y="61561"/>
                  </a:lnTo>
                  <a:lnTo>
                    <a:pt x="29511" y="29511"/>
                  </a:lnTo>
                  <a:lnTo>
                    <a:pt x="61561" y="7915"/>
                  </a:lnTo>
                  <a:lnTo>
                    <a:pt x="100837" y="0"/>
                  </a:lnTo>
                  <a:lnTo>
                    <a:pt x="792226" y="0"/>
                  </a:lnTo>
                  <a:lnTo>
                    <a:pt x="831502" y="7915"/>
                  </a:lnTo>
                  <a:lnTo>
                    <a:pt x="863552" y="29511"/>
                  </a:lnTo>
                  <a:lnTo>
                    <a:pt x="885148" y="61561"/>
                  </a:lnTo>
                  <a:lnTo>
                    <a:pt x="893063" y="100837"/>
                  </a:lnTo>
                  <a:lnTo>
                    <a:pt x="893063" y="504190"/>
                  </a:lnTo>
                  <a:lnTo>
                    <a:pt x="885148" y="543466"/>
                  </a:lnTo>
                  <a:lnTo>
                    <a:pt x="863552" y="575516"/>
                  </a:lnTo>
                  <a:lnTo>
                    <a:pt x="831502" y="597112"/>
                  </a:lnTo>
                  <a:lnTo>
                    <a:pt x="792226" y="605028"/>
                  </a:lnTo>
                  <a:lnTo>
                    <a:pt x="100837" y="605028"/>
                  </a:lnTo>
                  <a:lnTo>
                    <a:pt x="61561" y="597112"/>
                  </a:lnTo>
                  <a:lnTo>
                    <a:pt x="29511" y="575516"/>
                  </a:lnTo>
                  <a:lnTo>
                    <a:pt x="7915" y="543466"/>
                  </a:lnTo>
                  <a:lnTo>
                    <a:pt x="0" y="504190"/>
                  </a:lnTo>
                  <a:lnTo>
                    <a:pt x="0" y="100837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187185" y="2821051"/>
            <a:ext cx="4959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SQS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969761" y="3593846"/>
            <a:ext cx="918844" cy="632460"/>
            <a:chOff x="5969761" y="3593846"/>
            <a:chExt cx="918844" cy="632460"/>
          </a:xfrm>
        </p:grpSpPr>
        <p:sp>
          <p:nvSpPr>
            <p:cNvPr id="57" name="object 57"/>
            <p:cNvSpPr/>
            <p:nvPr/>
          </p:nvSpPr>
          <p:spPr>
            <a:xfrm>
              <a:off x="5982461" y="3606546"/>
              <a:ext cx="893444" cy="607060"/>
            </a:xfrm>
            <a:custGeom>
              <a:avLst/>
              <a:gdLst/>
              <a:ahLst/>
              <a:cxnLst/>
              <a:rect l="l" t="t" r="r" b="b"/>
              <a:pathLst>
                <a:path w="893445" h="607060">
                  <a:moveTo>
                    <a:pt x="791971" y="0"/>
                  </a:moveTo>
                  <a:lnTo>
                    <a:pt x="101091" y="0"/>
                  </a:lnTo>
                  <a:lnTo>
                    <a:pt x="61721" y="7937"/>
                  </a:lnTo>
                  <a:lnTo>
                    <a:pt x="29590" y="29590"/>
                  </a:lnTo>
                  <a:lnTo>
                    <a:pt x="7937" y="61721"/>
                  </a:lnTo>
                  <a:lnTo>
                    <a:pt x="0" y="101091"/>
                  </a:lnTo>
                  <a:lnTo>
                    <a:pt x="0" y="505459"/>
                  </a:lnTo>
                  <a:lnTo>
                    <a:pt x="7937" y="544808"/>
                  </a:lnTo>
                  <a:lnTo>
                    <a:pt x="29591" y="576941"/>
                  </a:lnTo>
                  <a:lnTo>
                    <a:pt x="61722" y="598607"/>
                  </a:lnTo>
                  <a:lnTo>
                    <a:pt x="101091" y="606551"/>
                  </a:lnTo>
                  <a:lnTo>
                    <a:pt x="791971" y="606551"/>
                  </a:lnTo>
                  <a:lnTo>
                    <a:pt x="831341" y="598607"/>
                  </a:lnTo>
                  <a:lnTo>
                    <a:pt x="863472" y="576941"/>
                  </a:lnTo>
                  <a:lnTo>
                    <a:pt x="885126" y="544808"/>
                  </a:lnTo>
                  <a:lnTo>
                    <a:pt x="893063" y="505459"/>
                  </a:lnTo>
                  <a:lnTo>
                    <a:pt x="893063" y="101091"/>
                  </a:lnTo>
                  <a:lnTo>
                    <a:pt x="885126" y="61721"/>
                  </a:lnTo>
                  <a:lnTo>
                    <a:pt x="863472" y="29590"/>
                  </a:lnTo>
                  <a:lnTo>
                    <a:pt x="831341" y="7937"/>
                  </a:lnTo>
                  <a:lnTo>
                    <a:pt x="7919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982461" y="3606546"/>
              <a:ext cx="893444" cy="607060"/>
            </a:xfrm>
            <a:custGeom>
              <a:avLst/>
              <a:gdLst/>
              <a:ahLst/>
              <a:cxnLst/>
              <a:rect l="l" t="t" r="r" b="b"/>
              <a:pathLst>
                <a:path w="893445" h="607060">
                  <a:moveTo>
                    <a:pt x="0" y="101091"/>
                  </a:moveTo>
                  <a:lnTo>
                    <a:pt x="7937" y="61721"/>
                  </a:lnTo>
                  <a:lnTo>
                    <a:pt x="29590" y="29590"/>
                  </a:lnTo>
                  <a:lnTo>
                    <a:pt x="61721" y="7937"/>
                  </a:lnTo>
                  <a:lnTo>
                    <a:pt x="101091" y="0"/>
                  </a:lnTo>
                  <a:lnTo>
                    <a:pt x="791971" y="0"/>
                  </a:lnTo>
                  <a:lnTo>
                    <a:pt x="831341" y="7937"/>
                  </a:lnTo>
                  <a:lnTo>
                    <a:pt x="863472" y="29590"/>
                  </a:lnTo>
                  <a:lnTo>
                    <a:pt x="885126" y="61721"/>
                  </a:lnTo>
                  <a:lnTo>
                    <a:pt x="893063" y="101091"/>
                  </a:lnTo>
                  <a:lnTo>
                    <a:pt x="893063" y="505459"/>
                  </a:lnTo>
                  <a:lnTo>
                    <a:pt x="885126" y="544808"/>
                  </a:lnTo>
                  <a:lnTo>
                    <a:pt x="863472" y="576941"/>
                  </a:lnTo>
                  <a:lnTo>
                    <a:pt x="831341" y="598607"/>
                  </a:lnTo>
                  <a:lnTo>
                    <a:pt x="791971" y="606551"/>
                  </a:lnTo>
                  <a:lnTo>
                    <a:pt x="101091" y="606551"/>
                  </a:lnTo>
                  <a:lnTo>
                    <a:pt x="61722" y="598607"/>
                  </a:lnTo>
                  <a:lnTo>
                    <a:pt x="29591" y="576941"/>
                  </a:lnTo>
                  <a:lnTo>
                    <a:pt x="7937" y="544808"/>
                  </a:lnTo>
                  <a:lnTo>
                    <a:pt x="0" y="505459"/>
                  </a:lnTo>
                  <a:lnTo>
                    <a:pt x="0" y="10109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188709" y="3754018"/>
            <a:ext cx="494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RDS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7249921" y="2664205"/>
            <a:ext cx="1179195" cy="630555"/>
            <a:chOff x="7249921" y="2664205"/>
            <a:chExt cx="1179195" cy="630555"/>
          </a:xfrm>
        </p:grpSpPr>
        <p:sp>
          <p:nvSpPr>
            <p:cNvPr id="61" name="object 61"/>
            <p:cNvSpPr/>
            <p:nvPr/>
          </p:nvSpPr>
          <p:spPr>
            <a:xfrm>
              <a:off x="7262621" y="2676905"/>
              <a:ext cx="1153795" cy="605155"/>
            </a:xfrm>
            <a:custGeom>
              <a:avLst/>
              <a:gdLst/>
              <a:ahLst/>
              <a:cxnLst/>
              <a:rect l="l" t="t" r="r" b="b"/>
              <a:pathLst>
                <a:path w="1153795" h="605154">
                  <a:moveTo>
                    <a:pt x="1052829" y="0"/>
                  </a:moveTo>
                  <a:lnTo>
                    <a:pt x="100837" y="0"/>
                  </a:lnTo>
                  <a:lnTo>
                    <a:pt x="61561" y="7915"/>
                  </a:lnTo>
                  <a:lnTo>
                    <a:pt x="29511" y="29511"/>
                  </a:lnTo>
                  <a:lnTo>
                    <a:pt x="7915" y="61561"/>
                  </a:lnTo>
                  <a:lnTo>
                    <a:pt x="0" y="100837"/>
                  </a:lnTo>
                  <a:lnTo>
                    <a:pt x="0" y="504189"/>
                  </a:lnTo>
                  <a:lnTo>
                    <a:pt x="7915" y="543466"/>
                  </a:lnTo>
                  <a:lnTo>
                    <a:pt x="29511" y="575516"/>
                  </a:lnTo>
                  <a:lnTo>
                    <a:pt x="61561" y="597112"/>
                  </a:lnTo>
                  <a:lnTo>
                    <a:pt x="100837" y="605027"/>
                  </a:lnTo>
                  <a:lnTo>
                    <a:pt x="1052829" y="605027"/>
                  </a:lnTo>
                  <a:lnTo>
                    <a:pt x="1092106" y="597112"/>
                  </a:lnTo>
                  <a:lnTo>
                    <a:pt x="1124156" y="575516"/>
                  </a:lnTo>
                  <a:lnTo>
                    <a:pt x="1145752" y="543466"/>
                  </a:lnTo>
                  <a:lnTo>
                    <a:pt x="1153668" y="504189"/>
                  </a:lnTo>
                  <a:lnTo>
                    <a:pt x="1153668" y="100837"/>
                  </a:lnTo>
                  <a:lnTo>
                    <a:pt x="1145752" y="61561"/>
                  </a:lnTo>
                  <a:lnTo>
                    <a:pt x="1124156" y="29511"/>
                  </a:lnTo>
                  <a:lnTo>
                    <a:pt x="1092106" y="7915"/>
                  </a:lnTo>
                  <a:lnTo>
                    <a:pt x="10528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62621" y="2676905"/>
              <a:ext cx="1153795" cy="605155"/>
            </a:xfrm>
            <a:custGeom>
              <a:avLst/>
              <a:gdLst/>
              <a:ahLst/>
              <a:cxnLst/>
              <a:rect l="l" t="t" r="r" b="b"/>
              <a:pathLst>
                <a:path w="1153795" h="605154">
                  <a:moveTo>
                    <a:pt x="0" y="100837"/>
                  </a:moveTo>
                  <a:lnTo>
                    <a:pt x="7915" y="61561"/>
                  </a:lnTo>
                  <a:lnTo>
                    <a:pt x="29511" y="29511"/>
                  </a:lnTo>
                  <a:lnTo>
                    <a:pt x="61561" y="7915"/>
                  </a:lnTo>
                  <a:lnTo>
                    <a:pt x="100837" y="0"/>
                  </a:lnTo>
                  <a:lnTo>
                    <a:pt x="1052829" y="0"/>
                  </a:lnTo>
                  <a:lnTo>
                    <a:pt x="1092106" y="7915"/>
                  </a:lnTo>
                  <a:lnTo>
                    <a:pt x="1124156" y="29511"/>
                  </a:lnTo>
                  <a:lnTo>
                    <a:pt x="1145752" y="61561"/>
                  </a:lnTo>
                  <a:lnTo>
                    <a:pt x="1153668" y="100837"/>
                  </a:lnTo>
                  <a:lnTo>
                    <a:pt x="1153668" y="504189"/>
                  </a:lnTo>
                  <a:lnTo>
                    <a:pt x="1145752" y="543466"/>
                  </a:lnTo>
                  <a:lnTo>
                    <a:pt x="1124156" y="575516"/>
                  </a:lnTo>
                  <a:lnTo>
                    <a:pt x="1092106" y="597112"/>
                  </a:lnTo>
                  <a:lnTo>
                    <a:pt x="1052829" y="605027"/>
                  </a:lnTo>
                  <a:lnTo>
                    <a:pt x="100837" y="605027"/>
                  </a:lnTo>
                  <a:lnTo>
                    <a:pt x="61561" y="597112"/>
                  </a:lnTo>
                  <a:lnTo>
                    <a:pt x="29511" y="575516"/>
                  </a:lnTo>
                  <a:lnTo>
                    <a:pt x="7915" y="543466"/>
                  </a:lnTo>
                  <a:lnTo>
                    <a:pt x="0" y="504189"/>
                  </a:lnTo>
                  <a:lnTo>
                    <a:pt x="0" y="100837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510271" y="2840227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Kinesis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7379461" y="3593846"/>
            <a:ext cx="918844" cy="632460"/>
            <a:chOff x="7379461" y="3593846"/>
            <a:chExt cx="918844" cy="632460"/>
          </a:xfrm>
        </p:grpSpPr>
        <p:sp>
          <p:nvSpPr>
            <p:cNvPr id="65" name="object 65"/>
            <p:cNvSpPr/>
            <p:nvPr/>
          </p:nvSpPr>
          <p:spPr>
            <a:xfrm>
              <a:off x="7392161" y="3606546"/>
              <a:ext cx="893444" cy="607060"/>
            </a:xfrm>
            <a:custGeom>
              <a:avLst/>
              <a:gdLst/>
              <a:ahLst/>
              <a:cxnLst/>
              <a:rect l="l" t="t" r="r" b="b"/>
              <a:pathLst>
                <a:path w="893445" h="607060">
                  <a:moveTo>
                    <a:pt x="791972" y="0"/>
                  </a:moveTo>
                  <a:lnTo>
                    <a:pt x="101092" y="0"/>
                  </a:lnTo>
                  <a:lnTo>
                    <a:pt x="61722" y="7937"/>
                  </a:lnTo>
                  <a:lnTo>
                    <a:pt x="29591" y="29590"/>
                  </a:lnTo>
                  <a:lnTo>
                    <a:pt x="7937" y="61721"/>
                  </a:lnTo>
                  <a:lnTo>
                    <a:pt x="0" y="101091"/>
                  </a:lnTo>
                  <a:lnTo>
                    <a:pt x="0" y="505459"/>
                  </a:lnTo>
                  <a:lnTo>
                    <a:pt x="7937" y="544808"/>
                  </a:lnTo>
                  <a:lnTo>
                    <a:pt x="29591" y="576941"/>
                  </a:lnTo>
                  <a:lnTo>
                    <a:pt x="61722" y="598607"/>
                  </a:lnTo>
                  <a:lnTo>
                    <a:pt x="101092" y="606551"/>
                  </a:lnTo>
                  <a:lnTo>
                    <a:pt x="791972" y="606551"/>
                  </a:lnTo>
                  <a:lnTo>
                    <a:pt x="831342" y="598607"/>
                  </a:lnTo>
                  <a:lnTo>
                    <a:pt x="863473" y="576941"/>
                  </a:lnTo>
                  <a:lnTo>
                    <a:pt x="885126" y="544808"/>
                  </a:lnTo>
                  <a:lnTo>
                    <a:pt x="893064" y="505459"/>
                  </a:lnTo>
                  <a:lnTo>
                    <a:pt x="893064" y="101091"/>
                  </a:lnTo>
                  <a:lnTo>
                    <a:pt x="885126" y="61721"/>
                  </a:lnTo>
                  <a:lnTo>
                    <a:pt x="863473" y="29590"/>
                  </a:lnTo>
                  <a:lnTo>
                    <a:pt x="831342" y="7937"/>
                  </a:lnTo>
                  <a:lnTo>
                    <a:pt x="7919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392161" y="3606546"/>
              <a:ext cx="893444" cy="607060"/>
            </a:xfrm>
            <a:custGeom>
              <a:avLst/>
              <a:gdLst/>
              <a:ahLst/>
              <a:cxnLst/>
              <a:rect l="l" t="t" r="r" b="b"/>
              <a:pathLst>
                <a:path w="893445" h="607060">
                  <a:moveTo>
                    <a:pt x="0" y="101091"/>
                  </a:moveTo>
                  <a:lnTo>
                    <a:pt x="7937" y="61721"/>
                  </a:lnTo>
                  <a:lnTo>
                    <a:pt x="29591" y="29590"/>
                  </a:lnTo>
                  <a:lnTo>
                    <a:pt x="61722" y="7937"/>
                  </a:lnTo>
                  <a:lnTo>
                    <a:pt x="101092" y="0"/>
                  </a:lnTo>
                  <a:lnTo>
                    <a:pt x="791972" y="0"/>
                  </a:lnTo>
                  <a:lnTo>
                    <a:pt x="831342" y="7937"/>
                  </a:lnTo>
                  <a:lnTo>
                    <a:pt x="863473" y="29590"/>
                  </a:lnTo>
                  <a:lnTo>
                    <a:pt x="885126" y="61721"/>
                  </a:lnTo>
                  <a:lnTo>
                    <a:pt x="893064" y="101091"/>
                  </a:lnTo>
                  <a:lnTo>
                    <a:pt x="893064" y="505459"/>
                  </a:lnTo>
                  <a:lnTo>
                    <a:pt x="885126" y="544808"/>
                  </a:lnTo>
                  <a:lnTo>
                    <a:pt x="863473" y="576941"/>
                  </a:lnTo>
                  <a:lnTo>
                    <a:pt x="831342" y="598607"/>
                  </a:lnTo>
                  <a:lnTo>
                    <a:pt x="791972" y="606551"/>
                  </a:lnTo>
                  <a:lnTo>
                    <a:pt x="101092" y="606551"/>
                  </a:lnTo>
                  <a:lnTo>
                    <a:pt x="61722" y="598607"/>
                  </a:lnTo>
                  <a:lnTo>
                    <a:pt x="29591" y="576941"/>
                  </a:lnTo>
                  <a:lnTo>
                    <a:pt x="7937" y="544808"/>
                  </a:lnTo>
                  <a:lnTo>
                    <a:pt x="0" y="505459"/>
                  </a:lnTo>
                  <a:lnTo>
                    <a:pt x="0" y="10109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731252" y="3754018"/>
            <a:ext cx="22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AI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802123" y="2756916"/>
            <a:ext cx="739140" cy="439420"/>
          </a:xfrm>
          <a:custGeom>
            <a:avLst/>
            <a:gdLst/>
            <a:ahLst/>
            <a:cxnLst/>
            <a:rect l="l" t="t" r="r" b="b"/>
            <a:pathLst>
              <a:path w="739139" h="439419">
                <a:moveTo>
                  <a:pt x="13715" y="109727"/>
                </a:moveTo>
                <a:lnTo>
                  <a:pt x="0" y="109727"/>
                </a:lnTo>
                <a:lnTo>
                  <a:pt x="0" y="329183"/>
                </a:lnTo>
                <a:lnTo>
                  <a:pt x="13715" y="329183"/>
                </a:lnTo>
                <a:lnTo>
                  <a:pt x="13715" y="109727"/>
                </a:lnTo>
                <a:close/>
              </a:path>
              <a:path w="739139" h="439419">
                <a:moveTo>
                  <a:pt x="54863" y="109727"/>
                </a:moveTo>
                <a:lnTo>
                  <a:pt x="27431" y="109727"/>
                </a:lnTo>
                <a:lnTo>
                  <a:pt x="27431" y="329183"/>
                </a:lnTo>
                <a:lnTo>
                  <a:pt x="54863" y="329183"/>
                </a:lnTo>
                <a:lnTo>
                  <a:pt x="54863" y="109727"/>
                </a:lnTo>
                <a:close/>
              </a:path>
              <a:path w="739139" h="439419">
                <a:moveTo>
                  <a:pt x="519684" y="0"/>
                </a:moveTo>
                <a:lnTo>
                  <a:pt x="519684" y="109727"/>
                </a:lnTo>
                <a:lnTo>
                  <a:pt x="68579" y="109727"/>
                </a:lnTo>
                <a:lnTo>
                  <a:pt x="68579" y="329183"/>
                </a:lnTo>
                <a:lnTo>
                  <a:pt x="519684" y="329183"/>
                </a:lnTo>
                <a:lnTo>
                  <a:pt x="519684" y="438911"/>
                </a:lnTo>
                <a:lnTo>
                  <a:pt x="739139" y="219456"/>
                </a:lnTo>
                <a:lnTo>
                  <a:pt x="51968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7240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Option</a:t>
            </a:r>
            <a:r>
              <a:rPr sz="2800" spc="15" dirty="0"/>
              <a:t> </a:t>
            </a:r>
            <a:r>
              <a:rPr sz="2800" spc="-5" dirty="0"/>
              <a:t>1:</a:t>
            </a:r>
            <a:r>
              <a:rPr sz="2800" spc="5" dirty="0"/>
              <a:t> </a:t>
            </a:r>
            <a:r>
              <a:rPr sz="2800" spc="-5" dirty="0"/>
              <a:t>Public</a:t>
            </a:r>
            <a:r>
              <a:rPr sz="2800" spc="10" dirty="0"/>
              <a:t> </a:t>
            </a:r>
            <a:r>
              <a:rPr sz="2800" spc="-5" dirty="0"/>
              <a:t>instances</a:t>
            </a:r>
            <a:r>
              <a:rPr sz="2800" spc="25" dirty="0"/>
              <a:t> </a:t>
            </a:r>
            <a:r>
              <a:rPr sz="2800" spc="-5" dirty="0"/>
              <a:t>use</a:t>
            </a:r>
            <a:r>
              <a:rPr sz="2800" spc="20" dirty="0"/>
              <a:t> </a:t>
            </a:r>
            <a:r>
              <a:rPr sz="2800" spc="-5" dirty="0"/>
              <a:t>the</a:t>
            </a:r>
            <a:r>
              <a:rPr sz="2800" spc="5" dirty="0"/>
              <a:t> </a:t>
            </a:r>
            <a:r>
              <a:rPr sz="2800" spc="-5" dirty="0"/>
              <a:t>internet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79729" y="1359661"/>
            <a:ext cx="2435225" cy="3609975"/>
            <a:chOff x="379729" y="1359661"/>
            <a:chExt cx="2435225" cy="3609975"/>
          </a:xfrm>
        </p:grpSpPr>
        <p:sp>
          <p:nvSpPr>
            <p:cNvPr id="4" name="object 4"/>
            <p:cNvSpPr/>
            <p:nvPr/>
          </p:nvSpPr>
          <p:spPr>
            <a:xfrm>
              <a:off x="392429" y="1372361"/>
              <a:ext cx="2409825" cy="3584575"/>
            </a:xfrm>
            <a:custGeom>
              <a:avLst/>
              <a:gdLst/>
              <a:ahLst/>
              <a:cxnLst/>
              <a:rect l="l" t="t" r="r" b="b"/>
              <a:pathLst>
                <a:path w="2409825" h="3584575">
                  <a:moveTo>
                    <a:pt x="2409444" y="0"/>
                  </a:moveTo>
                  <a:lnTo>
                    <a:pt x="0" y="0"/>
                  </a:lnTo>
                  <a:lnTo>
                    <a:pt x="0" y="3584448"/>
                  </a:lnTo>
                  <a:lnTo>
                    <a:pt x="2409444" y="3584448"/>
                  </a:lnTo>
                  <a:lnTo>
                    <a:pt x="2409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2429" y="1372361"/>
              <a:ext cx="2409825" cy="3584575"/>
            </a:xfrm>
            <a:custGeom>
              <a:avLst/>
              <a:gdLst/>
              <a:ahLst/>
              <a:cxnLst/>
              <a:rect l="l" t="t" r="r" b="b"/>
              <a:pathLst>
                <a:path w="2409825" h="3584575">
                  <a:moveTo>
                    <a:pt x="0" y="3584448"/>
                  </a:moveTo>
                  <a:lnTo>
                    <a:pt x="2409444" y="3584448"/>
                  </a:lnTo>
                  <a:lnTo>
                    <a:pt x="2409444" y="0"/>
                  </a:lnTo>
                  <a:lnTo>
                    <a:pt x="0" y="0"/>
                  </a:lnTo>
                  <a:lnTo>
                    <a:pt x="0" y="35844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5997" y="2132837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83" y="7491"/>
                  </a:lnTo>
                  <a:lnTo>
                    <a:pt x="60213" y="28358"/>
                  </a:lnTo>
                  <a:lnTo>
                    <a:pt x="28376" y="60185"/>
                  </a:lnTo>
                  <a:lnTo>
                    <a:pt x="7498" y="100559"/>
                  </a:lnTo>
                  <a:lnTo>
                    <a:pt x="0" y="147066"/>
                  </a:lnTo>
                  <a:lnTo>
                    <a:pt x="0" y="735330"/>
                  </a:lnTo>
                  <a:lnTo>
                    <a:pt x="7498" y="781836"/>
                  </a:lnTo>
                  <a:lnTo>
                    <a:pt x="28376" y="822210"/>
                  </a:lnTo>
                  <a:lnTo>
                    <a:pt x="60213" y="854037"/>
                  </a:lnTo>
                  <a:lnTo>
                    <a:pt x="100583" y="874904"/>
                  </a:lnTo>
                  <a:lnTo>
                    <a:pt x="147065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8" y="735330"/>
                  </a:lnTo>
                  <a:lnTo>
                    <a:pt x="1725168" y="147066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5997" y="2132837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6"/>
                  </a:moveTo>
                  <a:lnTo>
                    <a:pt x="7498" y="100559"/>
                  </a:lnTo>
                  <a:lnTo>
                    <a:pt x="28376" y="60185"/>
                  </a:lnTo>
                  <a:lnTo>
                    <a:pt x="60213" y="28358"/>
                  </a:lnTo>
                  <a:lnTo>
                    <a:pt x="100583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8" y="147066"/>
                  </a:lnTo>
                  <a:lnTo>
                    <a:pt x="1725168" y="735330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5" y="882395"/>
                  </a:lnTo>
                  <a:lnTo>
                    <a:pt x="100583" y="874904"/>
                  </a:lnTo>
                  <a:lnTo>
                    <a:pt x="60213" y="854037"/>
                  </a:lnTo>
                  <a:lnTo>
                    <a:pt x="28376" y="822210"/>
                  </a:lnTo>
                  <a:lnTo>
                    <a:pt x="7498" y="781836"/>
                  </a:lnTo>
                  <a:lnTo>
                    <a:pt x="0" y="735330"/>
                  </a:lnTo>
                  <a:lnTo>
                    <a:pt x="0" y="14706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06829" y="2329433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80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06829" y="2329433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45565" y="2332990"/>
            <a:ext cx="112395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3298" y="3238754"/>
            <a:ext cx="1750695" cy="1250950"/>
            <a:chOff x="733298" y="3238754"/>
            <a:chExt cx="1750695" cy="1250950"/>
          </a:xfrm>
        </p:grpSpPr>
        <p:sp>
          <p:nvSpPr>
            <p:cNvPr id="12" name="object 12"/>
            <p:cNvSpPr/>
            <p:nvPr/>
          </p:nvSpPr>
          <p:spPr>
            <a:xfrm>
              <a:off x="745998" y="3251454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1520952" y="0"/>
                  </a:moveTo>
                  <a:lnTo>
                    <a:pt x="204215" y="0"/>
                  </a:lnTo>
                  <a:lnTo>
                    <a:pt x="157390" y="5393"/>
                  </a:lnTo>
                  <a:lnTo>
                    <a:pt x="114405" y="20758"/>
                  </a:lnTo>
                  <a:lnTo>
                    <a:pt x="76487" y="44866"/>
                  </a:lnTo>
                  <a:lnTo>
                    <a:pt x="44862" y="76493"/>
                  </a:lnTo>
                  <a:lnTo>
                    <a:pt x="20756" y="114411"/>
                  </a:lnTo>
                  <a:lnTo>
                    <a:pt x="5393" y="157394"/>
                  </a:lnTo>
                  <a:lnTo>
                    <a:pt x="0" y="204216"/>
                  </a:lnTo>
                  <a:lnTo>
                    <a:pt x="0" y="1021080"/>
                  </a:lnTo>
                  <a:lnTo>
                    <a:pt x="5393" y="1067905"/>
                  </a:lnTo>
                  <a:lnTo>
                    <a:pt x="20756" y="1110890"/>
                  </a:lnTo>
                  <a:lnTo>
                    <a:pt x="44862" y="1148808"/>
                  </a:lnTo>
                  <a:lnTo>
                    <a:pt x="76487" y="1180433"/>
                  </a:lnTo>
                  <a:lnTo>
                    <a:pt x="114405" y="1204539"/>
                  </a:lnTo>
                  <a:lnTo>
                    <a:pt x="157390" y="1219902"/>
                  </a:lnTo>
                  <a:lnTo>
                    <a:pt x="204215" y="1225296"/>
                  </a:lnTo>
                  <a:lnTo>
                    <a:pt x="1520952" y="1225296"/>
                  </a:lnTo>
                  <a:lnTo>
                    <a:pt x="1567773" y="1219902"/>
                  </a:lnTo>
                  <a:lnTo>
                    <a:pt x="1610756" y="1204539"/>
                  </a:lnTo>
                  <a:lnTo>
                    <a:pt x="1648674" y="1180433"/>
                  </a:lnTo>
                  <a:lnTo>
                    <a:pt x="1680301" y="1148808"/>
                  </a:lnTo>
                  <a:lnTo>
                    <a:pt x="1704409" y="1110890"/>
                  </a:lnTo>
                  <a:lnTo>
                    <a:pt x="1719774" y="1067905"/>
                  </a:lnTo>
                  <a:lnTo>
                    <a:pt x="1725168" y="1021080"/>
                  </a:lnTo>
                  <a:lnTo>
                    <a:pt x="1725168" y="204216"/>
                  </a:lnTo>
                  <a:lnTo>
                    <a:pt x="1719774" y="157394"/>
                  </a:lnTo>
                  <a:lnTo>
                    <a:pt x="1704409" y="114411"/>
                  </a:lnTo>
                  <a:lnTo>
                    <a:pt x="1680301" y="76493"/>
                  </a:lnTo>
                  <a:lnTo>
                    <a:pt x="1648674" y="44866"/>
                  </a:lnTo>
                  <a:lnTo>
                    <a:pt x="1610756" y="20758"/>
                  </a:lnTo>
                  <a:lnTo>
                    <a:pt x="1567773" y="5393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5998" y="3251454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0" y="204216"/>
                  </a:moveTo>
                  <a:lnTo>
                    <a:pt x="5393" y="157394"/>
                  </a:lnTo>
                  <a:lnTo>
                    <a:pt x="20756" y="114411"/>
                  </a:lnTo>
                  <a:lnTo>
                    <a:pt x="44862" y="76493"/>
                  </a:lnTo>
                  <a:lnTo>
                    <a:pt x="76487" y="44866"/>
                  </a:lnTo>
                  <a:lnTo>
                    <a:pt x="114405" y="20758"/>
                  </a:lnTo>
                  <a:lnTo>
                    <a:pt x="157390" y="5393"/>
                  </a:lnTo>
                  <a:lnTo>
                    <a:pt x="204215" y="0"/>
                  </a:lnTo>
                  <a:lnTo>
                    <a:pt x="1520952" y="0"/>
                  </a:lnTo>
                  <a:lnTo>
                    <a:pt x="1567773" y="5393"/>
                  </a:lnTo>
                  <a:lnTo>
                    <a:pt x="1610756" y="20758"/>
                  </a:lnTo>
                  <a:lnTo>
                    <a:pt x="1648674" y="44866"/>
                  </a:lnTo>
                  <a:lnTo>
                    <a:pt x="1680301" y="76493"/>
                  </a:lnTo>
                  <a:lnTo>
                    <a:pt x="1704409" y="114411"/>
                  </a:lnTo>
                  <a:lnTo>
                    <a:pt x="1719774" y="157394"/>
                  </a:lnTo>
                  <a:lnTo>
                    <a:pt x="1725168" y="204216"/>
                  </a:lnTo>
                  <a:lnTo>
                    <a:pt x="1725168" y="1021080"/>
                  </a:lnTo>
                  <a:lnTo>
                    <a:pt x="1719774" y="1067905"/>
                  </a:lnTo>
                  <a:lnTo>
                    <a:pt x="1704409" y="1110890"/>
                  </a:lnTo>
                  <a:lnTo>
                    <a:pt x="1680301" y="1148808"/>
                  </a:lnTo>
                  <a:lnTo>
                    <a:pt x="1648674" y="1180433"/>
                  </a:lnTo>
                  <a:lnTo>
                    <a:pt x="1610756" y="1204539"/>
                  </a:lnTo>
                  <a:lnTo>
                    <a:pt x="1567773" y="1219902"/>
                  </a:lnTo>
                  <a:lnTo>
                    <a:pt x="1520952" y="1225296"/>
                  </a:lnTo>
                  <a:lnTo>
                    <a:pt x="204215" y="1225296"/>
                  </a:lnTo>
                  <a:lnTo>
                    <a:pt x="157390" y="1219902"/>
                  </a:lnTo>
                  <a:lnTo>
                    <a:pt x="114405" y="1204539"/>
                  </a:lnTo>
                  <a:lnTo>
                    <a:pt x="76487" y="1180433"/>
                  </a:lnTo>
                  <a:lnTo>
                    <a:pt x="44862" y="1148808"/>
                  </a:lnTo>
                  <a:lnTo>
                    <a:pt x="20756" y="1110890"/>
                  </a:lnTo>
                  <a:lnTo>
                    <a:pt x="5393" y="1067905"/>
                  </a:lnTo>
                  <a:lnTo>
                    <a:pt x="0" y="1021080"/>
                  </a:lnTo>
                  <a:lnTo>
                    <a:pt x="0" y="20421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06830" y="348310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06830" y="348310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14450" y="3829050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3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80" y="259080"/>
                  </a:lnTo>
                  <a:lnTo>
                    <a:pt x="545083" y="259080"/>
                  </a:lnTo>
                  <a:lnTo>
                    <a:pt x="561903" y="255687"/>
                  </a:lnTo>
                  <a:lnTo>
                    <a:pt x="575627" y="246433"/>
                  </a:lnTo>
                  <a:lnTo>
                    <a:pt x="584874" y="232708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14450" y="3829050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08"/>
                  </a:lnTo>
                  <a:lnTo>
                    <a:pt x="575627" y="246433"/>
                  </a:lnTo>
                  <a:lnTo>
                    <a:pt x="561903" y="255687"/>
                  </a:lnTo>
                  <a:lnTo>
                    <a:pt x="545083" y="259080"/>
                  </a:lnTo>
                  <a:lnTo>
                    <a:pt x="43180" y="259080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10513" y="3487673"/>
            <a:ext cx="1192530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3298" y="1582166"/>
            <a:ext cx="1750695" cy="383540"/>
            <a:chOff x="733298" y="1582166"/>
            <a:chExt cx="1750695" cy="383540"/>
          </a:xfrm>
        </p:grpSpPr>
        <p:sp>
          <p:nvSpPr>
            <p:cNvPr id="20" name="object 20"/>
            <p:cNvSpPr/>
            <p:nvPr/>
          </p:nvSpPr>
          <p:spPr>
            <a:xfrm>
              <a:off x="745998" y="1594866"/>
              <a:ext cx="1725295" cy="358140"/>
            </a:xfrm>
            <a:custGeom>
              <a:avLst/>
              <a:gdLst/>
              <a:ahLst/>
              <a:cxnLst/>
              <a:rect l="l" t="t" r="r" b="b"/>
              <a:pathLst>
                <a:path w="1725295" h="358139">
                  <a:moveTo>
                    <a:pt x="1665477" y="0"/>
                  </a:moveTo>
                  <a:lnTo>
                    <a:pt x="59689" y="0"/>
                  </a:lnTo>
                  <a:lnTo>
                    <a:pt x="36454" y="4683"/>
                  </a:lnTo>
                  <a:lnTo>
                    <a:pt x="17481" y="17462"/>
                  </a:lnTo>
                  <a:lnTo>
                    <a:pt x="4690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90" y="321706"/>
                  </a:lnTo>
                  <a:lnTo>
                    <a:pt x="17481" y="340677"/>
                  </a:lnTo>
                  <a:lnTo>
                    <a:pt x="36454" y="353456"/>
                  </a:lnTo>
                  <a:lnTo>
                    <a:pt x="59689" y="358140"/>
                  </a:lnTo>
                  <a:lnTo>
                    <a:pt x="1665477" y="358140"/>
                  </a:lnTo>
                  <a:lnTo>
                    <a:pt x="1688734" y="353456"/>
                  </a:lnTo>
                  <a:lnTo>
                    <a:pt x="1707705" y="340677"/>
                  </a:lnTo>
                  <a:lnTo>
                    <a:pt x="1720484" y="321706"/>
                  </a:lnTo>
                  <a:lnTo>
                    <a:pt x="1725168" y="298450"/>
                  </a:lnTo>
                  <a:lnTo>
                    <a:pt x="1725168" y="59689"/>
                  </a:lnTo>
                  <a:lnTo>
                    <a:pt x="1720484" y="36433"/>
                  </a:lnTo>
                  <a:lnTo>
                    <a:pt x="1707705" y="17462"/>
                  </a:lnTo>
                  <a:lnTo>
                    <a:pt x="1688734" y="4683"/>
                  </a:lnTo>
                  <a:lnTo>
                    <a:pt x="1665477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5998" y="1594866"/>
              <a:ext cx="1725295" cy="358140"/>
            </a:xfrm>
            <a:custGeom>
              <a:avLst/>
              <a:gdLst/>
              <a:ahLst/>
              <a:cxnLst/>
              <a:rect l="l" t="t" r="r" b="b"/>
              <a:pathLst>
                <a:path w="1725295" h="358139">
                  <a:moveTo>
                    <a:pt x="0" y="59689"/>
                  </a:moveTo>
                  <a:lnTo>
                    <a:pt x="4690" y="36433"/>
                  </a:lnTo>
                  <a:lnTo>
                    <a:pt x="17481" y="17462"/>
                  </a:lnTo>
                  <a:lnTo>
                    <a:pt x="36454" y="4683"/>
                  </a:lnTo>
                  <a:lnTo>
                    <a:pt x="59689" y="0"/>
                  </a:lnTo>
                  <a:lnTo>
                    <a:pt x="1665477" y="0"/>
                  </a:lnTo>
                  <a:lnTo>
                    <a:pt x="1688734" y="4683"/>
                  </a:lnTo>
                  <a:lnTo>
                    <a:pt x="1707705" y="17462"/>
                  </a:lnTo>
                  <a:lnTo>
                    <a:pt x="1720484" y="36433"/>
                  </a:lnTo>
                  <a:lnTo>
                    <a:pt x="1725168" y="59689"/>
                  </a:lnTo>
                  <a:lnTo>
                    <a:pt x="1725168" y="298450"/>
                  </a:lnTo>
                  <a:lnTo>
                    <a:pt x="1720484" y="321706"/>
                  </a:lnTo>
                  <a:lnTo>
                    <a:pt x="1707705" y="340677"/>
                  </a:lnTo>
                  <a:lnTo>
                    <a:pt x="1688734" y="353456"/>
                  </a:lnTo>
                  <a:lnTo>
                    <a:pt x="1665477" y="358140"/>
                  </a:lnTo>
                  <a:lnTo>
                    <a:pt x="59689" y="358140"/>
                  </a:lnTo>
                  <a:lnTo>
                    <a:pt x="36454" y="353456"/>
                  </a:lnTo>
                  <a:lnTo>
                    <a:pt x="17481" y="340677"/>
                  </a:lnTo>
                  <a:lnTo>
                    <a:pt x="4690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21207" y="1648713"/>
            <a:ext cx="1376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4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56892" y="1400810"/>
            <a:ext cx="4098925" cy="927100"/>
            <a:chOff x="1556892" y="1400810"/>
            <a:chExt cx="4098925" cy="927100"/>
          </a:xfrm>
        </p:grpSpPr>
        <p:sp>
          <p:nvSpPr>
            <p:cNvPr id="24" name="object 24"/>
            <p:cNvSpPr/>
            <p:nvPr/>
          </p:nvSpPr>
          <p:spPr>
            <a:xfrm>
              <a:off x="1556892" y="1952244"/>
              <a:ext cx="103505" cy="375920"/>
            </a:xfrm>
            <a:custGeom>
              <a:avLst/>
              <a:gdLst/>
              <a:ahLst/>
              <a:cxnLst/>
              <a:rect l="l" t="t" r="r" b="b"/>
              <a:pathLst>
                <a:path w="103505" h="375919">
                  <a:moveTo>
                    <a:pt x="51134" y="25178"/>
                  </a:moveTo>
                  <a:lnTo>
                    <a:pt x="44909" y="36091"/>
                  </a:lnTo>
                  <a:lnTo>
                    <a:pt x="47878" y="375666"/>
                  </a:lnTo>
                  <a:lnTo>
                    <a:pt x="60578" y="375538"/>
                  </a:lnTo>
                  <a:lnTo>
                    <a:pt x="57609" y="36048"/>
                  </a:lnTo>
                  <a:lnTo>
                    <a:pt x="51134" y="25178"/>
                  </a:lnTo>
                  <a:close/>
                </a:path>
                <a:path w="103505" h="375919">
                  <a:moveTo>
                    <a:pt x="50926" y="0"/>
                  </a:moveTo>
                  <a:lnTo>
                    <a:pt x="1778" y="85979"/>
                  </a:lnTo>
                  <a:lnTo>
                    <a:pt x="0" y="89026"/>
                  </a:lnTo>
                  <a:lnTo>
                    <a:pt x="1015" y="92963"/>
                  </a:lnTo>
                  <a:lnTo>
                    <a:pt x="4063" y="94614"/>
                  </a:lnTo>
                  <a:lnTo>
                    <a:pt x="7112" y="96393"/>
                  </a:lnTo>
                  <a:lnTo>
                    <a:pt x="11048" y="95376"/>
                  </a:lnTo>
                  <a:lnTo>
                    <a:pt x="12826" y="92329"/>
                  </a:lnTo>
                  <a:lnTo>
                    <a:pt x="44909" y="36091"/>
                  </a:lnTo>
                  <a:lnTo>
                    <a:pt x="44703" y="12573"/>
                  </a:lnTo>
                  <a:lnTo>
                    <a:pt x="58414" y="12573"/>
                  </a:lnTo>
                  <a:lnTo>
                    <a:pt x="50926" y="0"/>
                  </a:lnTo>
                  <a:close/>
                </a:path>
                <a:path w="103505" h="375919">
                  <a:moveTo>
                    <a:pt x="58414" y="12573"/>
                  </a:moveTo>
                  <a:lnTo>
                    <a:pt x="57403" y="12573"/>
                  </a:lnTo>
                  <a:lnTo>
                    <a:pt x="57514" y="25178"/>
                  </a:lnTo>
                  <a:lnTo>
                    <a:pt x="57634" y="36091"/>
                  </a:lnTo>
                  <a:lnTo>
                    <a:pt x="90677" y="91567"/>
                  </a:lnTo>
                  <a:lnTo>
                    <a:pt x="92456" y="94614"/>
                  </a:lnTo>
                  <a:lnTo>
                    <a:pt x="96393" y="95631"/>
                  </a:lnTo>
                  <a:lnTo>
                    <a:pt x="102488" y="92075"/>
                  </a:lnTo>
                  <a:lnTo>
                    <a:pt x="103377" y="88137"/>
                  </a:lnTo>
                  <a:lnTo>
                    <a:pt x="101600" y="85089"/>
                  </a:lnTo>
                  <a:lnTo>
                    <a:pt x="58414" y="12573"/>
                  </a:lnTo>
                  <a:close/>
                </a:path>
                <a:path w="103505" h="375919">
                  <a:moveTo>
                    <a:pt x="57403" y="12573"/>
                  </a:moveTo>
                  <a:lnTo>
                    <a:pt x="44703" y="12573"/>
                  </a:lnTo>
                  <a:lnTo>
                    <a:pt x="44909" y="36091"/>
                  </a:lnTo>
                  <a:lnTo>
                    <a:pt x="51134" y="25178"/>
                  </a:lnTo>
                  <a:lnTo>
                    <a:pt x="45593" y="15875"/>
                  </a:lnTo>
                  <a:lnTo>
                    <a:pt x="56515" y="15748"/>
                  </a:lnTo>
                  <a:lnTo>
                    <a:pt x="57431" y="15748"/>
                  </a:lnTo>
                  <a:lnTo>
                    <a:pt x="57403" y="12573"/>
                  </a:lnTo>
                  <a:close/>
                </a:path>
                <a:path w="103505" h="375919">
                  <a:moveTo>
                    <a:pt x="57431" y="15748"/>
                  </a:moveTo>
                  <a:lnTo>
                    <a:pt x="56515" y="15748"/>
                  </a:lnTo>
                  <a:lnTo>
                    <a:pt x="51134" y="25178"/>
                  </a:lnTo>
                  <a:lnTo>
                    <a:pt x="57609" y="36048"/>
                  </a:lnTo>
                  <a:lnTo>
                    <a:pt x="57431" y="15748"/>
                  </a:lnTo>
                  <a:close/>
                </a:path>
                <a:path w="103505" h="375919">
                  <a:moveTo>
                    <a:pt x="56515" y="15748"/>
                  </a:moveTo>
                  <a:lnTo>
                    <a:pt x="45593" y="15875"/>
                  </a:lnTo>
                  <a:lnTo>
                    <a:pt x="51134" y="25178"/>
                  </a:lnTo>
                  <a:lnTo>
                    <a:pt x="56515" y="15748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49545" y="1413510"/>
              <a:ext cx="893444" cy="607060"/>
            </a:xfrm>
            <a:custGeom>
              <a:avLst/>
              <a:gdLst/>
              <a:ahLst/>
              <a:cxnLst/>
              <a:rect l="l" t="t" r="r" b="b"/>
              <a:pathLst>
                <a:path w="893445" h="607060">
                  <a:moveTo>
                    <a:pt x="791971" y="0"/>
                  </a:moveTo>
                  <a:lnTo>
                    <a:pt x="101091" y="0"/>
                  </a:lnTo>
                  <a:lnTo>
                    <a:pt x="61721" y="7937"/>
                  </a:lnTo>
                  <a:lnTo>
                    <a:pt x="29590" y="29591"/>
                  </a:lnTo>
                  <a:lnTo>
                    <a:pt x="7937" y="61722"/>
                  </a:lnTo>
                  <a:lnTo>
                    <a:pt x="0" y="101091"/>
                  </a:lnTo>
                  <a:lnTo>
                    <a:pt x="0" y="505459"/>
                  </a:lnTo>
                  <a:lnTo>
                    <a:pt x="7937" y="544829"/>
                  </a:lnTo>
                  <a:lnTo>
                    <a:pt x="29591" y="576960"/>
                  </a:lnTo>
                  <a:lnTo>
                    <a:pt x="61722" y="598614"/>
                  </a:lnTo>
                  <a:lnTo>
                    <a:pt x="101091" y="606551"/>
                  </a:lnTo>
                  <a:lnTo>
                    <a:pt x="791971" y="606551"/>
                  </a:lnTo>
                  <a:lnTo>
                    <a:pt x="831341" y="598614"/>
                  </a:lnTo>
                  <a:lnTo>
                    <a:pt x="863473" y="576960"/>
                  </a:lnTo>
                  <a:lnTo>
                    <a:pt x="885126" y="544829"/>
                  </a:lnTo>
                  <a:lnTo>
                    <a:pt x="893063" y="505459"/>
                  </a:lnTo>
                  <a:lnTo>
                    <a:pt x="893063" y="101091"/>
                  </a:lnTo>
                  <a:lnTo>
                    <a:pt x="885126" y="61721"/>
                  </a:lnTo>
                  <a:lnTo>
                    <a:pt x="863473" y="29590"/>
                  </a:lnTo>
                  <a:lnTo>
                    <a:pt x="831341" y="7937"/>
                  </a:lnTo>
                  <a:lnTo>
                    <a:pt x="7919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49545" y="1413510"/>
              <a:ext cx="893444" cy="607060"/>
            </a:xfrm>
            <a:custGeom>
              <a:avLst/>
              <a:gdLst/>
              <a:ahLst/>
              <a:cxnLst/>
              <a:rect l="l" t="t" r="r" b="b"/>
              <a:pathLst>
                <a:path w="893445" h="607060">
                  <a:moveTo>
                    <a:pt x="0" y="101091"/>
                  </a:moveTo>
                  <a:lnTo>
                    <a:pt x="7937" y="61722"/>
                  </a:lnTo>
                  <a:lnTo>
                    <a:pt x="29590" y="29591"/>
                  </a:lnTo>
                  <a:lnTo>
                    <a:pt x="61721" y="7937"/>
                  </a:lnTo>
                  <a:lnTo>
                    <a:pt x="101091" y="0"/>
                  </a:lnTo>
                  <a:lnTo>
                    <a:pt x="791971" y="0"/>
                  </a:lnTo>
                  <a:lnTo>
                    <a:pt x="831341" y="7937"/>
                  </a:lnTo>
                  <a:lnTo>
                    <a:pt x="863473" y="29590"/>
                  </a:lnTo>
                  <a:lnTo>
                    <a:pt x="885126" y="61721"/>
                  </a:lnTo>
                  <a:lnTo>
                    <a:pt x="893063" y="101091"/>
                  </a:lnTo>
                  <a:lnTo>
                    <a:pt x="893063" y="505459"/>
                  </a:lnTo>
                  <a:lnTo>
                    <a:pt x="885126" y="544829"/>
                  </a:lnTo>
                  <a:lnTo>
                    <a:pt x="863473" y="576960"/>
                  </a:lnTo>
                  <a:lnTo>
                    <a:pt x="831341" y="598614"/>
                  </a:lnTo>
                  <a:lnTo>
                    <a:pt x="791971" y="606551"/>
                  </a:lnTo>
                  <a:lnTo>
                    <a:pt x="101091" y="606551"/>
                  </a:lnTo>
                  <a:lnTo>
                    <a:pt x="61722" y="598614"/>
                  </a:lnTo>
                  <a:lnTo>
                    <a:pt x="29591" y="576960"/>
                  </a:lnTo>
                  <a:lnTo>
                    <a:pt x="7937" y="544829"/>
                  </a:lnTo>
                  <a:lnTo>
                    <a:pt x="0" y="505459"/>
                  </a:lnTo>
                  <a:lnTo>
                    <a:pt x="0" y="10109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42661" y="1560016"/>
            <a:ext cx="304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04391" y="649155"/>
            <a:ext cx="3642360" cy="951865"/>
            <a:chOff x="1604391" y="649155"/>
            <a:chExt cx="3642360" cy="951865"/>
          </a:xfrm>
        </p:grpSpPr>
        <p:sp>
          <p:nvSpPr>
            <p:cNvPr id="29" name="object 29"/>
            <p:cNvSpPr/>
            <p:nvPr/>
          </p:nvSpPr>
          <p:spPr>
            <a:xfrm>
              <a:off x="1604391" y="1177797"/>
              <a:ext cx="3642360" cy="422909"/>
            </a:xfrm>
            <a:custGeom>
              <a:avLst/>
              <a:gdLst/>
              <a:ahLst/>
              <a:cxnLst/>
              <a:rect l="l" t="t" r="r" b="b"/>
              <a:pathLst>
                <a:path w="3642360" h="422909">
                  <a:moveTo>
                    <a:pt x="12700" y="410082"/>
                  </a:moveTo>
                  <a:lnTo>
                    <a:pt x="6350" y="410082"/>
                  </a:lnTo>
                  <a:lnTo>
                    <a:pt x="3428" y="413003"/>
                  </a:lnTo>
                  <a:lnTo>
                    <a:pt x="3428" y="422782"/>
                  </a:lnTo>
                  <a:lnTo>
                    <a:pt x="9778" y="422782"/>
                  </a:lnTo>
                  <a:lnTo>
                    <a:pt x="12700" y="419862"/>
                  </a:lnTo>
                  <a:lnTo>
                    <a:pt x="12700" y="410082"/>
                  </a:lnTo>
                  <a:close/>
                </a:path>
                <a:path w="3642360" h="422909">
                  <a:moveTo>
                    <a:pt x="3594100" y="0"/>
                  </a:moveTo>
                  <a:lnTo>
                    <a:pt x="2793" y="0"/>
                  </a:lnTo>
                  <a:lnTo>
                    <a:pt x="0" y="2793"/>
                  </a:lnTo>
                  <a:lnTo>
                    <a:pt x="0" y="416432"/>
                  </a:lnTo>
                  <a:lnTo>
                    <a:pt x="3428" y="413003"/>
                  </a:lnTo>
                  <a:lnTo>
                    <a:pt x="3428" y="410082"/>
                  </a:lnTo>
                  <a:lnTo>
                    <a:pt x="12700" y="410082"/>
                  </a:lnTo>
                  <a:lnTo>
                    <a:pt x="12700" y="12700"/>
                  </a:lnTo>
                  <a:lnTo>
                    <a:pt x="6350" y="12700"/>
                  </a:lnTo>
                  <a:lnTo>
                    <a:pt x="12700" y="6350"/>
                  </a:lnTo>
                  <a:lnTo>
                    <a:pt x="3596894" y="6350"/>
                  </a:lnTo>
                  <a:lnTo>
                    <a:pt x="3596894" y="2793"/>
                  </a:lnTo>
                  <a:lnTo>
                    <a:pt x="3594100" y="0"/>
                  </a:lnTo>
                  <a:close/>
                </a:path>
                <a:path w="3642360" h="422909">
                  <a:moveTo>
                    <a:pt x="6350" y="410082"/>
                  </a:moveTo>
                  <a:lnTo>
                    <a:pt x="3428" y="410082"/>
                  </a:lnTo>
                  <a:lnTo>
                    <a:pt x="3428" y="413003"/>
                  </a:lnTo>
                  <a:lnTo>
                    <a:pt x="6350" y="410082"/>
                  </a:lnTo>
                  <a:close/>
                </a:path>
                <a:path w="3642360" h="422909">
                  <a:moveTo>
                    <a:pt x="3545967" y="138937"/>
                  </a:moveTo>
                  <a:lnTo>
                    <a:pt x="3539871" y="142493"/>
                  </a:lnTo>
                  <a:lnTo>
                    <a:pt x="3538855" y="146303"/>
                  </a:lnTo>
                  <a:lnTo>
                    <a:pt x="3590544" y="234950"/>
                  </a:lnTo>
                  <a:lnTo>
                    <a:pt x="3597875" y="222376"/>
                  </a:lnTo>
                  <a:lnTo>
                    <a:pt x="3584194" y="222376"/>
                  </a:lnTo>
                  <a:lnTo>
                    <a:pt x="3584194" y="198954"/>
                  </a:lnTo>
                  <a:lnTo>
                    <a:pt x="3549777" y="139953"/>
                  </a:lnTo>
                  <a:lnTo>
                    <a:pt x="3545967" y="138937"/>
                  </a:lnTo>
                  <a:close/>
                </a:path>
                <a:path w="3642360" h="422909">
                  <a:moveTo>
                    <a:pt x="3584194" y="198954"/>
                  </a:moveTo>
                  <a:lnTo>
                    <a:pt x="3584194" y="222376"/>
                  </a:lnTo>
                  <a:lnTo>
                    <a:pt x="3596894" y="222376"/>
                  </a:lnTo>
                  <a:lnTo>
                    <a:pt x="3596894" y="219201"/>
                  </a:lnTo>
                  <a:lnTo>
                    <a:pt x="3585083" y="219201"/>
                  </a:lnTo>
                  <a:lnTo>
                    <a:pt x="3590544" y="209840"/>
                  </a:lnTo>
                  <a:lnTo>
                    <a:pt x="3584194" y="198954"/>
                  </a:lnTo>
                  <a:close/>
                </a:path>
                <a:path w="3642360" h="422909">
                  <a:moveTo>
                    <a:pt x="3635248" y="138937"/>
                  </a:moveTo>
                  <a:lnTo>
                    <a:pt x="3631311" y="139953"/>
                  </a:lnTo>
                  <a:lnTo>
                    <a:pt x="3596894" y="198954"/>
                  </a:lnTo>
                  <a:lnTo>
                    <a:pt x="3596894" y="222376"/>
                  </a:lnTo>
                  <a:lnTo>
                    <a:pt x="3597875" y="222376"/>
                  </a:lnTo>
                  <a:lnTo>
                    <a:pt x="3642233" y="146303"/>
                  </a:lnTo>
                  <a:lnTo>
                    <a:pt x="3641217" y="142493"/>
                  </a:lnTo>
                  <a:lnTo>
                    <a:pt x="3638169" y="140715"/>
                  </a:lnTo>
                  <a:lnTo>
                    <a:pt x="3635248" y="138937"/>
                  </a:lnTo>
                  <a:close/>
                </a:path>
                <a:path w="3642360" h="422909">
                  <a:moveTo>
                    <a:pt x="3590544" y="209840"/>
                  </a:moveTo>
                  <a:lnTo>
                    <a:pt x="3585083" y="219201"/>
                  </a:lnTo>
                  <a:lnTo>
                    <a:pt x="3596005" y="219201"/>
                  </a:lnTo>
                  <a:lnTo>
                    <a:pt x="3590544" y="209840"/>
                  </a:lnTo>
                  <a:close/>
                </a:path>
                <a:path w="3642360" h="422909">
                  <a:moveTo>
                    <a:pt x="3596894" y="198954"/>
                  </a:moveTo>
                  <a:lnTo>
                    <a:pt x="3590544" y="209840"/>
                  </a:lnTo>
                  <a:lnTo>
                    <a:pt x="3596005" y="219201"/>
                  </a:lnTo>
                  <a:lnTo>
                    <a:pt x="3596894" y="219201"/>
                  </a:lnTo>
                  <a:lnTo>
                    <a:pt x="3596894" y="198954"/>
                  </a:lnTo>
                  <a:close/>
                </a:path>
                <a:path w="3642360" h="422909">
                  <a:moveTo>
                    <a:pt x="3584194" y="6350"/>
                  </a:moveTo>
                  <a:lnTo>
                    <a:pt x="3584194" y="198954"/>
                  </a:lnTo>
                  <a:lnTo>
                    <a:pt x="3590544" y="209840"/>
                  </a:lnTo>
                  <a:lnTo>
                    <a:pt x="3596894" y="198954"/>
                  </a:lnTo>
                  <a:lnTo>
                    <a:pt x="3596894" y="12700"/>
                  </a:lnTo>
                  <a:lnTo>
                    <a:pt x="3590544" y="12700"/>
                  </a:lnTo>
                  <a:lnTo>
                    <a:pt x="3584194" y="6350"/>
                  </a:lnTo>
                  <a:close/>
                </a:path>
                <a:path w="3642360" h="422909">
                  <a:moveTo>
                    <a:pt x="12700" y="6350"/>
                  </a:moveTo>
                  <a:lnTo>
                    <a:pt x="6350" y="12700"/>
                  </a:lnTo>
                  <a:lnTo>
                    <a:pt x="12700" y="12700"/>
                  </a:lnTo>
                  <a:lnTo>
                    <a:pt x="12700" y="6350"/>
                  </a:lnTo>
                  <a:close/>
                </a:path>
                <a:path w="3642360" h="422909">
                  <a:moveTo>
                    <a:pt x="3584194" y="6350"/>
                  </a:moveTo>
                  <a:lnTo>
                    <a:pt x="12700" y="6350"/>
                  </a:lnTo>
                  <a:lnTo>
                    <a:pt x="12700" y="12700"/>
                  </a:lnTo>
                  <a:lnTo>
                    <a:pt x="3584194" y="12700"/>
                  </a:lnTo>
                  <a:lnTo>
                    <a:pt x="3584194" y="6350"/>
                  </a:lnTo>
                  <a:close/>
                </a:path>
                <a:path w="3642360" h="422909">
                  <a:moveTo>
                    <a:pt x="3596894" y="6350"/>
                  </a:moveTo>
                  <a:lnTo>
                    <a:pt x="3584194" y="6350"/>
                  </a:lnTo>
                  <a:lnTo>
                    <a:pt x="3590544" y="12700"/>
                  </a:lnTo>
                  <a:lnTo>
                    <a:pt x="3596894" y="12700"/>
                  </a:lnTo>
                  <a:lnTo>
                    <a:pt x="3596894" y="635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2272" y="649155"/>
              <a:ext cx="874654" cy="53593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187700" y="2450719"/>
            <a:ext cx="5238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8195" marR="5080" indent="-205613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Instances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in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public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subnet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can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make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outbound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calls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to </a:t>
            </a:r>
            <a:r>
              <a:rPr sz="1800" spc="-459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th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internet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3521" y="4663273"/>
            <a:ext cx="180403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5"/>
              </a:lnSpc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31895" y="3273679"/>
            <a:ext cx="51504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0" marR="5080" indent="-57785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But, 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what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about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the 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instances </a:t>
            </a: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in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private </a:t>
            </a:r>
            <a:r>
              <a:rPr sz="1800" spc="-105" dirty="0">
                <a:solidFill>
                  <a:srgbClr val="464646"/>
                </a:solidFill>
                <a:latin typeface="Microsoft Sans Serif"/>
                <a:cs typeface="Microsoft Sans Serif"/>
              </a:rPr>
              <a:t>subnet?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How </a:t>
            </a:r>
            <a:r>
              <a:rPr sz="1800" spc="-46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464646"/>
                </a:solidFill>
                <a:latin typeface="Microsoft Sans Serif"/>
                <a:cs typeface="Microsoft Sans Serif"/>
              </a:rPr>
              <a:t>do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they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interac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with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othe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60" dirty="0">
                <a:solidFill>
                  <a:srgbClr val="464646"/>
                </a:solidFill>
                <a:latin typeface="Microsoft Sans Serif"/>
                <a:cs typeface="Microsoft Sans Serif"/>
              </a:rPr>
              <a:t>AW</a:t>
            </a:r>
            <a:r>
              <a:rPr sz="1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servic</a:t>
            </a:r>
            <a:r>
              <a:rPr sz="1800" spc="-14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229" dirty="0">
                <a:solidFill>
                  <a:srgbClr val="464646"/>
                </a:solidFill>
                <a:latin typeface="Microsoft Sans Serif"/>
                <a:cs typeface="Microsoft Sans Serif"/>
              </a:rPr>
              <a:t>s?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7682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Option</a:t>
            </a:r>
            <a:r>
              <a:rPr sz="2400" spc="-40" dirty="0"/>
              <a:t> </a:t>
            </a:r>
            <a:r>
              <a:rPr sz="2400" spc="-5" dirty="0"/>
              <a:t>1:</a:t>
            </a:r>
            <a:r>
              <a:rPr sz="2400" dirty="0"/>
              <a:t> </a:t>
            </a:r>
            <a:r>
              <a:rPr sz="2400" spc="-5" dirty="0"/>
              <a:t>Private instances</a:t>
            </a:r>
            <a:r>
              <a:rPr sz="2400" dirty="0"/>
              <a:t> use</a:t>
            </a:r>
            <a:r>
              <a:rPr sz="2400" spc="-5" dirty="0"/>
              <a:t> </a:t>
            </a:r>
            <a:r>
              <a:rPr sz="2400" dirty="0"/>
              <a:t>the internet</a:t>
            </a:r>
            <a:r>
              <a:rPr sz="2400" spc="-25" dirty="0"/>
              <a:t> </a:t>
            </a:r>
            <a:r>
              <a:rPr sz="2400" spc="5" dirty="0"/>
              <a:t>with</a:t>
            </a:r>
            <a:r>
              <a:rPr sz="2400" spc="-50" dirty="0"/>
              <a:t> </a:t>
            </a:r>
            <a:r>
              <a:rPr sz="2400" spc="-65" dirty="0"/>
              <a:t>NAT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379729" y="767318"/>
            <a:ext cx="5842000" cy="4202430"/>
            <a:chOff x="379729" y="767318"/>
            <a:chExt cx="5842000" cy="4202430"/>
          </a:xfrm>
        </p:grpSpPr>
        <p:sp>
          <p:nvSpPr>
            <p:cNvPr id="4" name="object 4"/>
            <p:cNvSpPr/>
            <p:nvPr/>
          </p:nvSpPr>
          <p:spPr>
            <a:xfrm>
              <a:off x="392429" y="1372362"/>
              <a:ext cx="2409825" cy="3584575"/>
            </a:xfrm>
            <a:custGeom>
              <a:avLst/>
              <a:gdLst/>
              <a:ahLst/>
              <a:cxnLst/>
              <a:rect l="l" t="t" r="r" b="b"/>
              <a:pathLst>
                <a:path w="2409825" h="3584575">
                  <a:moveTo>
                    <a:pt x="2409444" y="0"/>
                  </a:moveTo>
                  <a:lnTo>
                    <a:pt x="0" y="0"/>
                  </a:lnTo>
                  <a:lnTo>
                    <a:pt x="0" y="3584448"/>
                  </a:lnTo>
                  <a:lnTo>
                    <a:pt x="2409444" y="3584448"/>
                  </a:lnTo>
                  <a:lnTo>
                    <a:pt x="2409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2429" y="1372362"/>
              <a:ext cx="2409825" cy="3584575"/>
            </a:xfrm>
            <a:custGeom>
              <a:avLst/>
              <a:gdLst/>
              <a:ahLst/>
              <a:cxnLst/>
              <a:rect l="l" t="t" r="r" b="b"/>
              <a:pathLst>
                <a:path w="2409825" h="3584575">
                  <a:moveTo>
                    <a:pt x="0" y="3584448"/>
                  </a:moveTo>
                  <a:lnTo>
                    <a:pt x="2409444" y="3584448"/>
                  </a:lnTo>
                  <a:lnTo>
                    <a:pt x="2409444" y="0"/>
                  </a:lnTo>
                  <a:lnTo>
                    <a:pt x="0" y="0"/>
                  </a:lnTo>
                  <a:lnTo>
                    <a:pt x="0" y="35844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297" y="767318"/>
              <a:ext cx="5488305" cy="372213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10513" y="3487673"/>
            <a:ext cx="1192530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1207" y="1648713"/>
            <a:ext cx="1376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4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9978" y="1002919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0513" y="2332990"/>
            <a:ext cx="117983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230" algn="l"/>
              </a:tabLst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	</a:t>
            </a:r>
            <a:r>
              <a:rPr sz="2100" spc="-15" baseline="1984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2100" spc="-165" baseline="1984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2100" baseline="1984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endParaRPr sz="2100" baseline="1984">
              <a:latin typeface="Arial MT"/>
              <a:cs typeface="Arial MT"/>
            </a:endParaRPr>
          </a:p>
          <a:p>
            <a:pPr marL="47625">
              <a:lnSpc>
                <a:spcPct val="100000"/>
              </a:lnSpc>
              <a:spcBef>
                <a:spcPts val="116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289680" y="3577716"/>
          <a:ext cx="2926079" cy="7416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27">
                <a:tc>
                  <a:txBody>
                    <a:bodyPr/>
                    <a:lstStyle/>
                    <a:p>
                      <a:pPr marR="8382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8509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636009" y="3210814"/>
            <a:ext cx="1868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318764" y="1969642"/>
          <a:ext cx="2925445" cy="11125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R="35877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3905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R="32702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IGW-id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3886580" y="1601800"/>
            <a:ext cx="1800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bl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70404" y="2532888"/>
            <a:ext cx="855344" cy="1422400"/>
          </a:xfrm>
          <a:custGeom>
            <a:avLst/>
            <a:gdLst/>
            <a:ahLst/>
            <a:cxnLst/>
            <a:rect l="l" t="t" r="r" b="b"/>
            <a:pathLst>
              <a:path w="855345" h="1422400">
                <a:moveTo>
                  <a:pt x="0" y="41020"/>
                </a:moveTo>
                <a:lnTo>
                  <a:pt x="854836" y="0"/>
                </a:lnTo>
              </a:path>
              <a:path w="855345" h="1422400">
                <a:moveTo>
                  <a:pt x="0" y="1295400"/>
                </a:moveTo>
                <a:lnTo>
                  <a:pt x="825754" y="1421980"/>
                </a:lnTo>
              </a:path>
            </a:pathLst>
          </a:custGeom>
          <a:ln w="9525">
            <a:solidFill>
              <a:srgbClr val="999A97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93521" y="4663273"/>
            <a:ext cx="180403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5"/>
              </a:lnSpc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7682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Option</a:t>
            </a:r>
            <a:r>
              <a:rPr sz="2400" spc="-40" dirty="0"/>
              <a:t> </a:t>
            </a:r>
            <a:r>
              <a:rPr sz="2400" spc="-5" dirty="0"/>
              <a:t>1:</a:t>
            </a:r>
            <a:r>
              <a:rPr sz="2400" dirty="0"/>
              <a:t> </a:t>
            </a:r>
            <a:r>
              <a:rPr sz="2400" spc="-5" dirty="0"/>
              <a:t>Private instances</a:t>
            </a:r>
            <a:r>
              <a:rPr sz="2400" dirty="0"/>
              <a:t> use</a:t>
            </a:r>
            <a:r>
              <a:rPr sz="2400" spc="-5" dirty="0"/>
              <a:t> </a:t>
            </a:r>
            <a:r>
              <a:rPr sz="2400" dirty="0"/>
              <a:t>the internet</a:t>
            </a:r>
            <a:r>
              <a:rPr sz="2400" spc="-25" dirty="0"/>
              <a:t> </a:t>
            </a:r>
            <a:r>
              <a:rPr sz="2400" spc="5" dirty="0"/>
              <a:t>with</a:t>
            </a:r>
            <a:r>
              <a:rPr sz="2400" spc="-50" dirty="0"/>
              <a:t> </a:t>
            </a:r>
            <a:r>
              <a:rPr sz="2400" spc="-65" dirty="0"/>
              <a:t>NAT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379729" y="767318"/>
            <a:ext cx="5871210" cy="4202430"/>
            <a:chOff x="379729" y="767318"/>
            <a:chExt cx="5871210" cy="4202430"/>
          </a:xfrm>
        </p:grpSpPr>
        <p:sp>
          <p:nvSpPr>
            <p:cNvPr id="4" name="object 4"/>
            <p:cNvSpPr/>
            <p:nvPr/>
          </p:nvSpPr>
          <p:spPr>
            <a:xfrm>
              <a:off x="392429" y="1372362"/>
              <a:ext cx="2409825" cy="3584575"/>
            </a:xfrm>
            <a:custGeom>
              <a:avLst/>
              <a:gdLst/>
              <a:ahLst/>
              <a:cxnLst/>
              <a:rect l="l" t="t" r="r" b="b"/>
              <a:pathLst>
                <a:path w="2409825" h="3584575">
                  <a:moveTo>
                    <a:pt x="2409444" y="0"/>
                  </a:moveTo>
                  <a:lnTo>
                    <a:pt x="0" y="0"/>
                  </a:lnTo>
                  <a:lnTo>
                    <a:pt x="0" y="3584448"/>
                  </a:lnTo>
                  <a:lnTo>
                    <a:pt x="2409444" y="3584448"/>
                  </a:lnTo>
                  <a:lnTo>
                    <a:pt x="2409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2429" y="1372362"/>
              <a:ext cx="2409825" cy="3584575"/>
            </a:xfrm>
            <a:custGeom>
              <a:avLst/>
              <a:gdLst/>
              <a:ahLst/>
              <a:cxnLst/>
              <a:rect l="l" t="t" r="r" b="b"/>
              <a:pathLst>
                <a:path w="2409825" h="3584575">
                  <a:moveTo>
                    <a:pt x="0" y="3584448"/>
                  </a:moveTo>
                  <a:lnTo>
                    <a:pt x="2409444" y="3584448"/>
                  </a:lnTo>
                  <a:lnTo>
                    <a:pt x="2409444" y="0"/>
                  </a:lnTo>
                  <a:lnTo>
                    <a:pt x="0" y="0"/>
                  </a:lnTo>
                  <a:lnTo>
                    <a:pt x="0" y="35844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297" y="767318"/>
              <a:ext cx="5517387" cy="372213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10513" y="3487673"/>
            <a:ext cx="1192530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1207" y="1648713"/>
            <a:ext cx="1376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4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9978" y="1002919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0513" y="2332990"/>
            <a:ext cx="117983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230" algn="l"/>
              </a:tabLst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	</a:t>
            </a:r>
            <a:r>
              <a:rPr sz="2100" spc="-15" baseline="1984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2100" spc="-165" baseline="1984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2100" baseline="1984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endParaRPr sz="2100" baseline="1984">
              <a:latin typeface="Arial MT"/>
              <a:cs typeface="Arial MT"/>
            </a:endParaRPr>
          </a:p>
          <a:p>
            <a:pPr marL="47625">
              <a:lnSpc>
                <a:spcPct val="100000"/>
              </a:lnSpc>
              <a:spcBef>
                <a:spcPts val="116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3096" y="3210814"/>
            <a:ext cx="4053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30" dirty="0">
                <a:solidFill>
                  <a:srgbClr val="464646"/>
                </a:solidFill>
                <a:latin typeface="Arial"/>
                <a:cs typeface="Arial"/>
              </a:rPr>
              <a:t>(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de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7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120" dirty="0">
                <a:solidFill>
                  <a:srgbClr val="464646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318764" y="1969642"/>
          <a:ext cx="2925445" cy="11125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R="35877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R="32702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IGW-id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3886580" y="1601800"/>
            <a:ext cx="1800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bl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70404" y="2532888"/>
            <a:ext cx="1423035" cy="1674495"/>
          </a:xfrm>
          <a:custGeom>
            <a:avLst/>
            <a:gdLst/>
            <a:ahLst/>
            <a:cxnLst/>
            <a:rect l="l" t="t" r="r" b="b"/>
            <a:pathLst>
              <a:path w="1423035" h="1674495">
                <a:moveTo>
                  <a:pt x="0" y="41020"/>
                </a:moveTo>
                <a:lnTo>
                  <a:pt x="854836" y="0"/>
                </a:lnTo>
              </a:path>
              <a:path w="1423035" h="1674495">
                <a:moveTo>
                  <a:pt x="0" y="1330452"/>
                </a:moveTo>
                <a:lnTo>
                  <a:pt x="1422781" y="1673999"/>
                </a:lnTo>
              </a:path>
            </a:pathLst>
          </a:custGeom>
          <a:ln w="9525">
            <a:solidFill>
              <a:srgbClr val="999A97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886708" y="3661536"/>
          <a:ext cx="2925445" cy="1076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NAT-GW-id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693521" y="4663273"/>
            <a:ext cx="180403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5"/>
              </a:lnSpc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1941" y="1123441"/>
            <a:ext cx="2154555" cy="1394460"/>
            <a:chOff x="551941" y="1123441"/>
            <a:chExt cx="2154555" cy="1394460"/>
          </a:xfrm>
        </p:grpSpPr>
        <p:sp>
          <p:nvSpPr>
            <p:cNvPr id="4" name="object 4"/>
            <p:cNvSpPr/>
            <p:nvPr/>
          </p:nvSpPr>
          <p:spPr>
            <a:xfrm>
              <a:off x="564641" y="1136141"/>
              <a:ext cx="2129155" cy="1369060"/>
            </a:xfrm>
            <a:custGeom>
              <a:avLst/>
              <a:gdLst/>
              <a:ahLst/>
              <a:cxnLst/>
              <a:rect l="l" t="t" r="r" b="b"/>
              <a:pathLst>
                <a:path w="2129155" h="1369060">
                  <a:moveTo>
                    <a:pt x="1900935" y="0"/>
                  </a:moveTo>
                  <a:lnTo>
                    <a:pt x="228092" y="0"/>
                  </a:lnTo>
                  <a:lnTo>
                    <a:pt x="182123" y="4633"/>
                  </a:lnTo>
                  <a:lnTo>
                    <a:pt x="139308" y="17922"/>
                  </a:lnTo>
                  <a:lnTo>
                    <a:pt x="100563" y="38951"/>
                  </a:lnTo>
                  <a:lnTo>
                    <a:pt x="66806" y="66801"/>
                  </a:lnTo>
                  <a:lnTo>
                    <a:pt x="38954" y="100558"/>
                  </a:lnTo>
                  <a:lnTo>
                    <a:pt x="17924" y="139303"/>
                  </a:lnTo>
                  <a:lnTo>
                    <a:pt x="4634" y="182119"/>
                  </a:lnTo>
                  <a:lnTo>
                    <a:pt x="0" y="228092"/>
                  </a:lnTo>
                  <a:lnTo>
                    <a:pt x="0" y="1140460"/>
                  </a:lnTo>
                  <a:lnTo>
                    <a:pt x="4634" y="1186432"/>
                  </a:lnTo>
                  <a:lnTo>
                    <a:pt x="17924" y="1229248"/>
                  </a:lnTo>
                  <a:lnTo>
                    <a:pt x="38954" y="1267993"/>
                  </a:lnTo>
                  <a:lnTo>
                    <a:pt x="66806" y="1301750"/>
                  </a:lnTo>
                  <a:lnTo>
                    <a:pt x="100563" y="1329600"/>
                  </a:lnTo>
                  <a:lnTo>
                    <a:pt x="139308" y="1350629"/>
                  </a:lnTo>
                  <a:lnTo>
                    <a:pt x="182123" y="1363918"/>
                  </a:lnTo>
                  <a:lnTo>
                    <a:pt x="228092" y="1368552"/>
                  </a:lnTo>
                  <a:lnTo>
                    <a:pt x="1900935" y="1368552"/>
                  </a:lnTo>
                  <a:lnTo>
                    <a:pt x="1946908" y="1363918"/>
                  </a:lnTo>
                  <a:lnTo>
                    <a:pt x="1989724" y="1350629"/>
                  </a:lnTo>
                  <a:lnTo>
                    <a:pt x="2028469" y="1329600"/>
                  </a:lnTo>
                  <a:lnTo>
                    <a:pt x="2062226" y="1301750"/>
                  </a:lnTo>
                  <a:lnTo>
                    <a:pt x="2090076" y="1267993"/>
                  </a:lnTo>
                  <a:lnTo>
                    <a:pt x="2111105" y="1229248"/>
                  </a:lnTo>
                  <a:lnTo>
                    <a:pt x="2124394" y="1186432"/>
                  </a:lnTo>
                  <a:lnTo>
                    <a:pt x="2129028" y="1140460"/>
                  </a:lnTo>
                  <a:lnTo>
                    <a:pt x="2129028" y="228092"/>
                  </a:lnTo>
                  <a:lnTo>
                    <a:pt x="2124394" y="182119"/>
                  </a:lnTo>
                  <a:lnTo>
                    <a:pt x="2111105" y="139303"/>
                  </a:lnTo>
                  <a:lnTo>
                    <a:pt x="2090076" y="100558"/>
                  </a:lnTo>
                  <a:lnTo>
                    <a:pt x="2062226" y="66801"/>
                  </a:lnTo>
                  <a:lnTo>
                    <a:pt x="2028469" y="38951"/>
                  </a:lnTo>
                  <a:lnTo>
                    <a:pt x="1989724" y="17922"/>
                  </a:lnTo>
                  <a:lnTo>
                    <a:pt x="1946908" y="4633"/>
                  </a:lnTo>
                  <a:lnTo>
                    <a:pt x="19009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4641" y="1136141"/>
              <a:ext cx="2129155" cy="1369060"/>
            </a:xfrm>
            <a:custGeom>
              <a:avLst/>
              <a:gdLst/>
              <a:ahLst/>
              <a:cxnLst/>
              <a:rect l="l" t="t" r="r" b="b"/>
              <a:pathLst>
                <a:path w="2129155" h="1369060">
                  <a:moveTo>
                    <a:pt x="0" y="228092"/>
                  </a:moveTo>
                  <a:lnTo>
                    <a:pt x="4634" y="182119"/>
                  </a:lnTo>
                  <a:lnTo>
                    <a:pt x="17924" y="139303"/>
                  </a:lnTo>
                  <a:lnTo>
                    <a:pt x="38954" y="100558"/>
                  </a:lnTo>
                  <a:lnTo>
                    <a:pt x="66806" y="66801"/>
                  </a:lnTo>
                  <a:lnTo>
                    <a:pt x="100563" y="38951"/>
                  </a:lnTo>
                  <a:lnTo>
                    <a:pt x="139308" y="17922"/>
                  </a:lnTo>
                  <a:lnTo>
                    <a:pt x="182123" y="4633"/>
                  </a:lnTo>
                  <a:lnTo>
                    <a:pt x="228092" y="0"/>
                  </a:lnTo>
                  <a:lnTo>
                    <a:pt x="1900935" y="0"/>
                  </a:lnTo>
                  <a:lnTo>
                    <a:pt x="1946908" y="4633"/>
                  </a:lnTo>
                  <a:lnTo>
                    <a:pt x="1989724" y="17922"/>
                  </a:lnTo>
                  <a:lnTo>
                    <a:pt x="2028469" y="38951"/>
                  </a:lnTo>
                  <a:lnTo>
                    <a:pt x="2062226" y="66801"/>
                  </a:lnTo>
                  <a:lnTo>
                    <a:pt x="2090076" y="100558"/>
                  </a:lnTo>
                  <a:lnTo>
                    <a:pt x="2111105" y="139303"/>
                  </a:lnTo>
                  <a:lnTo>
                    <a:pt x="2124394" y="182119"/>
                  </a:lnTo>
                  <a:lnTo>
                    <a:pt x="2129028" y="228092"/>
                  </a:lnTo>
                  <a:lnTo>
                    <a:pt x="2129028" y="1140460"/>
                  </a:lnTo>
                  <a:lnTo>
                    <a:pt x="2124394" y="1186432"/>
                  </a:lnTo>
                  <a:lnTo>
                    <a:pt x="2111105" y="1229248"/>
                  </a:lnTo>
                  <a:lnTo>
                    <a:pt x="2090076" y="1267993"/>
                  </a:lnTo>
                  <a:lnTo>
                    <a:pt x="2062226" y="1301750"/>
                  </a:lnTo>
                  <a:lnTo>
                    <a:pt x="2028469" y="1329600"/>
                  </a:lnTo>
                  <a:lnTo>
                    <a:pt x="1989724" y="1350629"/>
                  </a:lnTo>
                  <a:lnTo>
                    <a:pt x="1946908" y="1363918"/>
                  </a:lnTo>
                  <a:lnTo>
                    <a:pt x="1900935" y="1368552"/>
                  </a:lnTo>
                  <a:lnTo>
                    <a:pt x="228092" y="1368552"/>
                  </a:lnTo>
                  <a:lnTo>
                    <a:pt x="182123" y="1363918"/>
                  </a:lnTo>
                  <a:lnTo>
                    <a:pt x="139308" y="1350629"/>
                  </a:lnTo>
                  <a:lnTo>
                    <a:pt x="100563" y="1329600"/>
                  </a:lnTo>
                  <a:lnTo>
                    <a:pt x="66806" y="1301750"/>
                  </a:lnTo>
                  <a:lnTo>
                    <a:pt x="38954" y="1267993"/>
                  </a:lnTo>
                  <a:lnTo>
                    <a:pt x="17924" y="1229248"/>
                  </a:lnTo>
                  <a:lnTo>
                    <a:pt x="4634" y="1186432"/>
                  </a:lnTo>
                  <a:lnTo>
                    <a:pt x="0" y="1140460"/>
                  </a:lnTo>
                  <a:lnTo>
                    <a:pt x="0" y="22809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12088" y="2159635"/>
            <a:ext cx="16338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Z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544" y="139065"/>
            <a:ext cx="728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4D4D4B"/>
                </a:solidFill>
                <a:latin typeface="Arial"/>
                <a:cs typeface="Arial"/>
              </a:rPr>
              <a:t>N</a:t>
            </a:r>
            <a:r>
              <a:rPr sz="2800" b="1" spc="-215" dirty="0">
                <a:solidFill>
                  <a:srgbClr val="4D4D4B"/>
                </a:solidFill>
                <a:latin typeface="Arial"/>
                <a:cs typeface="Arial"/>
              </a:rPr>
              <a:t>A</a:t>
            </a:r>
            <a:r>
              <a:rPr sz="2800" b="1" spc="-5" dirty="0">
                <a:solidFill>
                  <a:srgbClr val="4D4D4B"/>
                </a:solidFill>
                <a:latin typeface="Arial"/>
                <a:cs typeface="Arial"/>
              </a:rPr>
              <a:t>T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46903" y="652348"/>
            <a:ext cx="3328670" cy="3922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800" spc="65" dirty="0">
                <a:solidFill>
                  <a:srgbClr val="4D4D4B"/>
                </a:solidFill>
                <a:latin typeface="Microsoft Sans Serif"/>
                <a:cs typeface="Microsoft Sans Serif"/>
              </a:rPr>
              <a:t>NA</a:t>
            </a:r>
            <a:r>
              <a:rPr sz="18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T </a:t>
            </a:r>
            <a:r>
              <a:rPr sz="1800" spc="-40" dirty="0">
                <a:solidFill>
                  <a:srgbClr val="4D4D4B"/>
                </a:solidFill>
                <a:latin typeface="Microsoft Sans Serif"/>
                <a:cs typeface="Microsoft Sans Serif"/>
              </a:rPr>
              <a:t>Ga</a:t>
            </a:r>
            <a:r>
              <a:rPr sz="18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t</a:t>
            </a:r>
            <a:r>
              <a:rPr sz="1800" spc="-210" dirty="0">
                <a:solidFill>
                  <a:srgbClr val="4D4D4B"/>
                </a:solidFill>
                <a:latin typeface="Microsoft Sans Serif"/>
                <a:cs typeface="Microsoft Sans Serif"/>
              </a:rPr>
              <a:t>e</a:t>
            </a:r>
            <a:r>
              <a:rPr sz="1800" spc="-280" dirty="0">
                <a:solidFill>
                  <a:srgbClr val="4D4D4B"/>
                </a:solidFill>
                <a:latin typeface="Microsoft Sans Serif"/>
                <a:cs typeface="Microsoft Sans Serif"/>
              </a:rPr>
              <a:t>w</a:t>
            </a:r>
            <a:r>
              <a:rPr sz="1800" spc="65" dirty="0">
                <a:solidFill>
                  <a:srgbClr val="4D4D4B"/>
                </a:solidFill>
                <a:latin typeface="Microsoft Sans Serif"/>
                <a:cs typeface="Microsoft Sans Serif"/>
              </a:rPr>
              <a:t>ay</a:t>
            </a:r>
            <a:r>
              <a:rPr sz="18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D4D4B"/>
                </a:solidFill>
                <a:latin typeface="Microsoft Sans Serif"/>
                <a:cs typeface="Microsoft Sans Serif"/>
              </a:rPr>
              <a:t>i</a:t>
            </a:r>
            <a:r>
              <a:rPr sz="1800" spc="15" dirty="0">
                <a:solidFill>
                  <a:srgbClr val="4D4D4B"/>
                </a:solidFill>
                <a:latin typeface="Microsoft Sans Serif"/>
                <a:cs typeface="Microsoft Sans Serif"/>
              </a:rPr>
              <a:t>s</a:t>
            </a:r>
            <a:r>
              <a:rPr sz="1800" spc="-1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D4D4B"/>
                </a:solidFill>
                <a:latin typeface="Microsoft Sans Serif"/>
                <a:cs typeface="Microsoft Sans Serif"/>
              </a:rPr>
              <a:t>a</a:t>
            </a:r>
            <a:r>
              <a:rPr sz="18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ma</a:t>
            </a:r>
            <a:r>
              <a:rPr sz="1800" spc="110" dirty="0">
                <a:solidFill>
                  <a:srgbClr val="4D4D4B"/>
                </a:solidFill>
                <a:latin typeface="Microsoft Sans Serif"/>
                <a:cs typeface="Microsoft Sans Serif"/>
              </a:rPr>
              <a:t>n</a:t>
            </a:r>
            <a:r>
              <a:rPr sz="1800" spc="-114" dirty="0">
                <a:solidFill>
                  <a:srgbClr val="4D4D4B"/>
                </a:solidFill>
                <a:latin typeface="Microsoft Sans Serif"/>
                <a:cs typeface="Microsoft Sans Serif"/>
              </a:rPr>
              <a:t>aged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125" dirty="0">
                <a:solidFill>
                  <a:srgbClr val="4D4D4B"/>
                </a:solidFill>
                <a:latin typeface="Microsoft Sans Serif"/>
                <a:cs typeface="Microsoft Sans Serif"/>
              </a:rPr>
              <a:t>service</a:t>
            </a:r>
            <a:endParaRPr sz="1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800" spc="25" dirty="0">
                <a:solidFill>
                  <a:srgbClr val="4D4D4B"/>
                </a:solidFill>
                <a:latin typeface="Microsoft Sans Serif"/>
                <a:cs typeface="Microsoft Sans Serif"/>
              </a:rPr>
              <a:t>Automatically</a:t>
            </a:r>
            <a:r>
              <a:rPr sz="1800" spc="-4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D4D4B"/>
                </a:solidFill>
                <a:latin typeface="Microsoft Sans Serif"/>
                <a:cs typeface="Microsoft Sans Serif"/>
              </a:rPr>
              <a:t>scales</a:t>
            </a:r>
            <a:endParaRPr sz="1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800" spc="5" dirty="0">
                <a:solidFill>
                  <a:srgbClr val="4D4D4B"/>
                </a:solidFill>
                <a:latin typeface="Microsoft Sans Serif"/>
                <a:cs typeface="Microsoft Sans Serif"/>
              </a:rPr>
              <a:t>El</a:t>
            </a:r>
            <a:r>
              <a:rPr sz="1800" spc="-125" dirty="0">
                <a:solidFill>
                  <a:srgbClr val="4D4D4B"/>
                </a:solidFill>
                <a:latin typeface="Microsoft Sans Serif"/>
                <a:cs typeface="Microsoft Sans Serif"/>
              </a:rPr>
              <a:t>a</a:t>
            </a:r>
            <a:r>
              <a:rPr sz="1800" spc="-120" dirty="0">
                <a:solidFill>
                  <a:srgbClr val="4D4D4B"/>
                </a:solidFill>
                <a:latin typeface="Microsoft Sans Serif"/>
                <a:cs typeface="Microsoft Sans Serif"/>
              </a:rPr>
              <a:t>s</a:t>
            </a:r>
            <a:r>
              <a:rPr sz="1800" spc="20" dirty="0">
                <a:solidFill>
                  <a:srgbClr val="4D4D4B"/>
                </a:solidFill>
                <a:latin typeface="Microsoft Sans Serif"/>
                <a:cs typeface="Microsoft Sans Serif"/>
              </a:rPr>
              <a:t>ti</a:t>
            </a:r>
            <a:r>
              <a:rPr sz="1800" spc="50" dirty="0">
                <a:solidFill>
                  <a:srgbClr val="4D4D4B"/>
                </a:solidFill>
                <a:latin typeface="Microsoft Sans Serif"/>
                <a:cs typeface="Microsoft Sans Serif"/>
              </a:rPr>
              <a:t>c</a:t>
            </a:r>
            <a:r>
              <a:rPr sz="1800" spc="-2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D4D4B"/>
                </a:solidFill>
                <a:latin typeface="Microsoft Sans Serif"/>
                <a:cs typeface="Microsoft Sans Serif"/>
              </a:rPr>
              <a:t>I</a:t>
            </a:r>
            <a:r>
              <a:rPr sz="1800" spc="-170" dirty="0">
                <a:solidFill>
                  <a:srgbClr val="4D4D4B"/>
                </a:solidFill>
                <a:latin typeface="Microsoft Sans Serif"/>
                <a:cs typeface="Microsoft Sans Serif"/>
              </a:rPr>
              <a:t>P</a:t>
            </a:r>
            <a:r>
              <a:rPr sz="1800" spc="-2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D4D4B"/>
                </a:solidFill>
                <a:latin typeface="Microsoft Sans Serif"/>
                <a:cs typeface="Microsoft Sans Serif"/>
              </a:rPr>
              <a:t>req</a:t>
            </a:r>
            <a:r>
              <a:rPr sz="1800" spc="-70" dirty="0">
                <a:solidFill>
                  <a:srgbClr val="4D4D4B"/>
                </a:solidFill>
                <a:latin typeface="Microsoft Sans Serif"/>
                <a:cs typeface="Microsoft Sans Serif"/>
              </a:rPr>
              <a:t>u</a:t>
            </a:r>
            <a:r>
              <a:rPr sz="1800" spc="80" dirty="0">
                <a:solidFill>
                  <a:srgbClr val="4D4D4B"/>
                </a:solidFill>
                <a:latin typeface="Microsoft Sans Serif"/>
                <a:cs typeface="Microsoft Sans Serif"/>
              </a:rPr>
              <a:t>i</a:t>
            </a:r>
            <a:r>
              <a:rPr sz="1800" spc="120" dirty="0">
                <a:solidFill>
                  <a:srgbClr val="4D4D4B"/>
                </a:solidFill>
                <a:latin typeface="Microsoft Sans Serif"/>
                <a:cs typeface="Microsoft Sans Serif"/>
              </a:rPr>
              <a:t>r</a:t>
            </a:r>
            <a:r>
              <a:rPr sz="1800" spc="-190" dirty="0">
                <a:solidFill>
                  <a:srgbClr val="4D4D4B"/>
                </a:solidFill>
                <a:latin typeface="Microsoft Sans Serif"/>
                <a:cs typeface="Microsoft Sans Serif"/>
              </a:rPr>
              <a:t>ed</a:t>
            </a:r>
            <a:endParaRPr sz="1800">
              <a:latin typeface="Microsoft Sans Serif"/>
              <a:cs typeface="Microsoft Sans Serif"/>
            </a:endParaRPr>
          </a:p>
          <a:p>
            <a:pPr marL="355600" marR="158750" indent="-34353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800" spc="-305" dirty="0">
                <a:solidFill>
                  <a:srgbClr val="4D4D4B"/>
                </a:solidFill>
                <a:latin typeface="Microsoft Sans Serif"/>
                <a:cs typeface="Microsoft Sans Serif"/>
              </a:rPr>
              <a:t>D</a:t>
            </a:r>
            <a:r>
              <a:rPr sz="1800" spc="-229" dirty="0">
                <a:solidFill>
                  <a:srgbClr val="4D4D4B"/>
                </a:solidFill>
                <a:latin typeface="Microsoft Sans Serif"/>
                <a:cs typeface="Microsoft Sans Serif"/>
              </a:rPr>
              <a:t>e</a:t>
            </a:r>
            <a:r>
              <a:rPr sz="1800" spc="-80" dirty="0">
                <a:solidFill>
                  <a:srgbClr val="4D4D4B"/>
                </a:solidFill>
                <a:latin typeface="Microsoft Sans Serif"/>
                <a:cs typeface="Microsoft Sans Serif"/>
              </a:rPr>
              <a:t>ploye</a:t>
            </a:r>
            <a:r>
              <a:rPr sz="1800" spc="-85" dirty="0">
                <a:solidFill>
                  <a:srgbClr val="4D4D4B"/>
                </a:solidFill>
                <a:latin typeface="Microsoft Sans Serif"/>
                <a:cs typeface="Microsoft Sans Serif"/>
              </a:rPr>
              <a:t>d</a:t>
            </a:r>
            <a:r>
              <a:rPr sz="180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4D4D4B"/>
                </a:solidFill>
                <a:latin typeface="Microsoft Sans Serif"/>
                <a:cs typeface="Microsoft Sans Serif"/>
              </a:rPr>
              <a:t>i</a:t>
            </a:r>
            <a:r>
              <a:rPr sz="1800" spc="180" dirty="0">
                <a:solidFill>
                  <a:srgbClr val="4D4D4B"/>
                </a:solidFill>
                <a:latin typeface="Microsoft Sans Serif"/>
                <a:cs typeface="Microsoft Sans Serif"/>
              </a:rPr>
              <a:t>n</a:t>
            </a:r>
            <a:r>
              <a:rPr sz="1800" spc="-1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220" dirty="0">
                <a:solidFill>
                  <a:srgbClr val="4D4D4B"/>
                </a:solidFill>
                <a:latin typeface="Microsoft Sans Serif"/>
                <a:cs typeface="Microsoft Sans Serif"/>
              </a:rPr>
              <a:t>P</a:t>
            </a:r>
            <a:r>
              <a:rPr sz="1800" spc="10" dirty="0">
                <a:solidFill>
                  <a:srgbClr val="4D4D4B"/>
                </a:solidFill>
                <a:latin typeface="Microsoft Sans Serif"/>
                <a:cs typeface="Microsoft Sans Serif"/>
              </a:rPr>
              <a:t>u</a:t>
            </a:r>
            <a:r>
              <a:rPr sz="1800" spc="-20" dirty="0">
                <a:solidFill>
                  <a:srgbClr val="4D4D4B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4D4D4B"/>
                </a:solidFill>
                <a:latin typeface="Microsoft Sans Serif"/>
                <a:cs typeface="Microsoft Sans Serif"/>
              </a:rPr>
              <a:t>l</a:t>
            </a:r>
            <a:r>
              <a:rPr sz="1800" spc="-15" dirty="0">
                <a:solidFill>
                  <a:srgbClr val="4D4D4B"/>
                </a:solidFill>
                <a:latin typeface="Microsoft Sans Serif"/>
                <a:cs typeface="Microsoft Sans Serif"/>
              </a:rPr>
              <a:t>ic </a:t>
            </a:r>
            <a:r>
              <a:rPr sz="1800" spc="60" dirty="0">
                <a:solidFill>
                  <a:srgbClr val="4D4D4B"/>
                </a:solidFill>
                <a:latin typeface="Microsoft Sans Serif"/>
                <a:cs typeface="Microsoft Sans Serif"/>
              </a:rPr>
              <a:t>S</a:t>
            </a:r>
            <a:r>
              <a:rPr sz="1800" spc="40" dirty="0">
                <a:solidFill>
                  <a:srgbClr val="4D4D4B"/>
                </a:solidFill>
                <a:latin typeface="Microsoft Sans Serif"/>
                <a:cs typeface="Microsoft Sans Serif"/>
              </a:rPr>
              <a:t>u</a:t>
            </a:r>
            <a:r>
              <a:rPr sz="1800" spc="-70" dirty="0">
                <a:solidFill>
                  <a:srgbClr val="4D4D4B"/>
                </a:solidFill>
                <a:latin typeface="Microsoft Sans Serif"/>
                <a:cs typeface="Microsoft Sans Serif"/>
              </a:rPr>
              <a:t>bnet</a:t>
            </a:r>
            <a:r>
              <a:rPr sz="1800" spc="-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100" dirty="0">
                <a:solidFill>
                  <a:srgbClr val="4D4D4B"/>
                </a:solidFill>
                <a:latin typeface="Microsoft Sans Serif"/>
                <a:cs typeface="Microsoft Sans Serif"/>
              </a:rPr>
              <a:t>in  </a:t>
            </a:r>
            <a:r>
              <a:rPr sz="1800" spc="-65" dirty="0">
                <a:solidFill>
                  <a:srgbClr val="4D4D4B"/>
                </a:solidFill>
                <a:latin typeface="Microsoft Sans Serif"/>
                <a:cs typeface="Microsoft Sans Serif"/>
              </a:rPr>
              <a:t>specific</a:t>
            </a:r>
            <a:r>
              <a:rPr sz="1800" spc="-1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270" dirty="0">
                <a:solidFill>
                  <a:srgbClr val="4D4D4B"/>
                </a:solidFill>
                <a:latin typeface="Microsoft Sans Serif"/>
                <a:cs typeface="Microsoft Sans Serif"/>
              </a:rPr>
              <a:t>AZ</a:t>
            </a:r>
            <a:endParaRPr sz="1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800" spc="30" dirty="0">
                <a:solidFill>
                  <a:srgbClr val="4D4D4B"/>
                </a:solidFill>
                <a:latin typeface="Microsoft Sans Serif"/>
                <a:cs typeface="Microsoft Sans Serif"/>
              </a:rPr>
              <a:t>High</a:t>
            </a:r>
            <a:r>
              <a:rPr sz="18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50" dirty="0">
                <a:solidFill>
                  <a:srgbClr val="4D4D4B"/>
                </a:solidFill>
                <a:latin typeface="Microsoft Sans Serif"/>
                <a:cs typeface="Microsoft Sans Serif"/>
              </a:rPr>
              <a:t>Availability</a:t>
            </a:r>
            <a:r>
              <a:rPr sz="18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320" dirty="0">
                <a:solidFill>
                  <a:srgbClr val="4D4D4B"/>
                </a:solidFill>
                <a:latin typeface="Microsoft Sans Serif"/>
                <a:cs typeface="Microsoft Sans Serif"/>
              </a:rPr>
              <a:t>–</a:t>
            </a:r>
            <a:r>
              <a:rPr sz="18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D4D4B"/>
                </a:solidFill>
                <a:latin typeface="Microsoft Sans Serif"/>
                <a:cs typeface="Microsoft Sans Serif"/>
              </a:rPr>
              <a:t>Deploy</a:t>
            </a:r>
            <a:r>
              <a:rPr sz="1800" spc="-1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4D4D4B"/>
                </a:solidFill>
                <a:latin typeface="Microsoft Sans Serif"/>
                <a:cs typeface="Microsoft Sans Serif"/>
              </a:rPr>
              <a:t>one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1800" spc="-190" dirty="0">
                <a:solidFill>
                  <a:srgbClr val="4D4D4B"/>
                </a:solidFill>
                <a:latin typeface="Microsoft Sans Serif"/>
                <a:cs typeface="Microsoft Sans Serif"/>
              </a:rPr>
              <a:t>pe</a:t>
            </a:r>
            <a:r>
              <a:rPr sz="1800" spc="-110" dirty="0">
                <a:solidFill>
                  <a:srgbClr val="4D4D4B"/>
                </a:solidFill>
                <a:latin typeface="Microsoft Sans Serif"/>
                <a:cs typeface="Microsoft Sans Serif"/>
              </a:rPr>
              <a:t>r</a:t>
            </a:r>
            <a:r>
              <a:rPr sz="1800" spc="-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270" dirty="0">
                <a:solidFill>
                  <a:srgbClr val="4D4D4B"/>
                </a:solidFill>
                <a:latin typeface="Microsoft Sans Serif"/>
                <a:cs typeface="Microsoft Sans Serif"/>
              </a:rPr>
              <a:t>AZ</a:t>
            </a:r>
            <a:endParaRPr sz="1800">
              <a:latin typeface="Microsoft Sans Serif"/>
              <a:cs typeface="Microsoft Sans Serif"/>
            </a:endParaRPr>
          </a:p>
          <a:p>
            <a:pPr marL="355600" marR="336550" indent="-34353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800" spc="-45" dirty="0">
                <a:solidFill>
                  <a:srgbClr val="4D4D4B"/>
                </a:solidFill>
                <a:latin typeface="Microsoft Sans Serif"/>
                <a:cs typeface="Microsoft Sans Serif"/>
              </a:rPr>
              <a:t>Blocks</a:t>
            </a:r>
            <a:r>
              <a:rPr sz="18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unsolicited</a:t>
            </a:r>
            <a:r>
              <a:rPr sz="1800" spc="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4D4D4B"/>
                </a:solidFill>
                <a:latin typeface="Microsoft Sans Serif"/>
                <a:cs typeface="Microsoft Sans Serif"/>
              </a:rPr>
              <a:t>inbound </a:t>
            </a:r>
            <a:r>
              <a:rPr sz="1800" spc="-46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4D4D4B"/>
                </a:solidFill>
                <a:latin typeface="Microsoft Sans Serif"/>
                <a:cs typeface="Microsoft Sans Serif"/>
              </a:rPr>
              <a:t>requests</a:t>
            </a:r>
            <a:endParaRPr sz="1800">
              <a:latin typeface="Microsoft Sans Serif"/>
              <a:cs typeface="Microsoft Sans Serif"/>
            </a:endParaRPr>
          </a:p>
          <a:p>
            <a:pPr marL="355600" marR="200025" indent="-34353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1800" spc="30" dirty="0">
                <a:solidFill>
                  <a:srgbClr val="4D4D4B"/>
                </a:solidFill>
                <a:latin typeface="Microsoft Sans Serif"/>
                <a:cs typeface="Microsoft Sans Serif"/>
              </a:rPr>
              <a:t>NAT</a:t>
            </a:r>
            <a:r>
              <a:rPr sz="18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D4D4B"/>
                </a:solidFill>
                <a:latin typeface="Microsoft Sans Serif"/>
                <a:cs typeface="Microsoft Sans Serif"/>
              </a:rPr>
              <a:t>Instance</a:t>
            </a:r>
            <a:r>
              <a:rPr sz="1800" spc="1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320" dirty="0">
                <a:solidFill>
                  <a:srgbClr val="4D4D4B"/>
                </a:solidFill>
                <a:latin typeface="Microsoft Sans Serif"/>
                <a:cs typeface="Microsoft Sans Serif"/>
              </a:rPr>
              <a:t>–</a:t>
            </a:r>
            <a:r>
              <a:rPr sz="18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4D4D4B"/>
                </a:solidFill>
                <a:latin typeface="Microsoft Sans Serif"/>
                <a:cs typeface="Microsoft Sans Serif"/>
              </a:rPr>
              <a:t>single </a:t>
            </a:r>
            <a:r>
              <a:rPr sz="1800" spc="-130" dirty="0">
                <a:solidFill>
                  <a:srgbClr val="4D4D4B"/>
                </a:solidFill>
                <a:latin typeface="Microsoft Sans Serif"/>
                <a:cs typeface="Microsoft Sans Serif"/>
              </a:rPr>
              <a:t>server </a:t>
            </a:r>
            <a:r>
              <a:rPr sz="1800" spc="-459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D4D4B"/>
                </a:solidFill>
                <a:latin typeface="Microsoft Sans Serif"/>
                <a:cs typeface="Microsoft Sans Serif"/>
              </a:rPr>
              <a:t>NAT.</a:t>
            </a:r>
            <a:r>
              <a:rPr sz="1800" spc="-4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4D4D4B"/>
                </a:solidFill>
                <a:latin typeface="Microsoft Sans Serif"/>
                <a:cs typeface="Microsoft Sans Serif"/>
              </a:rPr>
              <a:t>You</a:t>
            </a:r>
            <a:r>
              <a:rPr sz="1800" spc="-2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4D4D4B"/>
                </a:solidFill>
                <a:latin typeface="Microsoft Sans Serif"/>
                <a:cs typeface="Microsoft Sans Serif"/>
              </a:rPr>
              <a:t>handle</a:t>
            </a:r>
            <a:r>
              <a:rPr sz="1800" spc="-1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D4D4B"/>
                </a:solidFill>
                <a:latin typeface="Microsoft Sans Serif"/>
                <a:cs typeface="Microsoft Sans Serif"/>
              </a:rPr>
              <a:t>HA, </a:t>
            </a:r>
            <a:r>
              <a:rPr sz="1800" spc="1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1800" spc="40" dirty="0">
                <a:solidFill>
                  <a:srgbClr val="4D4D4B"/>
                </a:solidFill>
                <a:latin typeface="Microsoft Sans Serif"/>
                <a:cs typeface="Microsoft Sans Serif"/>
              </a:rPr>
              <a:t>Scalability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33525" y="1338325"/>
            <a:ext cx="1193165" cy="728345"/>
            <a:chOff x="1033525" y="1338325"/>
            <a:chExt cx="1193165" cy="728345"/>
          </a:xfrm>
        </p:grpSpPr>
        <p:sp>
          <p:nvSpPr>
            <p:cNvPr id="10" name="object 10"/>
            <p:cNvSpPr/>
            <p:nvPr/>
          </p:nvSpPr>
          <p:spPr>
            <a:xfrm>
              <a:off x="1046225" y="1351025"/>
              <a:ext cx="1167765" cy="702945"/>
            </a:xfrm>
            <a:custGeom>
              <a:avLst/>
              <a:gdLst/>
              <a:ahLst/>
              <a:cxnLst/>
              <a:rect l="l" t="t" r="r" b="b"/>
              <a:pathLst>
                <a:path w="1167764" h="702944">
                  <a:moveTo>
                    <a:pt x="1050290" y="0"/>
                  </a:moveTo>
                  <a:lnTo>
                    <a:pt x="117093" y="0"/>
                  </a:lnTo>
                  <a:lnTo>
                    <a:pt x="71516" y="9205"/>
                  </a:lnTo>
                  <a:lnTo>
                    <a:pt x="34296" y="34305"/>
                  </a:lnTo>
                  <a:lnTo>
                    <a:pt x="9201" y="71526"/>
                  </a:lnTo>
                  <a:lnTo>
                    <a:pt x="0" y="117094"/>
                  </a:lnTo>
                  <a:lnTo>
                    <a:pt x="0" y="585469"/>
                  </a:lnTo>
                  <a:lnTo>
                    <a:pt x="9201" y="631037"/>
                  </a:lnTo>
                  <a:lnTo>
                    <a:pt x="34296" y="668258"/>
                  </a:lnTo>
                  <a:lnTo>
                    <a:pt x="71516" y="693358"/>
                  </a:lnTo>
                  <a:lnTo>
                    <a:pt x="117093" y="702563"/>
                  </a:lnTo>
                  <a:lnTo>
                    <a:pt x="1050290" y="702563"/>
                  </a:lnTo>
                  <a:lnTo>
                    <a:pt x="1095857" y="693358"/>
                  </a:lnTo>
                  <a:lnTo>
                    <a:pt x="1133078" y="668258"/>
                  </a:lnTo>
                  <a:lnTo>
                    <a:pt x="1158178" y="631037"/>
                  </a:lnTo>
                  <a:lnTo>
                    <a:pt x="1167384" y="585469"/>
                  </a:lnTo>
                  <a:lnTo>
                    <a:pt x="1167384" y="117094"/>
                  </a:lnTo>
                  <a:lnTo>
                    <a:pt x="1158178" y="71526"/>
                  </a:lnTo>
                  <a:lnTo>
                    <a:pt x="1133078" y="34305"/>
                  </a:lnTo>
                  <a:lnTo>
                    <a:pt x="1095857" y="9205"/>
                  </a:lnTo>
                  <a:lnTo>
                    <a:pt x="10502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6225" y="1351025"/>
              <a:ext cx="1167765" cy="702945"/>
            </a:xfrm>
            <a:custGeom>
              <a:avLst/>
              <a:gdLst/>
              <a:ahLst/>
              <a:cxnLst/>
              <a:rect l="l" t="t" r="r" b="b"/>
              <a:pathLst>
                <a:path w="1167764" h="702944">
                  <a:moveTo>
                    <a:pt x="0" y="117094"/>
                  </a:moveTo>
                  <a:lnTo>
                    <a:pt x="9201" y="71526"/>
                  </a:lnTo>
                  <a:lnTo>
                    <a:pt x="34296" y="34305"/>
                  </a:lnTo>
                  <a:lnTo>
                    <a:pt x="71516" y="9205"/>
                  </a:lnTo>
                  <a:lnTo>
                    <a:pt x="117093" y="0"/>
                  </a:lnTo>
                  <a:lnTo>
                    <a:pt x="1050290" y="0"/>
                  </a:lnTo>
                  <a:lnTo>
                    <a:pt x="1095857" y="9205"/>
                  </a:lnTo>
                  <a:lnTo>
                    <a:pt x="1133078" y="34305"/>
                  </a:lnTo>
                  <a:lnTo>
                    <a:pt x="1158178" y="71526"/>
                  </a:lnTo>
                  <a:lnTo>
                    <a:pt x="1167384" y="117094"/>
                  </a:lnTo>
                  <a:lnTo>
                    <a:pt x="1167384" y="585469"/>
                  </a:lnTo>
                  <a:lnTo>
                    <a:pt x="1158178" y="631037"/>
                  </a:lnTo>
                  <a:lnTo>
                    <a:pt x="1133078" y="668258"/>
                  </a:lnTo>
                  <a:lnTo>
                    <a:pt x="1095857" y="693358"/>
                  </a:lnTo>
                  <a:lnTo>
                    <a:pt x="1050290" y="702563"/>
                  </a:lnTo>
                  <a:lnTo>
                    <a:pt x="117093" y="702563"/>
                  </a:lnTo>
                  <a:lnTo>
                    <a:pt x="71516" y="693358"/>
                  </a:lnTo>
                  <a:lnTo>
                    <a:pt x="34296" y="668258"/>
                  </a:lnTo>
                  <a:lnTo>
                    <a:pt x="9201" y="631037"/>
                  </a:lnTo>
                  <a:lnTo>
                    <a:pt x="0" y="585469"/>
                  </a:lnTo>
                  <a:lnTo>
                    <a:pt x="0" y="11709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92174" y="1469897"/>
            <a:ext cx="874394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464646"/>
                </a:solidFill>
                <a:latin typeface="Arial MT"/>
                <a:cs typeface="Arial MT"/>
              </a:rPr>
              <a:t>NAT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16250" y="1117346"/>
            <a:ext cx="2154555" cy="1394460"/>
            <a:chOff x="3016250" y="1117346"/>
            <a:chExt cx="2154555" cy="1394460"/>
          </a:xfrm>
        </p:grpSpPr>
        <p:sp>
          <p:nvSpPr>
            <p:cNvPr id="14" name="object 14"/>
            <p:cNvSpPr/>
            <p:nvPr/>
          </p:nvSpPr>
          <p:spPr>
            <a:xfrm>
              <a:off x="3028950" y="1130046"/>
              <a:ext cx="2129155" cy="1369060"/>
            </a:xfrm>
            <a:custGeom>
              <a:avLst/>
              <a:gdLst/>
              <a:ahLst/>
              <a:cxnLst/>
              <a:rect l="l" t="t" r="r" b="b"/>
              <a:pathLst>
                <a:path w="2129154" h="1369060">
                  <a:moveTo>
                    <a:pt x="1900936" y="0"/>
                  </a:moveTo>
                  <a:lnTo>
                    <a:pt x="228091" y="0"/>
                  </a:lnTo>
                  <a:lnTo>
                    <a:pt x="182119" y="4633"/>
                  </a:lnTo>
                  <a:lnTo>
                    <a:pt x="139303" y="17922"/>
                  </a:lnTo>
                  <a:lnTo>
                    <a:pt x="100558" y="38951"/>
                  </a:lnTo>
                  <a:lnTo>
                    <a:pt x="66801" y="66801"/>
                  </a:lnTo>
                  <a:lnTo>
                    <a:pt x="38951" y="100558"/>
                  </a:lnTo>
                  <a:lnTo>
                    <a:pt x="17922" y="139303"/>
                  </a:lnTo>
                  <a:lnTo>
                    <a:pt x="4633" y="182119"/>
                  </a:lnTo>
                  <a:lnTo>
                    <a:pt x="0" y="228091"/>
                  </a:lnTo>
                  <a:lnTo>
                    <a:pt x="0" y="1140459"/>
                  </a:lnTo>
                  <a:lnTo>
                    <a:pt x="4633" y="1186432"/>
                  </a:lnTo>
                  <a:lnTo>
                    <a:pt x="17922" y="1229248"/>
                  </a:lnTo>
                  <a:lnTo>
                    <a:pt x="38951" y="1267993"/>
                  </a:lnTo>
                  <a:lnTo>
                    <a:pt x="66801" y="1301750"/>
                  </a:lnTo>
                  <a:lnTo>
                    <a:pt x="100558" y="1329600"/>
                  </a:lnTo>
                  <a:lnTo>
                    <a:pt x="139303" y="1350629"/>
                  </a:lnTo>
                  <a:lnTo>
                    <a:pt x="182119" y="1363918"/>
                  </a:lnTo>
                  <a:lnTo>
                    <a:pt x="228091" y="1368552"/>
                  </a:lnTo>
                  <a:lnTo>
                    <a:pt x="1900936" y="1368552"/>
                  </a:lnTo>
                  <a:lnTo>
                    <a:pt x="1946908" y="1363918"/>
                  </a:lnTo>
                  <a:lnTo>
                    <a:pt x="1989724" y="1350629"/>
                  </a:lnTo>
                  <a:lnTo>
                    <a:pt x="2028469" y="1329600"/>
                  </a:lnTo>
                  <a:lnTo>
                    <a:pt x="2062226" y="1301750"/>
                  </a:lnTo>
                  <a:lnTo>
                    <a:pt x="2090076" y="1267993"/>
                  </a:lnTo>
                  <a:lnTo>
                    <a:pt x="2111105" y="1229248"/>
                  </a:lnTo>
                  <a:lnTo>
                    <a:pt x="2124394" y="1186432"/>
                  </a:lnTo>
                  <a:lnTo>
                    <a:pt x="2129028" y="1140459"/>
                  </a:lnTo>
                  <a:lnTo>
                    <a:pt x="2129028" y="228091"/>
                  </a:lnTo>
                  <a:lnTo>
                    <a:pt x="2124394" y="182119"/>
                  </a:lnTo>
                  <a:lnTo>
                    <a:pt x="2111105" y="139303"/>
                  </a:lnTo>
                  <a:lnTo>
                    <a:pt x="2090076" y="100558"/>
                  </a:lnTo>
                  <a:lnTo>
                    <a:pt x="2062226" y="66801"/>
                  </a:lnTo>
                  <a:lnTo>
                    <a:pt x="2028469" y="38951"/>
                  </a:lnTo>
                  <a:lnTo>
                    <a:pt x="1989724" y="17922"/>
                  </a:lnTo>
                  <a:lnTo>
                    <a:pt x="1946908" y="4633"/>
                  </a:lnTo>
                  <a:lnTo>
                    <a:pt x="19009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28950" y="1130046"/>
              <a:ext cx="2129155" cy="1369060"/>
            </a:xfrm>
            <a:custGeom>
              <a:avLst/>
              <a:gdLst/>
              <a:ahLst/>
              <a:cxnLst/>
              <a:rect l="l" t="t" r="r" b="b"/>
              <a:pathLst>
                <a:path w="2129154" h="1369060">
                  <a:moveTo>
                    <a:pt x="0" y="228091"/>
                  </a:moveTo>
                  <a:lnTo>
                    <a:pt x="4633" y="182119"/>
                  </a:lnTo>
                  <a:lnTo>
                    <a:pt x="17922" y="139303"/>
                  </a:lnTo>
                  <a:lnTo>
                    <a:pt x="38951" y="100558"/>
                  </a:lnTo>
                  <a:lnTo>
                    <a:pt x="66801" y="66801"/>
                  </a:lnTo>
                  <a:lnTo>
                    <a:pt x="100558" y="38951"/>
                  </a:lnTo>
                  <a:lnTo>
                    <a:pt x="139303" y="17922"/>
                  </a:lnTo>
                  <a:lnTo>
                    <a:pt x="182119" y="4633"/>
                  </a:lnTo>
                  <a:lnTo>
                    <a:pt x="228091" y="0"/>
                  </a:lnTo>
                  <a:lnTo>
                    <a:pt x="1900936" y="0"/>
                  </a:lnTo>
                  <a:lnTo>
                    <a:pt x="1946908" y="4633"/>
                  </a:lnTo>
                  <a:lnTo>
                    <a:pt x="1989724" y="17922"/>
                  </a:lnTo>
                  <a:lnTo>
                    <a:pt x="2028469" y="38951"/>
                  </a:lnTo>
                  <a:lnTo>
                    <a:pt x="2062226" y="66801"/>
                  </a:lnTo>
                  <a:lnTo>
                    <a:pt x="2090076" y="100558"/>
                  </a:lnTo>
                  <a:lnTo>
                    <a:pt x="2111105" y="139303"/>
                  </a:lnTo>
                  <a:lnTo>
                    <a:pt x="2124394" y="182119"/>
                  </a:lnTo>
                  <a:lnTo>
                    <a:pt x="2129028" y="228091"/>
                  </a:lnTo>
                  <a:lnTo>
                    <a:pt x="2129028" y="1140459"/>
                  </a:lnTo>
                  <a:lnTo>
                    <a:pt x="2124394" y="1186432"/>
                  </a:lnTo>
                  <a:lnTo>
                    <a:pt x="2111105" y="1229248"/>
                  </a:lnTo>
                  <a:lnTo>
                    <a:pt x="2090076" y="1267993"/>
                  </a:lnTo>
                  <a:lnTo>
                    <a:pt x="2062226" y="1301750"/>
                  </a:lnTo>
                  <a:lnTo>
                    <a:pt x="2028469" y="1329600"/>
                  </a:lnTo>
                  <a:lnTo>
                    <a:pt x="1989724" y="1350629"/>
                  </a:lnTo>
                  <a:lnTo>
                    <a:pt x="1946908" y="1363918"/>
                  </a:lnTo>
                  <a:lnTo>
                    <a:pt x="1900936" y="1368552"/>
                  </a:lnTo>
                  <a:lnTo>
                    <a:pt x="228091" y="1368552"/>
                  </a:lnTo>
                  <a:lnTo>
                    <a:pt x="182119" y="1363918"/>
                  </a:lnTo>
                  <a:lnTo>
                    <a:pt x="139303" y="1350629"/>
                  </a:lnTo>
                  <a:lnTo>
                    <a:pt x="100558" y="1329600"/>
                  </a:lnTo>
                  <a:lnTo>
                    <a:pt x="66801" y="1301750"/>
                  </a:lnTo>
                  <a:lnTo>
                    <a:pt x="38951" y="1267993"/>
                  </a:lnTo>
                  <a:lnTo>
                    <a:pt x="17922" y="1229248"/>
                  </a:lnTo>
                  <a:lnTo>
                    <a:pt x="4633" y="1186432"/>
                  </a:lnTo>
                  <a:lnTo>
                    <a:pt x="0" y="1140459"/>
                  </a:lnTo>
                  <a:lnTo>
                    <a:pt x="0" y="228091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50819" y="2154174"/>
            <a:ext cx="16840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97834" y="1338325"/>
            <a:ext cx="1193165" cy="728345"/>
            <a:chOff x="3497834" y="1338325"/>
            <a:chExt cx="1193165" cy="728345"/>
          </a:xfrm>
        </p:grpSpPr>
        <p:sp>
          <p:nvSpPr>
            <p:cNvPr id="18" name="object 18"/>
            <p:cNvSpPr/>
            <p:nvPr/>
          </p:nvSpPr>
          <p:spPr>
            <a:xfrm>
              <a:off x="3510534" y="1351025"/>
              <a:ext cx="1167765" cy="702945"/>
            </a:xfrm>
            <a:custGeom>
              <a:avLst/>
              <a:gdLst/>
              <a:ahLst/>
              <a:cxnLst/>
              <a:rect l="l" t="t" r="r" b="b"/>
              <a:pathLst>
                <a:path w="1167764" h="702944">
                  <a:moveTo>
                    <a:pt x="1050289" y="0"/>
                  </a:moveTo>
                  <a:lnTo>
                    <a:pt x="117093" y="0"/>
                  </a:lnTo>
                  <a:lnTo>
                    <a:pt x="71526" y="9205"/>
                  </a:lnTo>
                  <a:lnTo>
                    <a:pt x="34305" y="34305"/>
                  </a:lnTo>
                  <a:lnTo>
                    <a:pt x="9205" y="71526"/>
                  </a:lnTo>
                  <a:lnTo>
                    <a:pt x="0" y="117094"/>
                  </a:lnTo>
                  <a:lnTo>
                    <a:pt x="0" y="585469"/>
                  </a:lnTo>
                  <a:lnTo>
                    <a:pt x="9205" y="631037"/>
                  </a:lnTo>
                  <a:lnTo>
                    <a:pt x="34305" y="668258"/>
                  </a:lnTo>
                  <a:lnTo>
                    <a:pt x="71526" y="693358"/>
                  </a:lnTo>
                  <a:lnTo>
                    <a:pt x="117093" y="702563"/>
                  </a:lnTo>
                  <a:lnTo>
                    <a:pt x="1050289" y="702563"/>
                  </a:lnTo>
                  <a:lnTo>
                    <a:pt x="1095857" y="693358"/>
                  </a:lnTo>
                  <a:lnTo>
                    <a:pt x="1133078" y="668258"/>
                  </a:lnTo>
                  <a:lnTo>
                    <a:pt x="1158178" y="631037"/>
                  </a:lnTo>
                  <a:lnTo>
                    <a:pt x="1167383" y="585469"/>
                  </a:lnTo>
                  <a:lnTo>
                    <a:pt x="1167383" y="117094"/>
                  </a:lnTo>
                  <a:lnTo>
                    <a:pt x="1158178" y="71526"/>
                  </a:lnTo>
                  <a:lnTo>
                    <a:pt x="1133078" y="34305"/>
                  </a:lnTo>
                  <a:lnTo>
                    <a:pt x="1095857" y="9205"/>
                  </a:lnTo>
                  <a:lnTo>
                    <a:pt x="10502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10534" y="1351025"/>
              <a:ext cx="1167765" cy="702945"/>
            </a:xfrm>
            <a:custGeom>
              <a:avLst/>
              <a:gdLst/>
              <a:ahLst/>
              <a:cxnLst/>
              <a:rect l="l" t="t" r="r" b="b"/>
              <a:pathLst>
                <a:path w="1167764" h="702944">
                  <a:moveTo>
                    <a:pt x="0" y="117094"/>
                  </a:moveTo>
                  <a:lnTo>
                    <a:pt x="9205" y="71526"/>
                  </a:lnTo>
                  <a:lnTo>
                    <a:pt x="34305" y="34305"/>
                  </a:lnTo>
                  <a:lnTo>
                    <a:pt x="71526" y="9205"/>
                  </a:lnTo>
                  <a:lnTo>
                    <a:pt x="117093" y="0"/>
                  </a:lnTo>
                  <a:lnTo>
                    <a:pt x="1050289" y="0"/>
                  </a:lnTo>
                  <a:lnTo>
                    <a:pt x="1095857" y="9205"/>
                  </a:lnTo>
                  <a:lnTo>
                    <a:pt x="1133078" y="34305"/>
                  </a:lnTo>
                  <a:lnTo>
                    <a:pt x="1158178" y="71526"/>
                  </a:lnTo>
                  <a:lnTo>
                    <a:pt x="1167383" y="117094"/>
                  </a:lnTo>
                  <a:lnTo>
                    <a:pt x="1167383" y="585469"/>
                  </a:lnTo>
                  <a:lnTo>
                    <a:pt x="1158178" y="631037"/>
                  </a:lnTo>
                  <a:lnTo>
                    <a:pt x="1133078" y="668258"/>
                  </a:lnTo>
                  <a:lnTo>
                    <a:pt x="1095857" y="693358"/>
                  </a:lnTo>
                  <a:lnTo>
                    <a:pt x="1050289" y="702563"/>
                  </a:lnTo>
                  <a:lnTo>
                    <a:pt x="117093" y="702563"/>
                  </a:lnTo>
                  <a:lnTo>
                    <a:pt x="71526" y="693358"/>
                  </a:lnTo>
                  <a:lnTo>
                    <a:pt x="34305" y="668258"/>
                  </a:lnTo>
                  <a:lnTo>
                    <a:pt x="9205" y="631037"/>
                  </a:lnTo>
                  <a:lnTo>
                    <a:pt x="0" y="585469"/>
                  </a:lnTo>
                  <a:lnTo>
                    <a:pt x="0" y="11709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656838" y="1469897"/>
            <a:ext cx="874394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464646"/>
                </a:solidFill>
                <a:latin typeface="Arial MT"/>
                <a:cs typeface="Arial MT"/>
              </a:rPr>
              <a:t>NAT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1941" y="3081782"/>
            <a:ext cx="2154555" cy="1250950"/>
            <a:chOff x="551941" y="3081782"/>
            <a:chExt cx="2154555" cy="1250950"/>
          </a:xfrm>
        </p:grpSpPr>
        <p:sp>
          <p:nvSpPr>
            <p:cNvPr id="22" name="object 22"/>
            <p:cNvSpPr/>
            <p:nvPr/>
          </p:nvSpPr>
          <p:spPr>
            <a:xfrm>
              <a:off x="564641" y="3094482"/>
              <a:ext cx="2129155" cy="1225550"/>
            </a:xfrm>
            <a:custGeom>
              <a:avLst/>
              <a:gdLst/>
              <a:ahLst/>
              <a:cxnLst/>
              <a:rect l="l" t="t" r="r" b="b"/>
              <a:pathLst>
                <a:path w="2129155" h="1225550">
                  <a:moveTo>
                    <a:pt x="1924812" y="0"/>
                  </a:moveTo>
                  <a:lnTo>
                    <a:pt x="204215" y="0"/>
                  </a:lnTo>
                  <a:lnTo>
                    <a:pt x="157390" y="5393"/>
                  </a:lnTo>
                  <a:lnTo>
                    <a:pt x="114405" y="20758"/>
                  </a:lnTo>
                  <a:lnTo>
                    <a:pt x="76487" y="44866"/>
                  </a:lnTo>
                  <a:lnTo>
                    <a:pt x="44862" y="76493"/>
                  </a:lnTo>
                  <a:lnTo>
                    <a:pt x="20756" y="114411"/>
                  </a:lnTo>
                  <a:lnTo>
                    <a:pt x="5393" y="157394"/>
                  </a:lnTo>
                  <a:lnTo>
                    <a:pt x="0" y="204216"/>
                  </a:lnTo>
                  <a:lnTo>
                    <a:pt x="0" y="1021080"/>
                  </a:lnTo>
                  <a:lnTo>
                    <a:pt x="5393" y="1067905"/>
                  </a:lnTo>
                  <a:lnTo>
                    <a:pt x="20756" y="1110890"/>
                  </a:lnTo>
                  <a:lnTo>
                    <a:pt x="44862" y="1148808"/>
                  </a:lnTo>
                  <a:lnTo>
                    <a:pt x="76487" y="1180433"/>
                  </a:lnTo>
                  <a:lnTo>
                    <a:pt x="114405" y="1204539"/>
                  </a:lnTo>
                  <a:lnTo>
                    <a:pt x="157390" y="1219902"/>
                  </a:lnTo>
                  <a:lnTo>
                    <a:pt x="204215" y="1225296"/>
                  </a:lnTo>
                  <a:lnTo>
                    <a:pt x="1924812" y="1225296"/>
                  </a:lnTo>
                  <a:lnTo>
                    <a:pt x="1971633" y="1219902"/>
                  </a:lnTo>
                  <a:lnTo>
                    <a:pt x="2014616" y="1204539"/>
                  </a:lnTo>
                  <a:lnTo>
                    <a:pt x="2052534" y="1180433"/>
                  </a:lnTo>
                  <a:lnTo>
                    <a:pt x="2084161" y="1148808"/>
                  </a:lnTo>
                  <a:lnTo>
                    <a:pt x="2108269" y="1110890"/>
                  </a:lnTo>
                  <a:lnTo>
                    <a:pt x="2123634" y="1067905"/>
                  </a:lnTo>
                  <a:lnTo>
                    <a:pt x="2129028" y="1021080"/>
                  </a:lnTo>
                  <a:lnTo>
                    <a:pt x="2129028" y="204216"/>
                  </a:lnTo>
                  <a:lnTo>
                    <a:pt x="2123634" y="157394"/>
                  </a:lnTo>
                  <a:lnTo>
                    <a:pt x="2108269" y="114411"/>
                  </a:lnTo>
                  <a:lnTo>
                    <a:pt x="2084161" y="76493"/>
                  </a:lnTo>
                  <a:lnTo>
                    <a:pt x="2052534" y="44866"/>
                  </a:lnTo>
                  <a:lnTo>
                    <a:pt x="2014616" y="20758"/>
                  </a:lnTo>
                  <a:lnTo>
                    <a:pt x="1971633" y="5393"/>
                  </a:lnTo>
                  <a:lnTo>
                    <a:pt x="19248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4641" y="3094482"/>
              <a:ext cx="2129155" cy="1225550"/>
            </a:xfrm>
            <a:custGeom>
              <a:avLst/>
              <a:gdLst/>
              <a:ahLst/>
              <a:cxnLst/>
              <a:rect l="l" t="t" r="r" b="b"/>
              <a:pathLst>
                <a:path w="2129155" h="1225550">
                  <a:moveTo>
                    <a:pt x="0" y="204216"/>
                  </a:moveTo>
                  <a:lnTo>
                    <a:pt x="5393" y="157394"/>
                  </a:lnTo>
                  <a:lnTo>
                    <a:pt x="20756" y="114411"/>
                  </a:lnTo>
                  <a:lnTo>
                    <a:pt x="44862" y="76493"/>
                  </a:lnTo>
                  <a:lnTo>
                    <a:pt x="76487" y="44866"/>
                  </a:lnTo>
                  <a:lnTo>
                    <a:pt x="114405" y="20758"/>
                  </a:lnTo>
                  <a:lnTo>
                    <a:pt x="157390" y="5393"/>
                  </a:lnTo>
                  <a:lnTo>
                    <a:pt x="204215" y="0"/>
                  </a:lnTo>
                  <a:lnTo>
                    <a:pt x="1924812" y="0"/>
                  </a:lnTo>
                  <a:lnTo>
                    <a:pt x="1971633" y="5393"/>
                  </a:lnTo>
                  <a:lnTo>
                    <a:pt x="2014616" y="20758"/>
                  </a:lnTo>
                  <a:lnTo>
                    <a:pt x="2052534" y="44866"/>
                  </a:lnTo>
                  <a:lnTo>
                    <a:pt x="2084161" y="76493"/>
                  </a:lnTo>
                  <a:lnTo>
                    <a:pt x="2108269" y="114411"/>
                  </a:lnTo>
                  <a:lnTo>
                    <a:pt x="2123634" y="157394"/>
                  </a:lnTo>
                  <a:lnTo>
                    <a:pt x="2129028" y="204216"/>
                  </a:lnTo>
                  <a:lnTo>
                    <a:pt x="2129028" y="1021080"/>
                  </a:lnTo>
                  <a:lnTo>
                    <a:pt x="2123634" y="1067905"/>
                  </a:lnTo>
                  <a:lnTo>
                    <a:pt x="2108269" y="1110890"/>
                  </a:lnTo>
                  <a:lnTo>
                    <a:pt x="2084161" y="1148808"/>
                  </a:lnTo>
                  <a:lnTo>
                    <a:pt x="2052534" y="1180433"/>
                  </a:lnTo>
                  <a:lnTo>
                    <a:pt x="2014616" y="1204539"/>
                  </a:lnTo>
                  <a:lnTo>
                    <a:pt x="1971633" y="1219902"/>
                  </a:lnTo>
                  <a:lnTo>
                    <a:pt x="1924812" y="1225296"/>
                  </a:lnTo>
                  <a:lnTo>
                    <a:pt x="204215" y="1225296"/>
                  </a:lnTo>
                  <a:lnTo>
                    <a:pt x="157390" y="1219902"/>
                  </a:lnTo>
                  <a:lnTo>
                    <a:pt x="114405" y="1204539"/>
                  </a:lnTo>
                  <a:lnTo>
                    <a:pt x="76487" y="1180433"/>
                  </a:lnTo>
                  <a:lnTo>
                    <a:pt x="44862" y="1148808"/>
                  </a:lnTo>
                  <a:lnTo>
                    <a:pt x="20756" y="1110890"/>
                  </a:lnTo>
                  <a:lnTo>
                    <a:pt x="5393" y="1067905"/>
                  </a:lnTo>
                  <a:lnTo>
                    <a:pt x="0" y="1021080"/>
                  </a:lnTo>
                  <a:lnTo>
                    <a:pt x="0" y="20421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79981" y="32788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5084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79981" y="32788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79981" y="3624834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5084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899"/>
                  </a:lnTo>
                  <a:lnTo>
                    <a:pt x="588263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79981" y="3624834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79"/>
                  </a:lnTo>
                  <a:lnTo>
                    <a:pt x="588263" y="215899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7341" y="3283458"/>
            <a:ext cx="1702435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87630"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Pri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v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ate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net</a:t>
            </a:r>
            <a:r>
              <a:rPr sz="14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Z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16250" y="3081782"/>
            <a:ext cx="2154555" cy="1250950"/>
            <a:chOff x="3016250" y="3081782"/>
            <a:chExt cx="2154555" cy="1250950"/>
          </a:xfrm>
        </p:grpSpPr>
        <p:sp>
          <p:nvSpPr>
            <p:cNvPr id="30" name="object 30"/>
            <p:cNvSpPr/>
            <p:nvPr/>
          </p:nvSpPr>
          <p:spPr>
            <a:xfrm>
              <a:off x="3028950" y="3094482"/>
              <a:ext cx="2129155" cy="1225550"/>
            </a:xfrm>
            <a:custGeom>
              <a:avLst/>
              <a:gdLst/>
              <a:ahLst/>
              <a:cxnLst/>
              <a:rect l="l" t="t" r="r" b="b"/>
              <a:pathLst>
                <a:path w="2129154" h="1225550">
                  <a:moveTo>
                    <a:pt x="1924812" y="0"/>
                  </a:moveTo>
                  <a:lnTo>
                    <a:pt x="204216" y="0"/>
                  </a:ln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6"/>
                  </a:lnTo>
                  <a:lnTo>
                    <a:pt x="0" y="1021080"/>
                  </a:lnTo>
                  <a:lnTo>
                    <a:pt x="5393" y="1067905"/>
                  </a:lnTo>
                  <a:lnTo>
                    <a:pt x="20758" y="1110890"/>
                  </a:lnTo>
                  <a:lnTo>
                    <a:pt x="44866" y="1148808"/>
                  </a:lnTo>
                  <a:lnTo>
                    <a:pt x="76493" y="1180433"/>
                  </a:lnTo>
                  <a:lnTo>
                    <a:pt x="114411" y="1204539"/>
                  </a:lnTo>
                  <a:lnTo>
                    <a:pt x="157394" y="1219902"/>
                  </a:lnTo>
                  <a:lnTo>
                    <a:pt x="204216" y="1225296"/>
                  </a:lnTo>
                  <a:lnTo>
                    <a:pt x="1924812" y="1225296"/>
                  </a:lnTo>
                  <a:lnTo>
                    <a:pt x="1971633" y="1219902"/>
                  </a:lnTo>
                  <a:lnTo>
                    <a:pt x="2014616" y="1204539"/>
                  </a:lnTo>
                  <a:lnTo>
                    <a:pt x="2052534" y="1180433"/>
                  </a:lnTo>
                  <a:lnTo>
                    <a:pt x="2084161" y="1148808"/>
                  </a:lnTo>
                  <a:lnTo>
                    <a:pt x="2108269" y="1110890"/>
                  </a:lnTo>
                  <a:lnTo>
                    <a:pt x="2123634" y="1067905"/>
                  </a:lnTo>
                  <a:lnTo>
                    <a:pt x="2129028" y="1021080"/>
                  </a:lnTo>
                  <a:lnTo>
                    <a:pt x="2129028" y="204216"/>
                  </a:lnTo>
                  <a:lnTo>
                    <a:pt x="2123634" y="157394"/>
                  </a:lnTo>
                  <a:lnTo>
                    <a:pt x="2108269" y="114411"/>
                  </a:lnTo>
                  <a:lnTo>
                    <a:pt x="2084161" y="76493"/>
                  </a:lnTo>
                  <a:lnTo>
                    <a:pt x="2052534" y="44866"/>
                  </a:lnTo>
                  <a:lnTo>
                    <a:pt x="2014616" y="20758"/>
                  </a:lnTo>
                  <a:lnTo>
                    <a:pt x="1971633" y="5393"/>
                  </a:lnTo>
                  <a:lnTo>
                    <a:pt x="19248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28950" y="3094482"/>
              <a:ext cx="2129155" cy="1225550"/>
            </a:xfrm>
            <a:custGeom>
              <a:avLst/>
              <a:gdLst/>
              <a:ahLst/>
              <a:cxnLst/>
              <a:rect l="l" t="t" r="r" b="b"/>
              <a:pathLst>
                <a:path w="2129154" h="1225550">
                  <a:moveTo>
                    <a:pt x="0" y="204216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6" y="0"/>
                  </a:lnTo>
                  <a:lnTo>
                    <a:pt x="1924812" y="0"/>
                  </a:lnTo>
                  <a:lnTo>
                    <a:pt x="1971633" y="5393"/>
                  </a:lnTo>
                  <a:lnTo>
                    <a:pt x="2014616" y="20758"/>
                  </a:lnTo>
                  <a:lnTo>
                    <a:pt x="2052534" y="44866"/>
                  </a:lnTo>
                  <a:lnTo>
                    <a:pt x="2084161" y="76493"/>
                  </a:lnTo>
                  <a:lnTo>
                    <a:pt x="2108269" y="114411"/>
                  </a:lnTo>
                  <a:lnTo>
                    <a:pt x="2123634" y="157394"/>
                  </a:lnTo>
                  <a:lnTo>
                    <a:pt x="2129028" y="204216"/>
                  </a:lnTo>
                  <a:lnTo>
                    <a:pt x="2129028" y="1021080"/>
                  </a:lnTo>
                  <a:lnTo>
                    <a:pt x="2123634" y="1067905"/>
                  </a:lnTo>
                  <a:lnTo>
                    <a:pt x="2108269" y="1110890"/>
                  </a:lnTo>
                  <a:lnTo>
                    <a:pt x="2084161" y="1148808"/>
                  </a:lnTo>
                  <a:lnTo>
                    <a:pt x="2052534" y="1180433"/>
                  </a:lnTo>
                  <a:lnTo>
                    <a:pt x="2014616" y="1204539"/>
                  </a:lnTo>
                  <a:lnTo>
                    <a:pt x="1971633" y="1219902"/>
                  </a:lnTo>
                  <a:lnTo>
                    <a:pt x="1924812" y="1225296"/>
                  </a:lnTo>
                  <a:lnTo>
                    <a:pt x="204216" y="1225296"/>
                  </a:lnTo>
                  <a:lnTo>
                    <a:pt x="157394" y="1219902"/>
                  </a:lnTo>
                  <a:lnTo>
                    <a:pt x="114411" y="1204539"/>
                  </a:lnTo>
                  <a:lnTo>
                    <a:pt x="76493" y="1180433"/>
                  </a:lnTo>
                  <a:lnTo>
                    <a:pt x="44866" y="1148808"/>
                  </a:lnTo>
                  <a:lnTo>
                    <a:pt x="20758" y="1110890"/>
                  </a:lnTo>
                  <a:lnTo>
                    <a:pt x="5393" y="1067905"/>
                  </a:lnTo>
                  <a:lnTo>
                    <a:pt x="0" y="1021080"/>
                  </a:lnTo>
                  <a:lnTo>
                    <a:pt x="0" y="20421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36669" y="32788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79"/>
                  </a:lnTo>
                  <a:lnTo>
                    <a:pt x="545083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36669" y="32788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79"/>
                  </a:lnTo>
                  <a:lnTo>
                    <a:pt x="43179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44289" y="3624834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5084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899"/>
                  </a:lnTo>
                  <a:lnTo>
                    <a:pt x="588263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44289" y="3624834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79"/>
                  </a:lnTo>
                  <a:lnTo>
                    <a:pt x="588263" y="215899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241929" y="3283458"/>
            <a:ext cx="1702435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87630"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Pri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v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ate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net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Z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576958" y="2052827"/>
            <a:ext cx="2567940" cy="1040765"/>
            <a:chOff x="1576958" y="2052827"/>
            <a:chExt cx="2567940" cy="1040765"/>
          </a:xfrm>
        </p:grpSpPr>
        <p:sp>
          <p:nvSpPr>
            <p:cNvPr id="38" name="object 38"/>
            <p:cNvSpPr/>
            <p:nvPr/>
          </p:nvSpPr>
          <p:spPr>
            <a:xfrm>
              <a:off x="1576959" y="2052827"/>
              <a:ext cx="2567940" cy="1040765"/>
            </a:xfrm>
            <a:custGeom>
              <a:avLst/>
              <a:gdLst/>
              <a:ahLst/>
              <a:cxnLst/>
              <a:rect l="l" t="t" r="r" b="b"/>
              <a:pathLst>
                <a:path w="2567940" h="1040764">
                  <a:moveTo>
                    <a:pt x="2567686" y="88646"/>
                  </a:moveTo>
                  <a:lnTo>
                    <a:pt x="2523426" y="12573"/>
                  </a:lnTo>
                  <a:lnTo>
                    <a:pt x="2516124" y="0"/>
                  </a:lnTo>
                  <a:lnTo>
                    <a:pt x="2464308" y="88519"/>
                  </a:lnTo>
                  <a:lnTo>
                    <a:pt x="2465324" y="92456"/>
                  </a:lnTo>
                  <a:lnTo>
                    <a:pt x="2471420" y="96012"/>
                  </a:lnTo>
                  <a:lnTo>
                    <a:pt x="2475230" y="94996"/>
                  </a:lnTo>
                  <a:lnTo>
                    <a:pt x="2509736" y="35991"/>
                  </a:lnTo>
                  <a:lnTo>
                    <a:pt x="2509202" y="513842"/>
                  </a:lnTo>
                  <a:lnTo>
                    <a:pt x="58547" y="513842"/>
                  </a:lnTo>
                  <a:lnTo>
                    <a:pt x="58547" y="36931"/>
                  </a:lnTo>
                  <a:lnTo>
                    <a:pt x="90982" y="92583"/>
                  </a:lnTo>
                  <a:lnTo>
                    <a:pt x="92456" y="94996"/>
                  </a:lnTo>
                  <a:lnTo>
                    <a:pt x="96266" y="96012"/>
                  </a:lnTo>
                  <a:lnTo>
                    <a:pt x="96431" y="95923"/>
                  </a:lnTo>
                  <a:lnTo>
                    <a:pt x="96774" y="96012"/>
                  </a:lnTo>
                  <a:lnTo>
                    <a:pt x="102870" y="92456"/>
                  </a:lnTo>
                  <a:lnTo>
                    <a:pt x="103886" y="88646"/>
                  </a:lnTo>
                  <a:lnTo>
                    <a:pt x="59524" y="12573"/>
                  </a:lnTo>
                  <a:lnTo>
                    <a:pt x="52197" y="0"/>
                  </a:lnTo>
                  <a:lnTo>
                    <a:pt x="51993" y="330"/>
                  </a:lnTo>
                  <a:lnTo>
                    <a:pt x="51816" y="0"/>
                  </a:lnTo>
                  <a:lnTo>
                    <a:pt x="0" y="88519"/>
                  </a:lnTo>
                  <a:lnTo>
                    <a:pt x="1016" y="92456"/>
                  </a:lnTo>
                  <a:lnTo>
                    <a:pt x="7112" y="96012"/>
                  </a:lnTo>
                  <a:lnTo>
                    <a:pt x="7454" y="95923"/>
                  </a:lnTo>
                  <a:lnTo>
                    <a:pt x="7620" y="96012"/>
                  </a:lnTo>
                  <a:lnTo>
                    <a:pt x="11430" y="94996"/>
                  </a:lnTo>
                  <a:lnTo>
                    <a:pt x="45415" y="36728"/>
                  </a:lnTo>
                  <a:lnTo>
                    <a:pt x="44323" y="1040384"/>
                  </a:lnTo>
                  <a:lnTo>
                    <a:pt x="57023" y="1040384"/>
                  </a:lnTo>
                  <a:lnTo>
                    <a:pt x="57581" y="526542"/>
                  </a:lnTo>
                  <a:lnTo>
                    <a:pt x="2509012" y="526542"/>
                  </a:lnTo>
                  <a:lnTo>
                    <a:pt x="2509012" y="694042"/>
                  </a:lnTo>
                  <a:lnTo>
                    <a:pt x="2508631" y="1040384"/>
                  </a:lnTo>
                  <a:lnTo>
                    <a:pt x="2509012" y="1040384"/>
                  </a:lnTo>
                  <a:lnTo>
                    <a:pt x="2521331" y="1040384"/>
                  </a:lnTo>
                  <a:lnTo>
                    <a:pt x="2521712" y="1040384"/>
                  </a:lnTo>
                  <a:lnTo>
                    <a:pt x="2521712" y="694893"/>
                  </a:lnTo>
                  <a:lnTo>
                    <a:pt x="2522372" y="96012"/>
                  </a:lnTo>
                  <a:lnTo>
                    <a:pt x="2522309" y="35991"/>
                  </a:lnTo>
                  <a:lnTo>
                    <a:pt x="2522436" y="36207"/>
                  </a:lnTo>
                  <a:lnTo>
                    <a:pt x="2555290" y="92583"/>
                  </a:lnTo>
                  <a:lnTo>
                    <a:pt x="2556764" y="94996"/>
                  </a:lnTo>
                  <a:lnTo>
                    <a:pt x="2560574" y="96012"/>
                  </a:lnTo>
                  <a:lnTo>
                    <a:pt x="2563622" y="94361"/>
                  </a:lnTo>
                  <a:lnTo>
                    <a:pt x="2566670" y="92583"/>
                  </a:lnTo>
                  <a:lnTo>
                    <a:pt x="2567686" y="88646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42515" y="2657855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164591" y="0"/>
                  </a:moveTo>
                  <a:lnTo>
                    <a:pt x="120826" y="5877"/>
                  </a:lnTo>
                  <a:lnTo>
                    <a:pt x="81505" y="22464"/>
                  </a:lnTo>
                  <a:lnTo>
                    <a:pt x="48196" y="48196"/>
                  </a:lnTo>
                  <a:lnTo>
                    <a:pt x="22464" y="81505"/>
                  </a:lnTo>
                  <a:lnTo>
                    <a:pt x="5877" y="120826"/>
                  </a:lnTo>
                  <a:lnTo>
                    <a:pt x="0" y="164592"/>
                  </a:lnTo>
                  <a:lnTo>
                    <a:pt x="5877" y="208357"/>
                  </a:lnTo>
                  <a:lnTo>
                    <a:pt x="22464" y="247678"/>
                  </a:lnTo>
                  <a:lnTo>
                    <a:pt x="48196" y="280987"/>
                  </a:lnTo>
                  <a:lnTo>
                    <a:pt x="81505" y="306719"/>
                  </a:lnTo>
                  <a:lnTo>
                    <a:pt x="120826" y="323306"/>
                  </a:lnTo>
                  <a:lnTo>
                    <a:pt x="164591" y="329183"/>
                  </a:lnTo>
                  <a:lnTo>
                    <a:pt x="208357" y="323306"/>
                  </a:lnTo>
                  <a:lnTo>
                    <a:pt x="247678" y="306719"/>
                  </a:lnTo>
                  <a:lnTo>
                    <a:pt x="280987" y="280987"/>
                  </a:lnTo>
                  <a:lnTo>
                    <a:pt x="291460" y="267430"/>
                  </a:lnTo>
                  <a:lnTo>
                    <a:pt x="164591" y="267430"/>
                  </a:lnTo>
                  <a:lnTo>
                    <a:pt x="139636" y="264358"/>
                  </a:lnTo>
                  <a:lnTo>
                    <a:pt x="115823" y="255143"/>
                  </a:lnTo>
                  <a:lnTo>
                    <a:pt x="84399" y="229052"/>
                  </a:lnTo>
                  <a:lnTo>
                    <a:pt x="66071" y="194151"/>
                  </a:lnTo>
                  <a:lnTo>
                    <a:pt x="62174" y="154916"/>
                  </a:lnTo>
                  <a:lnTo>
                    <a:pt x="74040" y="115824"/>
                  </a:lnTo>
                  <a:lnTo>
                    <a:pt x="157606" y="115824"/>
                  </a:lnTo>
                  <a:lnTo>
                    <a:pt x="115823" y="74041"/>
                  </a:lnTo>
                  <a:lnTo>
                    <a:pt x="139636" y="64825"/>
                  </a:lnTo>
                  <a:lnTo>
                    <a:pt x="164591" y="61753"/>
                  </a:lnTo>
                  <a:lnTo>
                    <a:pt x="291460" y="61753"/>
                  </a:lnTo>
                  <a:lnTo>
                    <a:pt x="280987" y="48196"/>
                  </a:lnTo>
                  <a:lnTo>
                    <a:pt x="247678" y="22464"/>
                  </a:lnTo>
                  <a:lnTo>
                    <a:pt x="208357" y="5877"/>
                  </a:lnTo>
                  <a:lnTo>
                    <a:pt x="164591" y="0"/>
                  </a:lnTo>
                  <a:close/>
                </a:path>
                <a:path w="329564" h="329564">
                  <a:moveTo>
                    <a:pt x="157606" y="115824"/>
                  </a:moveTo>
                  <a:lnTo>
                    <a:pt x="74040" y="115824"/>
                  </a:lnTo>
                  <a:lnTo>
                    <a:pt x="213359" y="255143"/>
                  </a:lnTo>
                  <a:lnTo>
                    <a:pt x="189547" y="264358"/>
                  </a:lnTo>
                  <a:lnTo>
                    <a:pt x="164591" y="267430"/>
                  </a:lnTo>
                  <a:lnTo>
                    <a:pt x="291460" y="267430"/>
                  </a:lnTo>
                  <a:lnTo>
                    <a:pt x="306719" y="247678"/>
                  </a:lnTo>
                  <a:lnTo>
                    <a:pt x="321196" y="213360"/>
                  </a:lnTo>
                  <a:lnTo>
                    <a:pt x="255142" y="213360"/>
                  </a:lnTo>
                  <a:lnTo>
                    <a:pt x="157606" y="115824"/>
                  </a:lnTo>
                  <a:close/>
                </a:path>
                <a:path w="329564" h="329564">
                  <a:moveTo>
                    <a:pt x="291460" y="61753"/>
                  </a:moveTo>
                  <a:lnTo>
                    <a:pt x="164591" y="61753"/>
                  </a:lnTo>
                  <a:lnTo>
                    <a:pt x="189547" y="64825"/>
                  </a:lnTo>
                  <a:lnTo>
                    <a:pt x="213359" y="74041"/>
                  </a:lnTo>
                  <a:lnTo>
                    <a:pt x="244784" y="100131"/>
                  </a:lnTo>
                  <a:lnTo>
                    <a:pt x="263112" y="135032"/>
                  </a:lnTo>
                  <a:lnTo>
                    <a:pt x="267009" y="174267"/>
                  </a:lnTo>
                  <a:lnTo>
                    <a:pt x="255142" y="213360"/>
                  </a:lnTo>
                  <a:lnTo>
                    <a:pt x="321196" y="213360"/>
                  </a:lnTo>
                  <a:lnTo>
                    <a:pt x="323306" y="208357"/>
                  </a:lnTo>
                  <a:lnTo>
                    <a:pt x="329183" y="164592"/>
                  </a:lnTo>
                  <a:lnTo>
                    <a:pt x="323306" y="120826"/>
                  </a:lnTo>
                  <a:lnTo>
                    <a:pt x="306719" y="81505"/>
                  </a:lnTo>
                  <a:lnTo>
                    <a:pt x="291460" y="61753"/>
                  </a:lnTo>
                  <a:close/>
                </a:path>
              </a:pathLst>
            </a:custGeom>
            <a:solidFill>
              <a:srgbClr val="E1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0041" y="1233169"/>
            <a:ext cx="7950200" cy="2465705"/>
            <a:chOff x="590041" y="1233169"/>
            <a:chExt cx="7950200" cy="2465705"/>
          </a:xfrm>
        </p:grpSpPr>
        <p:sp>
          <p:nvSpPr>
            <p:cNvPr id="3" name="object 3"/>
            <p:cNvSpPr/>
            <p:nvPr/>
          </p:nvSpPr>
          <p:spPr>
            <a:xfrm>
              <a:off x="602741" y="1245869"/>
              <a:ext cx="7924800" cy="2440305"/>
            </a:xfrm>
            <a:custGeom>
              <a:avLst/>
              <a:gdLst/>
              <a:ahLst/>
              <a:cxnLst/>
              <a:rect l="l" t="t" r="r" b="b"/>
              <a:pathLst>
                <a:path w="7924800" h="2440304">
                  <a:moveTo>
                    <a:pt x="7924800" y="0"/>
                  </a:moveTo>
                  <a:lnTo>
                    <a:pt x="0" y="0"/>
                  </a:lnTo>
                  <a:lnTo>
                    <a:pt x="0" y="2439923"/>
                  </a:lnTo>
                  <a:lnTo>
                    <a:pt x="7924800" y="2439923"/>
                  </a:lnTo>
                  <a:lnTo>
                    <a:pt x="792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2741" y="1245869"/>
              <a:ext cx="7924800" cy="2440305"/>
            </a:xfrm>
            <a:custGeom>
              <a:avLst/>
              <a:gdLst/>
              <a:ahLst/>
              <a:cxnLst/>
              <a:rect l="l" t="t" r="r" b="b"/>
              <a:pathLst>
                <a:path w="7924800" h="2440304">
                  <a:moveTo>
                    <a:pt x="0" y="2439923"/>
                  </a:moveTo>
                  <a:lnTo>
                    <a:pt x="7924800" y="2439923"/>
                  </a:lnTo>
                  <a:lnTo>
                    <a:pt x="7924800" y="0"/>
                  </a:lnTo>
                  <a:lnTo>
                    <a:pt x="0" y="0"/>
                  </a:lnTo>
                  <a:lnTo>
                    <a:pt x="0" y="2439923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978909" y="1272921"/>
            <a:ext cx="1183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7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64741" y="1668017"/>
            <a:ext cx="1879600" cy="1714500"/>
          </a:xfrm>
          <a:custGeom>
            <a:avLst/>
            <a:gdLst/>
            <a:ahLst/>
            <a:cxnLst/>
            <a:rect l="l" t="t" r="r" b="b"/>
            <a:pathLst>
              <a:path w="1879600" h="1714500">
                <a:moveTo>
                  <a:pt x="0" y="1714499"/>
                </a:moveTo>
                <a:lnTo>
                  <a:pt x="1879092" y="1714499"/>
                </a:lnTo>
                <a:lnTo>
                  <a:pt x="1879092" y="0"/>
                </a:lnTo>
                <a:lnTo>
                  <a:pt x="0" y="0"/>
                </a:lnTo>
                <a:lnTo>
                  <a:pt x="0" y="1714499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86076" y="2232151"/>
            <a:ext cx="850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828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Our</a:t>
            </a:r>
            <a:r>
              <a:rPr sz="1800" spc="-10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 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86450" y="1507997"/>
            <a:ext cx="2068195" cy="2034539"/>
          </a:xfrm>
          <a:custGeom>
            <a:avLst/>
            <a:gdLst/>
            <a:ahLst/>
            <a:cxnLst/>
            <a:rect l="l" t="t" r="r" b="b"/>
            <a:pathLst>
              <a:path w="2068195" h="2034539">
                <a:moveTo>
                  <a:pt x="0" y="2034539"/>
                </a:moveTo>
                <a:lnTo>
                  <a:pt x="2068068" y="2034539"/>
                </a:lnTo>
                <a:lnTo>
                  <a:pt x="2068068" y="0"/>
                </a:lnTo>
                <a:lnTo>
                  <a:pt x="0" y="0"/>
                </a:lnTo>
                <a:lnTo>
                  <a:pt x="0" y="2034539"/>
                </a:lnTo>
                <a:close/>
              </a:path>
            </a:pathLst>
          </a:custGeom>
          <a:ln w="25399">
            <a:solidFill>
              <a:srgbClr val="999A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33692" y="1535379"/>
            <a:ext cx="9829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2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Services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14541" y="1790954"/>
            <a:ext cx="614045" cy="383540"/>
            <a:chOff x="6114541" y="1790954"/>
            <a:chExt cx="614045" cy="383540"/>
          </a:xfrm>
        </p:grpSpPr>
        <p:sp>
          <p:nvSpPr>
            <p:cNvPr id="11" name="object 11"/>
            <p:cNvSpPr/>
            <p:nvPr/>
          </p:nvSpPr>
          <p:spPr>
            <a:xfrm>
              <a:off x="6127241" y="1803654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528574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90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40"/>
                  </a:lnTo>
                  <a:lnTo>
                    <a:pt x="528574" y="358140"/>
                  </a:lnTo>
                  <a:lnTo>
                    <a:pt x="551830" y="353456"/>
                  </a:lnTo>
                  <a:lnTo>
                    <a:pt x="570801" y="340677"/>
                  </a:lnTo>
                  <a:lnTo>
                    <a:pt x="583580" y="321706"/>
                  </a:lnTo>
                  <a:lnTo>
                    <a:pt x="588263" y="298450"/>
                  </a:lnTo>
                  <a:lnTo>
                    <a:pt x="588263" y="59690"/>
                  </a:lnTo>
                  <a:lnTo>
                    <a:pt x="583580" y="36433"/>
                  </a:lnTo>
                  <a:lnTo>
                    <a:pt x="570801" y="17462"/>
                  </a:lnTo>
                  <a:lnTo>
                    <a:pt x="551830" y="4683"/>
                  </a:lnTo>
                  <a:lnTo>
                    <a:pt x="528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27241" y="1803654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0" y="59690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528574" y="0"/>
                  </a:lnTo>
                  <a:lnTo>
                    <a:pt x="551830" y="4683"/>
                  </a:lnTo>
                  <a:lnTo>
                    <a:pt x="570801" y="17462"/>
                  </a:lnTo>
                  <a:lnTo>
                    <a:pt x="583580" y="36433"/>
                  </a:lnTo>
                  <a:lnTo>
                    <a:pt x="588263" y="59690"/>
                  </a:lnTo>
                  <a:lnTo>
                    <a:pt x="588263" y="298450"/>
                  </a:lnTo>
                  <a:lnTo>
                    <a:pt x="583580" y="321706"/>
                  </a:lnTo>
                  <a:lnTo>
                    <a:pt x="570801" y="340677"/>
                  </a:lnTo>
                  <a:lnTo>
                    <a:pt x="551830" y="353456"/>
                  </a:lnTo>
                  <a:lnTo>
                    <a:pt x="528574" y="358140"/>
                  </a:lnTo>
                  <a:lnTo>
                    <a:pt x="59690" y="358140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9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327902" y="1874011"/>
            <a:ext cx="200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958838" y="1800098"/>
            <a:ext cx="786130" cy="383540"/>
            <a:chOff x="6958838" y="1800098"/>
            <a:chExt cx="786130" cy="383540"/>
          </a:xfrm>
        </p:grpSpPr>
        <p:sp>
          <p:nvSpPr>
            <p:cNvPr id="15" name="object 15"/>
            <p:cNvSpPr/>
            <p:nvPr/>
          </p:nvSpPr>
          <p:spPr>
            <a:xfrm>
              <a:off x="6971538" y="1812798"/>
              <a:ext cx="760730" cy="358140"/>
            </a:xfrm>
            <a:custGeom>
              <a:avLst/>
              <a:gdLst/>
              <a:ahLst/>
              <a:cxnLst/>
              <a:rect l="l" t="t" r="r" b="b"/>
              <a:pathLst>
                <a:path w="760729" h="358139">
                  <a:moveTo>
                    <a:pt x="700785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39"/>
                  </a:lnTo>
                  <a:lnTo>
                    <a:pt x="700785" y="358139"/>
                  </a:lnTo>
                  <a:lnTo>
                    <a:pt x="724042" y="353456"/>
                  </a:lnTo>
                  <a:lnTo>
                    <a:pt x="743013" y="340677"/>
                  </a:lnTo>
                  <a:lnTo>
                    <a:pt x="755792" y="321706"/>
                  </a:lnTo>
                  <a:lnTo>
                    <a:pt x="760476" y="298450"/>
                  </a:lnTo>
                  <a:lnTo>
                    <a:pt x="760476" y="59689"/>
                  </a:lnTo>
                  <a:lnTo>
                    <a:pt x="755792" y="36433"/>
                  </a:lnTo>
                  <a:lnTo>
                    <a:pt x="743013" y="17462"/>
                  </a:lnTo>
                  <a:lnTo>
                    <a:pt x="724042" y="4683"/>
                  </a:lnTo>
                  <a:lnTo>
                    <a:pt x="7007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71538" y="1812798"/>
              <a:ext cx="760730" cy="358140"/>
            </a:xfrm>
            <a:custGeom>
              <a:avLst/>
              <a:gdLst/>
              <a:ahLst/>
              <a:cxnLst/>
              <a:rect l="l" t="t" r="r" b="b"/>
              <a:pathLst>
                <a:path w="760729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700785" y="0"/>
                  </a:lnTo>
                  <a:lnTo>
                    <a:pt x="724042" y="4683"/>
                  </a:lnTo>
                  <a:lnTo>
                    <a:pt x="743013" y="17462"/>
                  </a:lnTo>
                  <a:lnTo>
                    <a:pt x="755792" y="36433"/>
                  </a:lnTo>
                  <a:lnTo>
                    <a:pt x="760476" y="59689"/>
                  </a:lnTo>
                  <a:lnTo>
                    <a:pt x="760476" y="298450"/>
                  </a:lnTo>
                  <a:lnTo>
                    <a:pt x="755792" y="321706"/>
                  </a:lnTo>
                  <a:lnTo>
                    <a:pt x="743013" y="340677"/>
                  </a:lnTo>
                  <a:lnTo>
                    <a:pt x="724042" y="353456"/>
                  </a:lnTo>
                  <a:lnTo>
                    <a:pt x="700785" y="358139"/>
                  </a:lnTo>
                  <a:lnTo>
                    <a:pt x="59689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101585" y="1814322"/>
            <a:ext cx="51244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050" spc="-15" dirty="0">
                <a:solidFill>
                  <a:srgbClr val="464646"/>
                </a:solidFill>
                <a:latin typeface="Arial MT"/>
                <a:cs typeface="Arial MT"/>
              </a:rPr>
              <a:t>y</a:t>
            </a:r>
            <a:r>
              <a:rPr sz="1050" dirty="0">
                <a:solidFill>
                  <a:srgbClr val="464646"/>
                </a:solidFill>
                <a:latin typeface="Arial MT"/>
                <a:cs typeface="Arial MT"/>
              </a:rPr>
              <a:t>na</a:t>
            </a:r>
            <a:r>
              <a:rPr sz="1050" spc="5" dirty="0">
                <a:solidFill>
                  <a:srgbClr val="464646"/>
                </a:solidFill>
                <a:latin typeface="Arial MT"/>
                <a:cs typeface="Arial MT"/>
              </a:rPr>
              <a:t>m</a:t>
            </a:r>
            <a:r>
              <a:rPr sz="1050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endParaRPr sz="1050">
              <a:latin typeface="Arial MT"/>
              <a:cs typeface="Arial MT"/>
            </a:endParaRPr>
          </a:p>
          <a:p>
            <a:pPr marR="5715" algn="ctr">
              <a:lnSpc>
                <a:spcPct val="100000"/>
              </a:lnSpc>
            </a:pPr>
            <a:r>
              <a:rPr sz="1050" spc="5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14541" y="2362454"/>
            <a:ext cx="614045" cy="383540"/>
            <a:chOff x="6114541" y="2362454"/>
            <a:chExt cx="614045" cy="383540"/>
          </a:xfrm>
        </p:grpSpPr>
        <p:sp>
          <p:nvSpPr>
            <p:cNvPr id="19" name="object 19"/>
            <p:cNvSpPr/>
            <p:nvPr/>
          </p:nvSpPr>
          <p:spPr>
            <a:xfrm>
              <a:off x="6127241" y="2375154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528574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39"/>
                  </a:lnTo>
                  <a:lnTo>
                    <a:pt x="528574" y="358139"/>
                  </a:lnTo>
                  <a:lnTo>
                    <a:pt x="551830" y="353456"/>
                  </a:lnTo>
                  <a:lnTo>
                    <a:pt x="570801" y="340677"/>
                  </a:lnTo>
                  <a:lnTo>
                    <a:pt x="583580" y="321706"/>
                  </a:lnTo>
                  <a:lnTo>
                    <a:pt x="588263" y="298450"/>
                  </a:lnTo>
                  <a:lnTo>
                    <a:pt x="588263" y="59689"/>
                  </a:lnTo>
                  <a:lnTo>
                    <a:pt x="583580" y="36433"/>
                  </a:lnTo>
                  <a:lnTo>
                    <a:pt x="570801" y="17462"/>
                  </a:lnTo>
                  <a:lnTo>
                    <a:pt x="551830" y="4683"/>
                  </a:lnTo>
                  <a:lnTo>
                    <a:pt x="528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27241" y="2375154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528574" y="0"/>
                  </a:lnTo>
                  <a:lnTo>
                    <a:pt x="551830" y="4683"/>
                  </a:lnTo>
                  <a:lnTo>
                    <a:pt x="570801" y="17462"/>
                  </a:lnTo>
                  <a:lnTo>
                    <a:pt x="583580" y="36433"/>
                  </a:lnTo>
                  <a:lnTo>
                    <a:pt x="588263" y="59689"/>
                  </a:lnTo>
                  <a:lnTo>
                    <a:pt x="588263" y="298450"/>
                  </a:lnTo>
                  <a:lnTo>
                    <a:pt x="583580" y="321706"/>
                  </a:lnTo>
                  <a:lnTo>
                    <a:pt x="570801" y="340677"/>
                  </a:lnTo>
                  <a:lnTo>
                    <a:pt x="551830" y="353456"/>
                  </a:lnTo>
                  <a:lnTo>
                    <a:pt x="528574" y="358139"/>
                  </a:lnTo>
                  <a:lnTo>
                    <a:pt x="59690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59321" y="2445766"/>
            <a:ext cx="335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SQS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14541" y="2912617"/>
            <a:ext cx="614045" cy="383540"/>
            <a:chOff x="6114541" y="2912617"/>
            <a:chExt cx="614045" cy="383540"/>
          </a:xfrm>
        </p:grpSpPr>
        <p:sp>
          <p:nvSpPr>
            <p:cNvPr id="23" name="object 23"/>
            <p:cNvSpPr/>
            <p:nvPr/>
          </p:nvSpPr>
          <p:spPr>
            <a:xfrm>
              <a:off x="6127241" y="2925317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528574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39"/>
                  </a:lnTo>
                  <a:lnTo>
                    <a:pt x="528574" y="358139"/>
                  </a:lnTo>
                  <a:lnTo>
                    <a:pt x="551830" y="353456"/>
                  </a:lnTo>
                  <a:lnTo>
                    <a:pt x="570801" y="340677"/>
                  </a:lnTo>
                  <a:lnTo>
                    <a:pt x="583580" y="321706"/>
                  </a:lnTo>
                  <a:lnTo>
                    <a:pt x="588263" y="298450"/>
                  </a:lnTo>
                  <a:lnTo>
                    <a:pt x="588263" y="59689"/>
                  </a:lnTo>
                  <a:lnTo>
                    <a:pt x="583580" y="36433"/>
                  </a:lnTo>
                  <a:lnTo>
                    <a:pt x="570801" y="17462"/>
                  </a:lnTo>
                  <a:lnTo>
                    <a:pt x="551830" y="4683"/>
                  </a:lnTo>
                  <a:lnTo>
                    <a:pt x="528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27241" y="2925317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528574" y="0"/>
                  </a:lnTo>
                  <a:lnTo>
                    <a:pt x="551830" y="4683"/>
                  </a:lnTo>
                  <a:lnTo>
                    <a:pt x="570801" y="17462"/>
                  </a:lnTo>
                  <a:lnTo>
                    <a:pt x="583580" y="36433"/>
                  </a:lnTo>
                  <a:lnTo>
                    <a:pt x="588263" y="59689"/>
                  </a:lnTo>
                  <a:lnTo>
                    <a:pt x="588263" y="298450"/>
                  </a:lnTo>
                  <a:lnTo>
                    <a:pt x="583580" y="321706"/>
                  </a:lnTo>
                  <a:lnTo>
                    <a:pt x="570801" y="340677"/>
                  </a:lnTo>
                  <a:lnTo>
                    <a:pt x="551830" y="353456"/>
                  </a:lnTo>
                  <a:lnTo>
                    <a:pt x="528574" y="358139"/>
                  </a:lnTo>
                  <a:lnTo>
                    <a:pt x="59690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60846" y="2995929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64646"/>
                </a:solidFill>
                <a:latin typeface="Arial MT"/>
                <a:cs typeface="Arial MT"/>
              </a:rPr>
              <a:t>RDS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58838" y="2363977"/>
            <a:ext cx="786130" cy="383540"/>
            <a:chOff x="6958838" y="2363977"/>
            <a:chExt cx="786130" cy="383540"/>
          </a:xfrm>
        </p:grpSpPr>
        <p:sp>
          <p:nvSpPr>
            <p:cNvPr id="27" name="object 27"/>
            <p:cNvSpPr/>
            <p:nvPr/>
          </p:nvSpPr>
          <p:spPr>
            <a:xfrm>
              <a:off x="6971538" y="2376677"/>
              <a:ext cx="760730" cy="358140"/>
            </a:xfrm>
            <a:custGeom>
              <a:avLst/>
              <a:gdLst/>
              <a:ahLst/>
              <a:cxnLst/>
              <a:rect l="l" t="t" r="r" b="b"/>
              <a:pathLst>
                <a:path w="760729" h="358139">
                  <a:moveTo>
                    <a:pt x="700785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90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40"/>
                  </a:lnTo>
                  <a:lnTo>
                    <a:pt x="700785" y="358140"/>
                  </a:lnTo>
                  <a:lnTo>
                    <a:pt x="724042" y="353456"/>
                  </a:lnTo>
                  <a:lnTo>
                    <a:pt x="743013" y="340677"/>
                  </a:lnTo>
                  <a:lnTo>
                    <a:pt x="755792" y="321706"/>
                  </a:lnTo>
                  <a:lnTo>
                    <a:pt x="760476" y="298450"/>
                  </a:lnTo>
                  <a:lnTo>
                    <a:pt x="760476" y="59690"/>
                  </a:lnTo>
                  <a:lnTo>
                    <a:pt x="755792" y="36433"/>
                  </a:lnTo>
                  <a:lnTo>
                    <a:pt x="743013" y="17462"/>
                  </a:lnTo>
                  <a:lnTo>
                    <a:pt x="724042" y="4683"/>
                  </a:lnTo>
                  <a:lnTo>
                    <a:pt x="7007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71538" y="2376677"/>
              <a:ext cx="760730" cy="358140"/>
            </a:xfrm>
            <a:custGeom>
              <a:avLst/>
              <a:gdLst/>
              <a:ahLst/>
              <a:cxnLst/>
              <a:rect l="l" t="t" r="r" b="b"/>
              <a:pathLst>
                <a:path w="760729" h="358139">
                  <a:moveTo>
                    <a:pt x="0" y="59690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700785" y="0"/>
                  </a:lnTo>
                  <a:lnTo>
                    <a:pt x="724042" y="4683"/>
                  </a:lnTo>
                  <a:lnTo>
                    <a:pt x="743013" y="17462"/>
                  </a:lnTo>
                  <a:lnTo>
                    <a:pt x="755792" y="36433"/>
                  </a:lnTo>
                  <a:lnTo>
                    <a:pt x="760476" y="59690"/>
                  </a:lnTo>
                  <a:lnTo>
                    <a:pt x="760476" y="298450"/>
                  </a:lnTo>
                  <a:lnTo>
                    <a:pt x="755792" y="321706"/>
                  </a:lnTo>
                  <a:lnTo>
                    <a:pt x="743013" y="340677"/>
                  </a:lnTo>
                  <a:lnTo>
                    <a:pt x="724042" y="353456"/>
                  </a:lnTo>
                  <a:lnTo>
                    <a:pt x="700785" y="358140"/>
                  </a:lnTo>
                  <a:lnTo>
                    <a:pt x="59689" y="358140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9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125969" y="2454656"/>
            <a:ext cx="4622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K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i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s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i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044181" y="2912617"/>
            <a:ext cx="614045" cy="383540"/>
            <a:chOff x="7044181" y="2912617"/>
            <a:chExt cx="614045" cy="383540"/>
          </a:xfrm>
        </p:grpSpPr>
        <p:sp>
          <p:nvSpPr>
            <p:cNvPr id="31" name="object 31"/>
            <p:cNvSpPr/>
            <p:nvPr/>
          </p:nvSpPr>
          <p:spPr>
            <a:xfrm>
              <a:off x="7056881" y="2925317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528574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39"/>
                  </a:lnTo>
                  <a:lnTo>
                    <a:pt x="528574" y="358139"/>
                  </a:lnTo>
                  <a:lnTo>
                    <a:pt x="551830" y="353456"/>
                  </a:lnTo>
                  <a:lnTo>
                    <a:pt x="570801" y="340677"/>
                  </a:lnTo>
                  <a:lnTo>
                    <a:pt x="583580" y="321706"/>
                  </a:lnTo>
                  <a:lnTo>
                    <a:pt x="588264" y="298450"/>
                  </a:lnTo>
                  <a:lnTo>
                    <a:pt x="588264" y="59689"/>
                  </a:lnTo>
                  <a:lnTo>
                    <a:pt x="583580" y="36433"/>
                  </a:lnTo>
                  <a:lnTo>
                    <a:pt x="570801" y="17462"/>
                  </a:lnTo>
                  <a:lnTo>
                    <a:pt x="551830" y="4683"/>
                  </a:lnTo>
                  <a:lnTo>
                    <a:pt x="528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56881" y="2925317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528574" y="0"/>
                  </a:lnTo>
                  <a:lnTo>
                    <a:pt x="551830" y="4683"/>
                  </a:lnTo>
                  <a:lnTo>
                    <a:pt x="570801" y="17462"/>
                  </a:lnTo>
                  <a:lnTo>
                    <a:pt x="583580" y="36433"/>
                  </a:lnTo>
                  <a:lnTo>
                    <a:pt x="588264" y="59689"/>
                  </a:lnTo>
                  <a:lnTo>
                    <a:pt x="588264" y="298450"/>
                  </a:lnTo>
                  <a:lnTo>
                    <a:pt x="583580" y="321706"/>
                  </a:lnTo>
                  <a:lnTo>
                    <a:pt x="570801" y="340677"/>
                  </a:lnTo>
                  <a:lnTo>
                    <a:pt x="551830" y="353456"/>
                  </a:lnTo>
                  <a:lnTo>
                    <a:pt x="528574" y="358139"/>
                  </a:lnTo>
                  <a:lnTo>
                    <a:pt x="59690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279513" y="2995929"/>
            <a:ext cx="158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AI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796539" y="1639823"/>
            <a:ext cx="3203575" cy="1804670"/>
            <a:chOff x="2796539" y="1639823"/>
            <a:chExt cx="3203575" cy="1804670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199" y="2424709"/>
              <a:ext cx="2875788" cy="23467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43833" y="2486405"/>
              <a:ext cx="2641600" cy="76200"/>
            </a:xfrm>
            <a:custGeom>
              <a:avLst/>
              <a:gdLst/>
              <a:ahLst/>
              <a:cxnLst/>
              <a:rect l="l" t="t" r="r" b="b"/>
              <a:pathLst>
                <a:path w="26416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2641600" h="76200">
                  <a:moveTo>
                    <a:pt x="2565400" y="0"/>
                  </a:moveTo>
                  <a:lnTo>
                    <a:pt x="2565400" y="76200"/>
                  </a:lnTo>
                  <a:lnTo>
                    <a:pt x="2616200" y="50800"/>
                  </a:lnTo>
                  <a:lnTo>
                    <a:pt x="2578100" y="50800"/>
                  </a:lnTo>
                  <a:lnTo>
                    <a:pt x="2578100" y="25400"/>
                  </a:lnTo>
                  <a:lnTo>
                    <a:pt x="2616200" y="25400"/>
                  </a:lnTo>
                  <a:lnTo>
                    <a:pt x="2565400" y="0"/>
                  </a:lnTo>
                  <a:close/>
                </a:path>
                <a:path w="2641600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2641600" h="76200">
                  <a:moveTo>
                    <a:pt x="2565400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2565400" y="50800"/>
                  </a:lnTo>
                  <a:lnTo>
                    <a:pt x="2565400" y="25400"/>
                  </a:lnTo>
                  <a:close/>
                </a:path>
                <a:path w="2641600" h="76200">
                  <a:moveTo>
                    <a:pt x="2616200" y="25400"/>
                  </a:moveTo>
                  <a:lnTo>
                    <a:pt x="2578100" y="25400"/>
                  </a:lnTo>
                  <a:lnTo>
                    <a:pt x="2578100" y="50800"/>
                  </a:lnTo>
                  <a:lnTo>
                    <a:pt x="2616200" y="50800"/>
                  </a:lnTo>
                  <a:lnTo>
                    <a:pt x="2641600" y="38100"/>
                  </a:lnTo>
                  <a:lnTo>
                    <a:pt x="2616200" y="2540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6539" y="1639823"/>
              <a:ext cx="489203" cy="180441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2071" y="1703831"/>
              <a:ext cx="358178" cy="17160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3783" y="1667255"/>
              <a:ext cx="399288" cy="17145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843783" y="1667255"/>
              <a:ext cx="399415" cy="1714500"/>
            </a:xfrm>
            <a:custGeom>
              <a:avLst/>
              <a:gdLst/>
              <a:ahLst/>
              <a:cxnLst/>
              <a:rect l="l" t="t" r="r" b="b"/>
              <a:pathLst>
                <a:path w="399414" h="1714500">
                  <a:moveTo>
                    <a:pt x="0" y="1714500"/>
                  </a:moveTo>
                  <a:lnTo>
                    <a:pt x="399288" y="1714500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714500"/>
                  </a:lnTo>
                  <a:close/>
                </a:path>
              </a:pathLst>
            </a:custGeom>
            <a:ln w="9524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07923" y="111328"/>
            <a:ext cx="6575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Why</a:t>
            </a:r>
            <a:r>
              <a:rPr sz="2800" spc="-15" dirty="0"/>
              <a:t> </a:t>
            </a:r>
            <a:r>
              <a:rPr sz="2800" spc="-10" dirty="0"/>
              <a:t>not</a:t>
            </a:r>
            <a:r>
              <a:rPr sz="2800" dirty="0"/>
              <a:t> talk</a:t>
            </a:r>
            <a:r>
              <a:rPr sz="2800" spc="-10" dirty="0"/>
              <a:t> </a:t>
            </a:r>
            <a:r>
              <a:rPr sz="2800" dirty="0"/>
              <a:t>directly</a:t>
            </a:r>
            <a:r>
              <a:rPr sz="2800" spc="-5" dirty="0"/>
              <a:t> to</a:t>
            </a:r>
            <a:r>
              <a:rPr sz="2800" spc="-110" dirty="0"/>
              <a:t> </a:t>
            </a:r>
            <a:r>
              <a:rPr sz="2800" spc="-55" dirty="0"/>
              <a:t>AWS</a:t>
            </a:r>
            <a:r>
              <a:rPr sz="2800" spc="-10" dirty="0"/>
              <a:t> </a:t>
            </a:r>
            <a:r>
              <a:rPr sz="2800" dirty="0"/>
              <a:t>services?</a:t>
            </a:r>
            <a:endParaRPr sz="2800"/>
          </a:p>
        </p:txBody>
      </p:sp>
      <p:sp>
        <p:nvSpPr>
          <p:cNvPr id="42" name="object 42"/>
          <p:cNvSpPr txBox="1"/>
          <p:nvPr/>
        </p:nvSpPr>
        <p:spPr>
          <a:xfrm>
            <a:off x="2994405" y="1753362"/>
            <a:ext cx="11430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indent="2540" algn="just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E  N  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89833" y="2424176"/>
            <a:ext cx="121920" cy="864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7620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P  O   I </a:t>
            </a:r>
            <a:r>
              <a:rPr sz="11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N  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37361" y="3771696"/>
            <a:ext cx="7251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464646"/>
                </a:solidFill>
                <a:latin typeface="Arial"/>
                <a:cs typeface="Arial"/>
              </a:rPr>
              <a:t>With</a:t>
            </a:r>
            <a:r>
              <a:rPr sz="16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14" dirty="0">
                <a:solidFill>
                  <a:srgbClr val="464646"/>
                </a:solidFill>
                <a:latin typeface="Arial"/>
                <a:cs typeface="Arial"/>
              </a:rPr>
              <a:t>endpoints,</a:t>
            </a:r>
            <a:r>
              <a:rPr sz="16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464646"/>
                </a:solidFill>
                <a:latin typeface="Arial"/>
                <a:cs typeface="Arial"/>
              </a:rPr>
              <a:t>you</a:t>
            </a:r>
            <a:r>
              <a:rPr sz="16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464646"/>
                </a:solidFill>
                <a:latin typeface="Arial"/>
                <a:cs typeface="Arial"/>
              </a:rPr>
              <a:t>can</a:t>
            </a:r>
            <a:r>
              <a:rPr sz="16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464646"/>
                </a:solidFill>
                <a:latin typeface="Arial"/>
                <a:cs typeface="Arial"/>
              </a:rPr>
              <a:t>privately </a:t>
            </a:r>
            <a:r>
              <a:rPr sz="1600" b="1" spc="10" dirty="0">
                <a:solidFill>
                  <a:srgbClr val="464646"/>
                </a:solidFill>
                <a:latin typeface="Arial"/>
                <a:cs typeface="Arial"/>
              </a:rPr>
              <a:t>talk</a:t>
            </a:r>
            <a:r>
              <a:rPr sz="16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50" dirty="0">
                <a:solidFill>
                  <a:srgbClr val="464646"/>
                </a:solidFill>
                <a:latin typeface="Arial"/>
                <a:cs typeface="Arial"/>
              </a:rPr>
              <a:t>to</a:t>
            </a:r>
            <a:r>
              <a:rPr sz="16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464646"/>
                </a:solidFill>
                <a:latin typeface="Arial"/>
                <a:cs typeface="Arial"/>
              </a:rPr>
              <a:t>AWS</a:t>
            </a:r>
            <a:r>
              <a:rPr sz="16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70" dirty="0">
                <a:solidFill>
                  <a:srgbClr val="464646"/>
                </a:solidFill>
                <a:latin typeface="Arial"/>
                <a:cs typeface="Arial"/>
              </a:rPr>
              <a:t>services</a:t>
            </a:r>
            <a:r>
              <a:rPr sz="16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464646"/>
                </a:solidFill>
                <a:latin typeface="Arial"/>
                <a:cs typeface="Arial"/>
              </a:rPr>
              <a:t>(without</a:t>
            </a:r>
            <a:r>
              <a:rPr sz="16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464646"/>
                </a:solidFill>
                <a:latin typeface="Arial"/>
                <a:cs typeface="Arial"/>
              </a:rPr>
              <a:t>using</a:t>
            </a:r>
            <a:r>
              <a:rPr sz="16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50" dirty="0">
                <a:solidFill>
                  <a:srgbClr val="464646"/>
                </a:solidFill>
                <a:latin typeface="Arial"/>
                <a:cs typeface="Arial"/>
              </a:rPr>
              <a:t>the</a:t>
            </a:r>
            <a:r>
              <a:rPr sz="16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464646"/>
                </a:solidFill>
                <a:latin typeface="Arial"/>
                <a:cs typeface="Arial"/>
              </a:rPr>
              <a:t>internet)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66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Endpoint</a:t>
            </a:r>
            <a:r>
              <a:rPr sz="2800" spc="-40" dirty="0"/>
              <a:t> </a:t>
            </a:r>
            <a:r>
              <a:rPr sz="2800" spc="-55" dirty="0"/>
              <a:t>Types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586483"/>
            <a:ext cx="8206740" cy="1066800"/>
            <a:chOff x="339852" y="1586483"/>
            <a:chExt cx="8206740" cy="1066800"/>
          </a:xfrm>
        </p:grpSpPr>
        <p:sp>
          <p:nvSpPr>
            <p:cNvPr id="4" name="object 4"/>
            <p:cNvSpPr/>
            <p:nvPr/>
          </p:nvSpPr>
          <p:spPr>
            <a:xfrm>
              <a:off x="339852" y="1586483"/>
              <a:ext cx="8206740" cy="1066800"/>
            </a:xfrm>
            <a:custGeom>
              <a:avLst/>
              <a:gdLst/>
              <a:ahLst/>
              <a:cxnLst/>
              <a:rect l="l" t="t" r="r" b="b"/>
              <a:pathLst>
                <a:path w="8206740" h="1066800">
                  <a:moveTo>
                    <a:pt x="8100059" y="0"/>
                  </a:moveTo>
                  <a:lnTo>
                    <a:pt x="106679" y="0"/>
                  </a:lnTo>
                  <a:lnTo>
                    <a:pt x="65156" y="8381"/>
                  </a:lnTo>
                  <a:lnTo>
                    <a:pt x="31246" y="31241"/>
                  </a:lnTo>
                  <a:lnTo>
                    <a:pt x="8383" y="65150"/>
                  </a:lnTo>
                  <a:lnTo>
                    <a:pt x="0" y="106679"/>
                  </a:lnTo>
                  <a:lnTo>
                    <a:pt x="0" y="960119"/>
                  </a:lnTo>
                  <a:lnTo>
                    <a:pt x="8383" y="1001649"/>
                  </a:lnTo>
                  <a:lnTo>
                    <a:pt x="31246" y="1035557"/>
                  </a:lnTo>
                  <a:lnTo>
                    <a:pt x="65156" y="1058417"/>
                  </a:lnTo>
                  <a:lnTo>
                    <a:pt x="106679" y="1066799"/>
                  </a:lnTo>
                  <a:lnTo>
                    <a:pt x="8100059" y="1066799"/>
                  </a:lnTo>
                  <a:lnTo>
                    <a:pt x="8141589" y="1058417"/>
                  </a:lnTo>
                  <a:lnTo>
                    <a:pt x="8175498" y="1035557"/>
                  </a:lnTo>
                  <a:lnTo>
                    <a:pt x="8198358" y="1001648"/>
                  </a:lnTo>
                  <a:lnTo>
                    <a:pt x="8206740" y="960119"/>
                  </a:lnTo>
                  <a:lnTo>
                    <a:pt x="8206740" y="106679"/>
                  </a:lnTo>
                  <a:lnTo>
                    <a:pt x="8198358" y="65151"/>
                  </a:lnTo>
                  <a:lnTo>
                    <a:pt x="8175498" y="31242"/>
                  </a:lnTo>
                  <a:lnTo>
                    <a:pt x="8141589" y="8382"/>
                  </a:lnTo>
                  <a:lnTo>
                    <a:pt x="8100059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334" y="1916361"/>
              <a:ext cx="361950" cy="409575"/>
            </a:xfrm>
            <a:custGeom>
              <a:avLst/>
              <a:gdLst/>
              <a:ahLst/>
              <a:cxnLst/>
              <a:rect l="l" t="t" r="r" b="b"/>
              <a:pathLst>
                <a:path w="361950" h="409575">
                  <a:moveTo>
                    <a:pt x="186986" y="53897"/>
                  </a:moveTo>
                  <a:lnTo>
                    <a:pt x="174900" y="53897"/>
                  </a:lnTo>
                  <a:lnTo>
                    <a:pt x="174900" y="156832"/>
                  </a:lnTo>
                  <a:lnTo>
                    <a:pt x="156718" y="162921"/>
                  </a:lnTo>
                  <a:lnTo>
                    <a:pt x="142771" y="175075"/>
                  </a:lnTo>
                  <a:lnTo>
                    <a:pt x="134408" y="191561"/>
                  </a:lnTo>
                  <a:lnTo>
                    <a:pt x="132978" y="210648"/>
                  </a:lnTo>
                  <a:lnTo>
                    <a:pt x="137604" y="226027"/>
                  </a:lnTo>
                  <a:lnTo>
                    <a:pt x="146750" y="238741"/>
                  </a:lnTo>
                  <a:lnTo>
                    <a:pt x="159490" y="247868"/>
                  </a:lnTo>
                  <a:lnTo>
                    <a:pt x="174900" y="252485"/>
                  </a:lnTo>
                  <a:lnTo>
                    <a:pt x="174900" y="367480"/>
                  </a:lnTo>
                  <a:lnTo>
                    <a:pt x="265961" y="367480"/>
                  </a:lnTo>
                  <a:lnTo>
                    <a:pt x="272083" y="385637"/>
                  </a:lnTo>
                  <a:lnTo>
                    <a:pt x="284282" y="399559"/>
                  </a:lnTo>
                  <a:lnTo>
                    <a:pt x="300823" y="407900"/>
                  </a:lnTo>
                  <a:lnTo>
                    <a:pt x="319969" y="409317"/>
                  </a:lnTo>
                  <a:lnTo>
                    <a:pt x="338163" y="403207"/>
                  </a:lnTo>
                  <a:lnTo>
                    <a:pt x="344549" y="397633"/>
                  </a:lnTo>
                  <a:lnTo>
                    <a:pt x="313886" y="397633"/>
                  </a:lnTo>
                  <a:lnTo>
                    <a:pt x="299757" y="394778"/>
                  </a:lnTo>
                  <a:lnTo>
                    <a:pt x="288242" y="387023"/>
                  </a:lnTo>
                  <a:lnTo>
                    <a:pt x="280477" y="375527"/>
                  </a:lnTo>
                  <a:lnTo>
                    <a:pt x="277629" y="361450"/>
                  </a:lnTo>
                  <a:lnTo>
                    <a:pt x="278849" y="355419"/>
                  </a:lnTo>
                  <a:lnTo>
                    <a:pt x="186986" y="355419"/>
                  </a:lnTo>
                  <a:lnTo>
                    <a:pt x="186986" y="252485"/>
                  </a:lnTo>
                  <a:lnTo>
                    <a:pt x="205168" y="246395"/>
                  </a:lnTo>
                  <a:lnTo>
                    <a:pt x="211542" y="240841"/>
                  </a:lnTo>
                  <a:lnTo>
                    <a:pt x="180943" y="240841"/>
                  </a:lnTo>
                  <a:lnTo>
                    <a:pt x="166837" y="237986"/>
                  </a:lnTo>
                  <a:lnTo>
                    <a:pt x="155318" y="230231"/>
                  </a:lnTo>
                  <a:lnTo>
                    <a:pt x="147547" y="218735"/>
                  </a:lnTo>
                  <a:lnTo>
                    <a:pt x="144686" y="204658"/>
                  </a:lnTo>
                  <a:lnTo>
                    <a:pt x="147535" y="190575"/>
                  </a:lnTo>
                  <a:lnTo>
                    <a:pt x="155306" y="179074"/>
                  </a:lnTo>
                  <a:lnTo>
                    <a:pt x="166831" y="171319"/>
                  </a:lnTo>
                  <a:lnTo>
                    <a:pt x="180943" y="168475"/>
                  </a:lnTo>
                  <a:lnTo>
                    <a:pt x="212205" y="168475"/>
                  </a:lnTo>
                  <a:lnTo>
                    <a:pt x="202396" y="161448"/>
                  </a:lnTo>
                  <a:lnTo>
                    <a:pt x="186986" y="156832"/>
                  </a:lnTo>
                  <a:lnTo>
                    <a:pt x="186986" y="53897"/>
                  </a:lnTo>
                  <a:close/>
                </a:path>
                <a:path w="361950" h="409575">
                  <a:moveTo>
                    <a:pt x="345896" y="325267"/>
                  </a:moveTo>
                  <a:lnTo>
                    <a:pt x="313886" y="325267"/>
                  </a:lnTo>
                  <a:lnTo>
                    <a:pt x="327998" y="328111"/>
                  </a:lnTo>
                  <a:lnTo>
                    <a:pt x="339523" y="335866"/>
                  </a:lnTo>
                  <a:lnTo>
                    <a:pt x="347294" y="347367"/>
                  </a:lnTo>
                  <a:lnTo>
                    <a:pt x="350143" y="361450"/>
                  </a:lnTo>
                  <a:lnTo>
                    <a:pt x="347279" y="375533"/>
                  </a:lnTo>
                  <a:lnTo>
                    <a:pt x="339495" y="387034"/>
                  </a:lnTo>
                  <a:lnTo>
                    <a:pt x="327992" y="394778"/>
                  </a:lnTo>
                  <a:lnTo>
                    <a:pt x="313886" y="397633"/>
                  </a:lnTo>
                  <a:lnTo>
                    <a:pt x="344549" y="397633"/>
                  </a:lnTo>
                  <a:lnTo>
                    <a:pt x="352113" y="391031"/>
                  </a:lnTo>
                  <a:lnTo>
                    <a:pt x="360470" y="374524"/>
                  </a:lnTo>
                  <a:lnTo>
                    <a:pt x="361887" y="355419"/>
                  </a:lnTo>
                  <a:lnTo>
                    <a:pt x="356529" y="338638"/>
                  </a:lnTo>
                  <a:lnTo>
                    <a:pt x="345896" y="325267"/>
                  </a:lnTo>
                  <a:close/>
                </a:path>
                <a:path w="361950" h="409575">
                  <a:moveTo>
                    <a:pt x="313886" y="313206"/>
                  </a:moveTo>
                  <a:lnTo>
                    <a:pt x="296555" y="316421"/>
                  </a:lnTo>
                  <a:lnTo>
                    <a:pt x="281936" y="325280"/>
                  </a:lnTo>
                  <a:lnTo>
                    <a:pt x="271313" y="338656"/>
                  </a:lnTo>
                  <a:lnTo>
                    <a:pt x="265966" y="355419"/>
                  </a:lnTo>
                  <a:lnTo>
                    <a:pt x="278849" y="355419"/>
                  </a:lnTo>
                  <a:lnTo>
                    <a:pt x="280479" y="347367"/>
                  </a:lnTo>
                  <a:lnTo>
                    <a:pt x="288249" y="335866"/>
                  </a:lnTo>
                  <a:lnTo>
                    <a:pt x="299774" y="328111"/>
                  </a:lnTo>
                  <a:lnTo>
                    <a:pt x="313886" y="325267"/>
                  </a:lnTo>
                  <a:lnTo>
                    <a:pt x="345896" y="325267"/>
                  </a:lnTo>
                  <a:lnTo>
                    <a:pt x="331242" y="316399"/>
                  </a:lnTo>
                  <a:lnTo>
                    <a:pt x="313886" y="313206"/>
                  </a:lnTo>
                  <a:close/>
                </a:path>
                <a:path w="361950" h="409575">
                  <a:moveTo>
                    <a:pt x="212205" y="168475"/>
                  </a:moveTo>
                  <a:lnTo>
                    <a:pt x="180943" y="168475"/>
                  </a:lnTo>
                  <a:lnTo>
                    <a:pt x="195055" y="171319"/>
                  </a:lnTo>
                  <a:lnTo>
                    <a:pt x="206580" y="179074"/>
                  </a:lnTo>
                  <a:lnTo>
                    <a:pt x="214351" y="190575"/>
                  </a:lnTo>
                  <a:lnTo>
                    <a:pt x="217200" y="204658"/>
                  </a:lnTo>
                  <a:lnTo>
                    <a:pt x="214351" y="218741"/>
                  </a:lnTo>
                  <a:lnTo>
                    <a:pt x="206580" y="230242"/>
                  </a:lnTo>
                  <a:lnTo>
                    <a:pt x="195055" y="237997"/>
                  </a:lnTo>
                  <a:lnTo>
                    <a:pt x="180943" y="240841"/>
                  </a:lnTo>
                  <a:lnTo>
                    <a:pt x="211542" y="240841"/>
                  </a:lnTo>
                  <a:lnTo>
                    <a:pt x="219115" y="234241"/>
                  </a:lnTo>
                  <a:lnTo>
                    <a:pt x="227478" y="217755"/>
                  </a:lnTo>
                  <a:lnTo>
                    <a:pt x="228908" y="198668"/>
                  </a:lnTo>
                  <a:lnTo>
                    <a:pt x="224282" y="183289"/>
                  </a:lnTo>
                  <a:lnTo>
                    <a:pt x="215136" y="170575"/>
                  </a:lnTo>
                  <a:lnTo>
                    <a:pt x="212205" y="168475"/>
                  </a:lnTo>
                  <a:close/>
                </a:path>
                <a:path w="361950" h="409575">
                  <a:moveTo>
                    <a:pt x="41917" y="0"/>
                  </a:moveTo>
                  <a:lnTo>
                    <a:pt x="23723" y="6109"/>
                  </a:lnTo>
                  <a:lnTo>
                    <a:pt x="9773" y="18285"/>
                  </a:lnTo>
                  <a:lnTo>
                    <a:pt x="1416" y="34792"/>
                  </a:lnTo>
                  <a:lnTo>
                    <a:pt x="0" y="53897"/>
                  </a:lnTo>
                  <a:lnTo>
                    <a:pt x="6121" y="72053"/>
                  </a:lnTo>
                  <a:lnTo>
                    <a:pt x="18320" y="85975"/>
                  </a:lnTo>
                  <a:lnTo>
                    <a:pt x="34860" y="94317"/>
                  </a:lnTo>
                  <a:lnTo>
                    <a:pt x="54003" y="95733"/>
                  </a:lnTo>
                  <a:lnTo>
                    <a:pt x="69408" y="91109"/>
                  </a:lnTo>
                  <a:lnTo>
                    <a:pt x="79260" y="84049"/>
                  </a:lnTo>
                  <a:lnTo>
                    <a:pt x="48000" y="84049"/>
                  </a:lnTo>
                  <a:lnTo>
                    <a:pt x="33871" y="81194"/>
                  </a:lnTo>
                  <a:lnTo>
                    <a:pt x="22356" y="73439"/>
                  </a:lnTo>
                  <a:lnTo>
                    <a:pt x="14591" y="61944"/>
                  </a:lnTo>
                  <a:lnTo>
                    <a:pt x="11743" y="47866"/>
                  </a:lnTo>
                  <a:lnTo>
                    <a:pt x="14592" y="33783"/>
                  </a:lnTo>
                  <a:lnTo>
                    <a:pt x="22363" y="22282"/>
                  </a:lnTo>
                  <a:lnTo>
                    <a:pt x="33888" y="14527"/>
                  </a:lnTo>
                  <a:lnTo>
                    <a:pt x="48000" y="11684"/>
                  </a:lnTo>
                  <a:lnTo>
                    <a:pt x="79291" y="11684"/>
                  </a:lnTo>
                  <a:lnTo>
                    <a:pt x="77604" y="9758"/>
                  </a:lnTo>
                  <a:lnTo>
                    <a:pt x="61063" y="1416"/>
                  </a:lnTo>
                  <a:lnTo>
                    <a:pt x="41917" y="0"/>
                  </a:lnTo>
                  <a:close/>
                </a:path>
                <a:path w="361950" h="409575">
                  <a:moveTo>
                    <a:pt x="79291" y="11684"/>
                  </a:moveTo>
                  <a:lnTo>
                    <a:pt x="48000" y="11684"/>
                  </a:lnTo>
                  <a:lnTo>
                    <a:pt x="62112" y="14527"/>
                  </a:lnTo>
                  <a:lnTo>
                    <a:pt x="73637" y="22282"/>
                  </a:lnTo>
                  <a:lnTo>
                    <a:pt x="81408" y="33783"/>
                  </a:lnTo>
                  <a:lnTo>
                    <a:pt x="84257" y="47866"/>
                  </a:lnTo>
                  <a:lnTo>
                    <a:pt x="81392" y="61949"/>
                  </a:lnTo>
                  <a:lnTo>
                    <a:pt x="73609" y="73450"/>
                  </a:lnTo>
                  <a:lnTo>
                    <a:pt x="62106" y="81194"/>
                  </a:lnTo>
                  <a:lnTo>
                    <a:pt x="48000" y="84049"/>
                  </a:lnTo>
                  <a:lnTo>
                    <a:pt x="79260" y="84049"/>
                  </a:lnTo>
                  <a:lnTo>
                    <a:pt x="82145" y="81982"/>
                  </a:lnTo>
                  <a:lnTo>
                    <a:pt x="91292" y="69271"/>
                  </a:lnTo>
                  <a:lnTo>
                    <a:pt x="95925" y="53897"/>
                  </a:lnTo>
                  <a:lnTo>
                    <a:pt x="186986" y="53897"/>
                  </a:lnTo>
                  <a:lnTo>
                    <a:pt x="186986" y="41836"/>
                  </a:lnTo>
                  <a:lnTo>
                    <a:pt x="95925" y="41836"/>
                  </a:lnTo>
                  <a:lnTo>
                    <a:pt x="89803" y="23679"/>
                  </a:lnTo>
                  <a:lnTo>
                    <a:pt x="79291" y="11684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2919983"/>
            <a:ext cx="8206740" cy="1065530"/>
            <a:chOff x="339852" y="2919983"/>
            <a:chExt cx="8206740" cy="1065530"/>
          </a:xfrm>
        </p:grpSpPr>
        <p:sp>
          <p:nvSpPr>
            <p:cNvPr id="7" name="object 7"/>
            <p:cNvSpPr/>
            <p:nvPr/>
          </p:nvSpPr>
          <p:spPr>
            <a:xfrm>
              <a:off x="339852" y="2919983"/>
              <a:ext cx="8206740" cy="1065530"/>
            </a:xfrm>
            <a:custGeom>
              <a:avLst/>
              <a:gdLst/>
              <a:ahLst/>
              <a:cxnLst/>
              <a:rect l="l" t="t" r="r" b="b"/>
              <a:pathLst>
                <a:path w="8206740" h="1065529">
                  <a:moveTo>
                    <a:pt x="8100187" y="0"/>
                  </a:moveTo>
                  <a:lnTo>
                    <a:pt x="106527" y="0"/>
                  </a:lnTo>
                  <a:lnTo>
                    <a:pt x="65059" y="8380"/>
                  </a:lnTo>
                  <a:lnTo>
                    <a:pt x="31199" y="31226"/>
                  </a:lnTo>
                  <a:lnTo>
                    <a:pt x="8370" y="65097"/>
                  </a:lnTo>
                  <a:lnTo>
                    <a:pt x="0" y="106553"/>
                  </a:lnTo>
                  <a:lnTo>
                    <a:pt x="0" y="958748"/>
                  </a:lnTo>
                  <a:lnTo>
                    <a:pt x="8370" y="1000216"/>
                  </a:lnTo>
                  <a:lnTo>
                    <a:pt x="31199" y="1034076"/>
                  </a:lnTo>
                  <a:lnTo>
                    <a:pt x="65059" y="1056905"/>
                  </a:lnTo>
                  <a:lnTo>
                    <a:pt x="106527" y="1065276"/>
                  </a:lnTo>
                  <a:lnTo>
                    <a:pt x="8100187" y="1065276"/>
                  </a:lnTo>
                  <a:lnTo>
                    <a:pt x="8141642" y="1056905"/>
                  </a:lnTo>
                  <a:lnTo>
                    <a:pt x="8175513" y="1034076"/>
                  </a:lnTo>
                  <a:lnTo>
                    <a:pt x="8198359" y="1000216"/>
                  </a:lnTo>
                  <a:lnTo>
                    <a:pt x="8206740" y="958748"/>
                  </a:lnTo>
                  <a:lnTo>
                    <a:pt x="8206740" y="106553"/>
                  </a:lnTo>
                  <a:lnTo>
                    <a:pt x="8198359" y="65097"/>
                  </a:lnTo>
                  <a:lnTo>
                    <a:pt x="8175513" y="31226"/>
                  </a:lnTo>
                  <a:lnTo>
                    <a:pt x="8141642" y="8380"/>
                  </a:lnTo>
                  <a:lnTo>
                    <a:pt x="810018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4549" y="3278419"/>
              <a:ext cx="205740" cy="339090"/>
            </a:xfrm>
            <a:custGeom>
              <a:avLst/>
              <a:gdLst/>
              <a:ahLst/>
              <a:cxnLst/>
              <a:rect l="l" t="t" r="r" b="b"/>
              <a:pathLst>
                <a:path w="205740" h="339089">
                  <a:moveTo>
                    <a:pt x="108771" y="0"/>
                  </a:moveTo>
                  <a:lnTo>
                    <a:pt x="0" y="0"/>
                  </a:lnTo>
                  <a:lnTo>
                    <a:pt x="0" y="12092"/>
                  </a:lnTo>
                  <a:lnTo>
                    <a:pt x="96685" y="12092"/>
                  </a:lnTo>
                  <a:lnTo>
                    <a:pt x="96685" y="163247"/>
                  </a:lnTo>
                  <a:lnTo>
                    <a:pt x="0" y="163247"/>
                  </a:lnTo>
                  <a:lnTo>
                    <a:pt x="0" y="175339"/>
                  </a:lnTo>
                  <a:lnTo>
                    <a:pt x="96685" y="175339"/>
                  </a:lnTo>
                  <a:lnTo>
                    <a:pt x="96685" y="326494"/>
                  </a:lnTo>
                  <a:lnTo>
                    <a:pt x="0" y="326494"/>
                  </a:lnTo>
                  <a:lnTo>
                    <a:pt x="0" y="338586"/>
                  </a:lnTo>
                  <a:lnTo>
                    <a:pt x="108771" y="338586"/>
                  </a:lnTo>
                  <a:lnTo>
                    <a:pt x="108771" y="175339"/>
                  </a:lnTo>
                  <a:lnTo>
                    <a:pt x="205457" y="175339"/>
                  </a:lnTo>
                  <a:lnTo>
                    <a:pt x="205457" y="163247"/>
                  </a:lnTo>
                  <a:lnTo>
                    <a:pt x="108771" y="163247"/>
                  </a:lnTo>
                  <a:lnTo>
                    <a:pt x="108771" y="0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0" y="3242142"/>
              <a:ext cx="84600" cy="84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0" y="3405389"/>
              <a:ext cx="84600" cy="846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0" y="3568637"/>
              <a:ext cx="84600" cy="846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8135" y="3405389"/>
              <a:ext cx="84600" cy="8464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72589" y="1887092"/>
            <a:ext cx="6095365" cy="19043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Gateway Endpoint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S3, DynamoDB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ts val="259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Endpoint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500" spc="-1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All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newer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services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use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endpoint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2682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Gateway</a:t>
            </a:r>
            <a:r>
              <a:rPr sz="2400" spc="-85" dirty="0"/>
              <a:t> </a:t>
            </a:r>
            <a:r>
              <a:rPr sz="2400" spc="-5" dirty="0"/>
              <a:t>Endpoint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3948938" y="1025905"/>
            <a:ext cx="2720340" cy="3609975"/>
            <a:chOff x="3948938" y="1025905"/>
            <a:chExt cx="2720340" cy="3609975"/>
          </a:xfrm>
        </p:grpSpPr>
        <p:sp>
          <p:nvSpPr>
            <p:cNvPr id="4" name="object 4"/>
            <p:cNvSpPr/>
            <p:nvPr/>
          </p:nvSpPr>
          <p:spPr>
            <a:xfrm>
              <a:off x="3961638" y="1038605"/>
              <a:ext cx="2694940" cy="3584575"/>
            </a:xfrm>
            <a:custGeom>
              <a:avLst/>
              <a:gdLst/>
              <a:ahLst/>
              <a:cxnLst/>
              <a:rect l="l" t="t" r="r" b="b"/>
              <a:pathLst>
                <a:path w="2694940" h="3584575">
                  <a:moveTo>
                    <a:pt x="2694432" y="0"/>
                  </a:moveTo>
                  <a:lnTo>
                    <a:pt x="0" y="0"/>
                  </a:lnTo>
                  <a:lnTo>
                    <a:pt x="0" y="3584448"/>
                  </a:lnTo>
                  <a:lnTo>
                    <a:pt x="2694432" y="3584448"/>
                  </a:lnTo>
                  <a:lnTo>
                    <a:pt x="26944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61638" y="1038605"/>
              <a:ext cx="2694940" cy="3584575"/>
            </a:xfrm>
            <a:custGeom>
              <a:avLst/>
              <a:gdLst/>
              <a:ahLst/>
              <a:cxnLst/>
              <a:rect l="l" t="t" r="r" b="b"/>
              <a:pathLst>
                <a:path w="2694940" h="3584575">
                  <a:moveTo>
                    <a:pt x="0" y="3584448"/>
                  </a:moveTo>
                  <a:lnTo>
                    <a:pt x="2694432" y="3584448"/>
                  </a:lnTo>
                  <a:lnTo>
                    <a:pt x="2694432" y="0"/>
                  </a:lnTo>
                  <a:lnTo>
                    <a:pt x="0" y="0"/>
                  </a:lnTo>
                  <a:lnTo>
                    <a:pt x="0" y="35844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15206" y="1799081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6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29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6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8" y="735329"/>
                  </a:lnTo>
                  <a:lnTo>
                    <a:pt x="1725168" y="147065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15206" y="1799081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6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8" y="147065"/>
                  </a:lnTo>
                  <a:lnTo>
                    <a:pt x="1725168" y="735329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6" y="882395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29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1322" y="1995677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81322" y="1995677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15206" y="2917698"/>
              <a:ext cx="1725295" cy="1224280"/>
            </a:xfrm>
            <a:custGeom>
              <a:avLst/>
              <a:gdLst/>
              <a:ahLst/>
              <a:cxnLst/>
              <a:rect l="l" t="t" r="r" b="b"/>
              <a:pathLst>
                <a:path w="1725295" h="1224279">
                  <a:moveTo>
                    <a:pt x="1521206" y="0"/>
                  </a:moveTo>
                  <a:lnTo>
                    <a:pt x="203962" y="0"/>
                  </a:lnTo>
                  <a:lnTo>
                    <a:pt x="157194" y="5386"/>
                  </a:lnTo>
                  <a:lnTo>
                    <a:pt x="114262" y="20730"/>
                  </a:lnTo>
                  <a:lnTo>
                    <a:pt x="76392" y="44806"/>
                  </a:lnTo>
                  <a:lnTo>
                    <a:pt x="44806" y="76392"/>
                  </a:lnTo>
                  <a:lnTo>
                    <a:pt x="20730" y="114262"/>
                  </a:lnTo>
                  <a:lnTo>
                    <a:pt x="5386" y="157194"/>
                  </a:lnTo>
                  <a:lnTo>
                    <a:pt x="0" y="203962"/>
                  </a:lnTo>
                  <a:lnTo>
                    <a:pt x="0" y="1019810"/>
                  </a:lnTo>
                  <a:lnTo>
                    <a:pt x="5386" y="1066577"/>
                  </a:lnTo>
                  <a:lnTo>
                    <a:pt x="20730" y="1109509"/>
                  </a:lnTo>
                  <a:lnTo>
                    <a:pt x="44806" y="1147379"/>
                  </a:lnTo>
                  <a:lnTo>
                    <a:pt x="76392" y="1178965"/>
                  </a:lnTo>
                  <a:lnTo>
                    <a:pt x="114262" y="1203041"/>
                  </a:lnTo>
                  <a:lnTo>
                    <a:pt x="157194" y="1218385"/>
                  </a:lnTo>
                  <a:lnTo>
                    <a:pt x="203962" y="1223771"/>
                  </a:lnTo>
                  <a:lnTo>
                    <a:pt x="1521206" y="1223771"/>
                  </a:lnTo>
                  <a:lnTo>
                    <a:pt x="1567973" y="1218385"/>
                  </a:lnTo>
                  <a:lnTo>
                    <a:pt x="1610905" y="1203041"/>
                  </a:lnTo>
                  <a:lnTo>
                    <a:pt x="1648775" y="1178965"/>
                  </a:lnTo>
                  <a:lnTo>
                    <a:pt x="1680361" y="1147379"/>
                  </a:lnTo>
                  <a:lnTo>
                    <a:pt x="1704437" y="1109509"/>
                  </a:lnTo>
                  <a:lnTo>
                    <a:pt x="1719781" y="1066577"/>
                  </a:lnTo>
                  <a:lnTo>
                    <a:pt x="1725168" y="1019810"/>
                  </a:lnTo>
                  <a:lnTo>
                    <a:pt x="1725168" y="203962"/>
                  </a:lnTo>
                  <a:lnTo>
                    <a:pt x="1719781" y="157194"/>
                  </a:lnTo>
                  <a:lnTo>
                    <a:pt x="1704437" y="114262"/>
                  </a:lnTo>
                  <a:lnTo>
                    <a:pt x="1680361" y="76392"/>
                  </a:lnTo>
                  <a:lnTo>
                    <a:pt x="1648775" y="44806"/>
                  </a:lnTo>
                  <a:lnTo>
                    <a:pt x="1610905" y="20730"/>
                  </a:lnTo>
                  <a:lnTo>
                    <a:pt x="1567973" y="5386"/>
                  </a:lnTo>
                  <a:lnTo>
                    <a:pt x="1521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15206" y="2917698"/>
              <a:ext cx="1725295" cy="1224280"/>
            </a:xfrm>
            <a:custGeom>
              <a:avLst/>
              <a:gdLst/>
              <a:ahLst/>
              <a:cxnLst/>
              <a:rect l="l" t="t" r="r" b="b"/>
              <a:pathLst>
                <a:path w="1725295" h="1224279">
                  <a:moveTo>
                    <a:pt x="0" y="203962"/>
                  </a:moveTo>
                  <a:lnTo>
                    <a:pt x="5386" y="157194"/>
                  </a:lnTo>
                  <a:lnTo>
                    <a:pt x="20730" y="114262"/>
                  </a:lnTo>
                  <a:lnTo>
                    <a:pt x="44806" y="76392"/>
                  </a:lnTo>
                  <a:lnTo>
                    <a:pt x="76392" y="44806"/>
                  </a:lnTo>
                  <a:lnTo>
                    <a:pt x="114262" y="20730"/>
                  </a:lnTo>
                  <a:lnTo>
                    <a:pt x="157194" y="5386"/>
                  </a:lnTo>
                  <a:lnTo>
                    <a:pt x="203962" y="0"/>
                  </a:lnTo>
                  <a:lnTo>
                    <a:pt x="1521206" y="0"/>
                  </a:lnTo>
                  <a:lnTo>
                    <a:pt x="1567973" y="5386"/>
                  </a:lnTo>
                  <a:lnTo>
                    <a:pt x="1610905" y="20730"/>
                  </a:lnTo>
                  <a:lnTo>
                    <a:pt x="1648775" y="44806"/>
                  </a:lnTo>
                  <a:lnTo>
                    <a:pt x="1680361" y="76392"/>
                  </a:lnTo>
                  <a:lnTo>
                    <a:pt x="1704437" y="114262"/>
                  </a:lnTo>
                  <a:lnTo>
                    <a:pt x="1719781" y="157194"/>
                  </a:lnTo>
                  <a:lnTo>
                    <a:pt x="1725168" y="203962"/>
                  </a:lnTo>
                  <a:lnTo>
                    <a:pt x="1725168" y="1019810"/>
                  </a:lnTo>
                  <a:lnTo>
                    <a:pt x="1719781" y="1066577"/>
                  </a:lnTo>
                  <a:lnTo>
                    <a:pt x="1704437" y="1109509"/>
                  </a:lnTo>
                  <a:lnTo>
                    <a:pt x="1680361" y="1147379"/>
                  </a:lnTo>
                  <a:lnTo>
                    <a:pt x="1648775" y="1178965"/>
                  </a:lnTo>
                  <a:lnTo>
                    <a:pt x="1610905" y="1203041"/>
                  </a:lnTo>
                  <a:lnTo>
                    <a:pt x="1567973" y="1218385"/>
                  </a:lnTo>
                  <a:lnTo>
                    <a:pt x="1521206" y="1223771"/>
                  </a:lnTo>
                  <a:lnTo>
                    <a:pt x="203962" y="1223771"/>
                  </a:lnTo>
                  <a:lnTo>
                    <a:pt x="157194" y="1218385"/>
                  </a:lnTo>
                  <a:lnTo>
                    <a:pt x="114262" y="1203041"/>
                  </a:lnTo>
                  <a:lnTo>
                    <a:pt x="76392" y="1178965"/>
                  </a:lnTo>
                  <a:lnTo>
                    <a:pt x="44806" y="1147379"/>
                  </a:lnTo>
                  <a:lnTo>
                    <a:pt x="20730" y="1109509"/>
                  </a:lnTo>
                  <a:lnTo>
                    <a:pt x="5386" y="1066577"/>
                  </a:lnTo>
                  <a:lnTo>
                    <a:pt x="0" y="1019810"/>
                  </a:lnTo>
                  <a:lnTo>
                    <a:pt x="0" y="203962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74513" y="3149345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546608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546608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74513" y="3149345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8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82134" y="3495294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79"/>
                  </a:lnTo>
                  <a:lnTo>
                    <a:pt x="546607" y="259079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899"/>
                  </a:lnTo>
                  <a:lnTo>
                    <a:pt x="589788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82134" y="3495294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79"/>
                  </a:lnTo>
                  <a:lnTo>
                    <a:pt x="589788" y="215899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79"/>
                  </a:lnTo>
                  <a:lnTo>
                    <a:pt x="43179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79746" y="3153537"/>
            <a:ext cx="1192530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63009" y="4277055"/>
            <a:ext cx="1804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2505" y="1248410"/>
            <a:ext cx="1750695" cy="383540"/>
            <a:chOff x="4302505" y="1248410"/>
            <a:chExt cx="1750695" cy="383540"/>
          </a:xfrm>
        </p:grpSpPr>
        <p:sp>
          <p:nvSpPr>
            <p:cNvPr id="19" name="object 19"/>
            <p:cNvSpPr/>
            <p:nvPr/>
          </p:nvSpPr>
          <p:spPr>
            <a:xfrm>
              <a:off x="4315205" y="1261110"/>
              <a:ext cx="1725295" cy="358140"/>
            </a:xfrm>
            <a:custGeom>
              <a:avLst/>
              <a:gdLst/>
              <a:ahLst/>
              <a:cxnLst/>
              <a:rect l="l" t="t" r="r" b="b"/>
              <a:pathLst>
                <a:path w="1725295" h="358140">
                  <a:moveTo>
                    <a:pt x="1665478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39"/>
                  </a:lnTo>
                  <a:lnTo>
                    <a:pt x="1665478" y="358139"/>
                  </a:lnTo>
                  <a:lnTo>
                    <a:pt x="1688734" y="353456"/>
                  </a:lnTo>
                  <a:lnTo>
                    <a:pt x="1707705" y="340677"/>
                  </a:lnTo>
                  <a:lnTo>
                    <a:pt x="1720484" y="321706"/>
                  </a:lnTo>
                  <a:lnTo>
                    <a:pt x="1725168" y="298450"/>
                  </a:lnTo>
                  <a:lnTo>
                    <a:pt x="1725168" y="59689"/>
                  </a:lnTo>
                  <a:lnTo>
                    <a:pt x="1720484" y="36433"/>
                  </a:lnTo>
                  <a:lnTo>
                    <a:pt x="1707705" y="17462"/>
                  </a:lnTo>
                  <a:lnTo>
                    <a:pt x="1688734" y="4683"/>
                  </a:lnTo>
                  <a:lnTo>
                    <a:pt x="1665478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15205" y="1261110"/>
              <a:ext cx="1725295" cy="358140"/>
            </a:xfrm>
            <a:custGeom>
              <a:avLst/>
              <a:gdLst/>
              <a:ahLst/>
              <a:cxnLst/>
              <a:rect l="l" t="t" r="r" b="b"/>
              <a:pathLst>
                <a:path w="1725295" h="358140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1665478" y="0"/>
                  </a:lnTo>
                  <a:lnTo>
                    <a:pt x="1688734" y="4683"/>
                  </a:lnTo>
                  <a:lnTo>
                    <a:pt x="1707705" y="17462"/>
                  </a:lnTo>
                  <a:lnTo>
                    <a:pt x="1720484" y="36433"/>
                  </a:lnTo>
                  <a:lnTo>
                    <a:pt x="1725168" y="59689"/>
                  </a:lnTo>
                  <a:lnTo>
                    <a:pt x="1725168" y="298450"/>
                  </a:lnTo>
                  <a:lnTo>
                    <a:pt x="1720484" y="321706"/>
                  </a:lnTo>
                  <a:lnTo>
                    <a:pt x="1707705" y="340677"/>
                  </a:lnTo>
                  <a:lnTo>
                    <a:pt x="1688734" y="353456"/>
                  </a:lnTo>
                  <a:lnTo>
                    <a:pt x="1665478" y="358139"/>
                  </a:lnTo>
                  <a:lnTo>
                    <a:pt x="59690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90465" y="1314957"/>
            <a:ext cx="1376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4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57997" y="474218"/>
            <a:ext cx="918844" cy="630555"/>
            <a:chOff x="7857997" y="474218"/>
            <a:chExt cx="918844" cy="630555"/>
          </a:xfrm>
        </p:grpSpPr>
        <p:sp>
          <p:nvSpPr>
            <p:cNvPr id="23" name="object 23"/>
            <p:cNvSpPr/>
            <p:nvPr/>
          </p:nvSpPr>
          <p:spPr>
            <a:xfrm>
              <a:off x="7870697" y="486918"/>
              <a:ext cx="893444" cy="605155"/>
            </a:xfrm>
            <a:custGeom>
              <a:avLst/>
              <a:gdLst/>
              <a:ahLst/>
              <a:cxnLst/>
              <a:rect l="l" t="t" r="r" b="b"/>
              <a:pathLst>
                <a:path w="893445" h="605155">
                  <a:moveTo>
                    <a:pt x="792226" y="0"/>
                  </a:moveTo>
                  <a:lnTo>
                    <a:pt x="100837" y="0"/>
                  </a:lnTo>
                  <a:lnTo>
                    <a:pt x="61561" y="7915"/>
                  </a:lnTo>
                  <a:lnTo>
                    <a:pt x="29511" y="29511"/>
                  </a:lnTo>
                  <a:lnTo>
                    <a:pt x="7915" y="61561"/>
                  </a:lnTo>
                  <a:lnTo>
                    <a:pt x="0" y="100837"/>
                  </a:lnTo>
                  <a:lnTo>
                    <a:pt x="0" y="504190"/>
                  </a:lnTo>
                  <a:lnTo>
                    <a:pt x="7915" y="543466"/>
                  </a:lnTo>
                  <a:lnTo>
                    <a:pt x="29511" y="575516"/>
                  </a:lnTo>
                  <a:lnTo>
                    <a:pt x="61561" y="597112"/>
                  </a:lnTo>
                  <a:lnTo>
                    <a:pt x="100837" y="605028"/>
                  </a:lnTo>
                  <a:lnTo>
                    <a:pt x="792226" y="605028"/>
                  </a:lnTo>
                  <a:lnTo>
                    <a:pt x="831502" y="597112"/>
                  </a:lnTo>
                  <a:lnTo>
                    <a:pt x="863552" y="575516"/>
                  </a:lnTo>
                  <a:lnTo>
                    <a:pt x="885148" y="543466"/>
                  </a:lnTo>
                  <a:lnTo>
                    <a:pt x="893063" y="504190"/>
                  </a:lnTo>
                  <a:lnTo>
                    <a:pt x="893063" y="100837"/>
                  </a:lnTo>
                  <a:lnTo>
                    <a:pt x="885148" y="61561"/>
                  </a:lnTo>
                  <a:lnTo>
                    <a:pt x="863552" y="29511"/>
                  </a:lnTo>
                  <a:lnTo>
                    <a:pt x="831502" y="7915"/>
                  </a:lnTo>
                  <a:lnTo>
                    <a:pt x="7922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70697" y="486918"/>
              <a:ext cx="893444" cy="605155"/>
            </a:xfrm>
            <a:custGeom>
              <a:avLst/>
              <a:gdLst/>
              <a:ahLst/>
              <a:cxnLst/>
              <a:rect l="l" t="t" r="r" b="b"/>
              <a:pathLst>
                <a:path w="893445" h="605155">
                  <a:moveTo>
                    <a:pt x="0" y="100837"/>
                  </a:moveTo>
                  <a:lnTo>
                    <a:pt x="7915" y="61561"/>
                  </a:lnTo>
                  <a:lnTo>
                    <a:pt x="29511" y="29511"/>
                  </a:lnTo>
                  <a:lnTo>
                    <a:pt x="61561" y="7915"/>
                  </a:lnTo>
                  <a:lnTo>
                    <a:pt x="100837" y="0"/>
                  </a:lnTo>
                  <a:lnTo>
                    <a:pt x="792226" y="0"/>
                  </a:lnTo>
                  <a:lnTo>
                    <a:pt x="831502" y="7915"/>
                  </a:lnTo>
                  <a:lnTo>
                    <a:pt x="863552" y="29511"/>
                  </a:lnTo>
                  <a:lnTo>
                    <a:pt x="885148" y="61561"/>
                  </a:lnTo>
                  <a:lnTo>
                    <a:pt x="893063" y="100837"/>
                  </a:lnTo>
                  <a:lnTo>
                    <a:pt x="893063" y="504190"/>
                  </a:lnTo>
                  <a:lnTo>
                    <a:pt x="885148" y="543466"/>
                  </a:lnTo>
                  <a:lnTo>
                    <a:pt x="863552" y="575516"/>
                  </a:lnTo>
                  <a:lnTo>
                    <a:pt x="831502" y="597112"/>
                  </a:lnTo>
                  <a:lnTo>
                    <a:pt x="792226" y="605028"/>
                  </a:lnTo>
                  <a:lnTo>
                    <a:pt x="100837" y="605028"/>
                  </a:lnTo>
                  <a:lnTo>
                    <a:pt x="61561" y="597112"/>
                  </a:lnTo>
                  <a:lnTo>
                    <a:pt x="29511" y="575516"/>
                  </a:lnTo>
                  <a:lnTo>
                    <a:pt x="7915" y="543466"/>
                  </a:lnTo>
                  <a:lnTo>
                    <a:pt x="0" y="504190"/>
                  </a:lnTo>
                  <a:lnTo>
                    <a:pt x="0" y="100837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165338" y="632536"/>
            <a:ext cx="304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170678" y="416853"/>
            <a:ext cx="2700655" cy="1843405"/>
            <a:chOff x="5170678" y="416853"/>
            <a:chExt cx="2700655" cy="1843405"/>
          </a:xfrm>
        </p:grpSpPr>
        <p:sp>
          <p:nvSpPr>
            <p:cNvPr id="27" name="object 27"/>
            <p:cNvSpPr/>
            <p:nvPr/>
          </p:nvSpPr>
          <p:spPr>
            <a:xfrm>
              <a:off x="5170678" y="737743"/>
              <a:ext cx="2700655" cy="523875"/>
            </a:xfrm>
            <a:custGeom>
              <a:avLst/>
              <a:gdLst/>
              <a:ahLst/>
              <a:cxnLst/>
              <a:rect l="l" t="t" r="r" b="b"/>
              <a:pathLst>
                <a:path w="2700654" h="523875">
                  <a:moveTo>
                    <a:pt x="2664405" y="45339"/>
                  </a:moveTo>
                  <a:lnTo>
                    <a:pt x="2794" y="45339"/>
                  </a:lnTo>
                  <a:lnTo>
                    <a:pt x="0" y="48133"/>
                  </a:lnTo>
                  <a:lnTo>
                    <a:pt x="0" y="523748"/>
                  </a:lnTo>
                  <a:lnTo>
                    <a:pt x="12700" y="523748"/>
                  </a:lnTo>
                  <a:lnTo>
                    <a:pt x="12700" y="58039"/>
                  </a:lnTo>
                  <a:lnTo>
                    <a:pt x="6350" y="58039"/>
                  </a:lnTo>
                  <a:lnTo>
                    <a:pt x="12700" y="51689"/>
                  </a:lnTo>
                  <a:lnTo>
                    <a:pt x="2675291" y="51689"/>
                  </a:lnTo>
                  <a:lnTo>
                    <a:pt x="2664405" y="45339"/>
                  </a:lnTo>
                  <a:close/>
                </a:path>
                <a:path w="2700654" h="523875">
                  <a:moveTo>
                    <a:pt x="2675291" y="51689"/>
                  </a:moveTo>
                  <a:lnTo>
                    <a:pt x="2605404" y="92456"/>
                  </a:lnTo>
                  <a:lnTo>
                    <a:pt x="2604389" y="96266"/>
                  </a:lnTo>
                  <a:lnTo>
                    <a:pt x="2607945" y="102362"/>
                  </a:lnTo>
                  <a:lnTo>
                    <a:pt x="2611881" y="103378"/>
                  </a:lnTo>
                  <a:lnTo>
                    <a:pt x="2689637" y="58039"/>
                  </a:lnTo>
                  <a:lnTo>
                    <a:pt x="2687954" y="58039"/>
                  </a:lnTo>
                  <a:lnTo>
                    <a:pt x="2687954" y="57150"/>
                  </a:lnTo>
                  <a:lnTo>
                    <a:pt x="2684653" y="57150"/>
                  </a:lnTo>
                  <a:lnTo>
                    <a:pt x="2675291" y="51689"/>
                  </a:lnTo>
                  <a:close/>
                </a:path>
                <a:path w="2700654" h="523875">
                  <a:moveTo>
                    <a:pt x="12700" y="51689"/>
                  </a:moveTo>
                  <a:lnTo>
                    <a:pt x="6350" y="58039"/>
                  </a:lnTo>
                  <a:lnTo>
                    <a:pt x="12700" y="58039"/>
                  </a:lnTo>
                  <a:lnTo>
                    <a:pt x="12700" y="51689"/>
                  </a:lnTo>
                  <a:close/>
                </a:path>
                <a:path w="2700654" h="523875">
                  <a:moveTo>
                    <a:pt x="2675291" y="51689"/>
                  </a:moveTo>
                  <a:lnTo>
                    <a:pt x="12700" y="51689"/>
                  </a:lnTo>
                  <a:lnTo>
                    <a:pt x="12700" y="58039"/>
                  </a:lnTo>
                  <a:lnTo>
                    <a:pt x="2664405" y="58039"/>
                  </a:lnTo>
                  <a:lnTo>
                    <a:pt x="2675291" y="51689"/>
                  </a:lnTo>
                  <a:close/>
                </a:path>
                <a:path w="2700654" h="523875">
                  <a:moveTo>
                    <a:pt x="2689637" y="45339"/>
                  </a:moveTo>
                  <a:lnTo>
                    <a:pt x="2687954" y="45339"/>
                  </a:lnTo>
                  <a:lnTo>
                    <a:pt x="2687954" y="58039"/>
                  </a:lnTo>
                  <a:lnTo>
                    <a:pt x="2689637" y="58039"/>
                  </a:lnTo>
                  <a:lnTo>
                    <a:pt x="2700528" y="51689"/>
                  </a:lnTo>
                  <a:lnTo>
                    <a:pt x="2689637" y="45339"/>
                  </a:lnTo>
                  <a:close/>
                </a:path>
                <a:path w="2700654" h="523875">
                  <a:moveTo>
                    <a:pt x="2684653" y="46228"/>
                  </a:moveTo>
                  <a:lnTo>
                    <a:pt x="2675291" y="51689"/>
                  </a:lnTo>
                  <a:lnTo>
                    <a:pt x="2684653" y="57150"/>
                  </a:lnTo>
                  <a:lnTo>
                    <a:pt x="2684653" y="46228"/>
                  </a:lnTo>
                  <a:close/>
                </a:path>
                <a:path w="2700654" h="523875">
                  <a:moveTo>
                    <a:pt x="2687954" y="46228"/>
                  </a:moveTo>
                  <a:lnTo>
                    <a:pt x="2684653" y="46228"/>
                  </a:lnTo>
                  <a:lnTo>
                    <a:pt x="2684653" y="57150"/>
                  </a:lnTo>
                  <a:lnTo>
                    <a:pt x="2687954" y="57150"/>
                  </a:lnTo>
                  <a:lnTo>
                    <a:pt x="2687954" y="46228"/>
                  </a:lnTo>
                  <a:close/>
                </a:path>
                <a:path w="2700654" h="523875">
                  <a:moveTo>
                    <a:pt x="2611881" y="0"/>
                  </a:moveTo>
                  <a:lnTo>
                    <a:pt x="2607945" y="1016"/>
                  </a:lnTo>
                  <a:lnTo>
                    <a:pt x="2604389" y="7112"/>
                  </a:lnTo>
                  <a:lnTo>
                    <a:pt x="2605404" y="10922"/>
                  </a:lnTo>
                  <a:lnTo>
                    <a:pt x="2675291" y="51689"/>
                  </a:lnTo>
                  <a:lnTo>
                    <a:pt x="2684653" y="46228"/>
                  </a:lnTo>
                  <a:lnTo>
                    <a:pt x="2687954" y="46228"/>
                  </a:lnTo>
                  <a:lnTo>
                    <a:pt x="2687954" y="45339"/>
                  </a:lnTo>
                  <a:lnTo>
                    <a:pt x="2689637" y="45339"/>
                  </a:lnTo>
                  <a:lnTo>
                    <a:pt x="2611881" y="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9870" y="416853"/>
              <a:ext cx="578732" cy="35432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281422" y="1988058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81422" y="1988058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591939" y="1999234"/>
            <a:ext cx="117856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9465" algn="l"/>
              </a:tabLst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400" spc="-110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T	</a:t>
            </a:r>
            <a:r>
              <a:rPr sz="2100" spc="-15" baseline="1984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2100" baseline="1984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2100" baseline="1984">
              <a:latin typeface="Arial MT"/>
              <a:cs typeface="Arial MT"/>
            </a:endParaRPr>
          </a:p>
          <a:p>
            <a:pPr marL="35560">
              <a:lnSpc>
                <a:spcPct val="100000"/>
              </a:lnSpc>
              <a:spcBef>
                <a:spcPts val="116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723003" y="1618488"/>
            <a:ext cx="1834514" cy="2536190"/>
            <a:chOff x="4723003" y="1618488"/>
            <a:chExt cx="1834514" cy="2536190"/>
          </a:xfrm>
        </p:grpSpPr>
        <p:sp>
          <p:nvSpPr>
            <p:cNvPr id="33" name="object 33"/>
            <p:cNvSpPr/>
            <p:nvPr/>
          </p:nvSpPr>
          <p:spPr>
            <a:xfrm>
              <a:off x="4723003" y="1618487"/>
              <a:ext cx="859155" cy="1530985"/>
            </a:xfrm>
            <a:custGeom>
              <a:avLst/>
              <a:gdLst/>
              <a:ahLst/>
              <a:cxnLst/>
              <a:rect l="l" t="t" r="r" b="b"/>
              <a:pathLst>
                <a:path w="859154" h="1530985">
                  <a:moveTo>
                    <a:pt x="451612" y="1123188"/>
                  </a:moveTo>
                  <a:lnTo>
                    <a:pt x="448818" y="1120394"/>
                  </a:lnTo>
                  <a:lnTo>
                    <a:pt x="58039" y="1120394"/>
                  </a:lnTo>
                  <a:lnTo>
                    <a:pt x="58039" y="671512"/>
                  </a:lnTo>
                  <a:lnTo>
                    <a:pt x="92456" y="730504"/>
                  </a:lnTo>
                  <a:lnTo>
                    <a:pt x="96266" y="731520"/>
                  </a:lnTo>
                  <a:lnTo>
                    <a:pt x="102362" y="727964"/>
                  </a:lnTo>
                  <a:lnTo>
                    <a:pt x="103378" y="724154"/>
                  </a:lnTo>
                  <a:lnTo>
                    <a:pt x="59016" y="648081"/>
                  </a:lnTo>
                  <a:lnTo>
                    <a:pt x="51689" y="635508"/>
                  </a:lnTo>
                  <a:lnTo>
                    <a:pt x="0" y="724154"/>
                  </a:lnTo>
                  <a:lnTo>
                    <a:pt x="1016" y="727964"/>
                  </a:lnTo>
                  <a:lnTo>
                    <a:pt x="7112" y="731520"/>
                  </a:lnTo>
                  <a:lnTo>
                    <a:pt x="10922" y="730504"/>
                  </a:lnTo>
                  <a:lnTo>
                    <a:pt x="45339" y="671512"/>
                  </a:lnTo>
                  <a:lnTo>
                    <a:pt x="45339" y="1130173"/>
                  </a:lnTo>
                  <a:lnTo>
                    <a:pt x="48133" y="1133094"/>
                  </a:lnTo>
                  <a:lnTo>
                    <a:pt x="438912" y="1133094"/>
                  </a:lnTo>
                  <a:lnTo>
                    <a:pt x="438912" y="1530731"/>
                  </a:lnTo>
                  <a:lnTo>
                    <a:pt x="451612" y="1530731"/>
                  </a:lnTo>
                  <a:lnTo>
                    <a:pt x="451612" y="1133094"/>
                  </a:lnTo>
                  <a:lnTo>
                    <a:pt x="451612" y="1123188"/>
                  </a:lnTo>
                  <a:close/>
                </a:path>
                <a:path w="859154" h="1530985">
                  <a:moveTo>
                    <a:pt x="858647" y="231267"/>
                  </a:moveTo>
                  <a:lnTo>
                    <a:pt x="855853" y="228358"/>
                  </a:lnTo>
                  <a:lnTo>
                    <a:pt x="460375" y="228358"/>
                  </a:lnTo>
                  <a:lnTo>
                    <a:pt x="460375" y="37973"/>
                  </a:lnTo>
                  <a:lnTo>
                    <a:pt x="491871" y="91948"/>
                  </a:lnTo>
                  <a:lnTo>
                    <a:pt x="493522" y="94996"/>
                  </a:lnTo>
                  <a:lnTo>
                    <a:pt x="497459" y="96012"/>
                  </a:lnTo>
                  <a:lnTo>
                    <a:pt x="497814" y="95808"/>
                  </a:lnTo>
                  <a:lnTo>
                    <a:pt x="498602" y="96012"/>
                  </a:lnTo>
                  <a:lnTo>
                    <a:pt x="504698" y="92456"/>
                  </a:lnTo>
                  <a:lnTo>
                    <a:pt x="505714" y="88646"/>
                  </a:lnTo>
                  <a:lnTo>
                    <a:pt x="461352" y="12573"/>
                  </a:lnTo>
                  <a:lnTo>
                    <a:pt x="454025" y="0"/>
                  </a:lnTo>
                  <a:lnTo>
                    <a:pt x="453440" y="990"/>
                  </a:lnTo>
                  <a:lnTo>
                    <a:pt x="452882" y="0"/>
                  </a:lnTo>
                  <a:lnTo>
                    <a:pt x="401193" y="88646"/>
                  </a:lnTo>
                  <a:lnTo>
                    <a:pt x="402209" y="92456"/>
                  </a:lnTo>
                  <a:lnTo>
                    <a:pt x="405257" y="94234"/>
                  </a:lnTo>
                  <a:lnTo>
                    <a:pt x="408178" y="96012"/>
                  </a:lnTo>
                  <a:lnTo>
                    <a:pt x="409054" y="95796"/>
                  </a:lnTo>
                  <a:lnTo>
                    <a:pt x="409448" y="96012"/>
                  </a:lnTo>
                  <a:lnTo>
                    <a:pt x="413258" y="94996"/>
                  </a:lnTo>
                  <a:lnTo>
                    <a:pt x="446532" y="37973"/>
                  </a:lnTo>
                  <a:lnTo>
                    <a:pt x="446532" y="232295"/>
                  </a:lnTo>
                  <a:lnTo>
                    <a:pt x="48133" y="232295"/>
                  </a:lnTo>
                  <a:lnTo>
                    <a:pt x="45339" y="235077"/>
                  </a:lnTo>
                  <a:lnTo>
                    <a:pt x="45339" y="375666"/>
                  </a:lnTo>
                  <a:lnTo>
                    <a:pt x="58039" y="375666"/>
                  </a:lnTo>
                  <a:lnTo>
                    <a:pt x="58039" y="244995"/>
                  </a:lnTo>
                  <a:lnTo>
                    <a:pt x="456311" y="244995"/>
                  </a:lnTo>
                  <a:lnTo>
                    <a:pt x="459232" y="242062"/>
                  </a:lnTo>
                  <a:lnTo>
                    <a:pt x="459232" y="241058"/>
                  </a:lnTo>
                  <a:lnTo>
                    <a:pt x="845947" y="241058"/>
                  </a:lnTo>
                  <a:lnTo>
                    <a:pt x="845947" y="367792"/>
                  </a:lnTo>
                  <a:lnTo>
                    <a:pt x="858647" y="367792"/>
                  </a:lnTo>
                  <a:lnTo>
                    <a:pt x="858647" y="241058"/>
                  </a:lnTo>
                  <a:lnTo>
                    <a:pt x="858647" y="231267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41542" y="1703070"/>
              <a:ext cx="303530" cy="2438400"/>
            </a:xfrm>
            <a:custGeom>
              <a:avLst/>
              <a:gdLst/>
              <a:ahLst/>
              <a:cxnLst/>
              <a:rect l="l" t="t" r="r" b="b"/>
              <a:pathLst>
                <a:path w="303529" h="2438400">
                  <a:moveTo>
                    <a:pt x="252730" y="0"/>
                  </a:moveTo>
                  <a:lnTo>
                    <a:pt x="50546" y="0"/>
                  </a:lnTo>
                  <a:lnTo>
                    <a:pt x="30861" y="3968"/>
                  </a:lnTo>
                  <a:lnTo>
                    <a:pt x="14795" y="14795"/>
                  </a:lnTo>
                  <a:lnTo>
                    <a:pt x="3968" y="30860"/>
                  </a:lnTo>
                  <a:lnTo>
                    <a:pt x="0" y="50545"/>
                  </a:lnTo>
                  <a:lnTo>
                    <a:pt x="0" y="2387854"/>
                  </a:lnTo>
                  <a:lnTo>
                    <a:pt x="3968" y="2407528"/>
                  </a:lnTo>
                  <a:lnTo>
                    <a:pt x="14795" y="2423594"/>
                  </a:lnTo>
                  <a:lnTo>
                    <a:pt x="30861" y="2434427"/>
                  </a:lnTo>
                  <a:lnTo>
                    <a:pt x="50546" y="2438399"/>
                  </a:lnTo>
                  <a:lnTo>
                    <a:pt x="252730" y="2438399"/>
                  </a:lnTo>
                  <a:lnTo>
                    <a:pt x="272414" y="2434427"/>
                  </a:lnTo>
                  <a:lnTo>
                    <a:pt x="288480" y="2423594"/>
                  </a:lnTo>
                  <a:lnTo>
                    <a:pt x="299307" y="2407528"/>
                  </a:lnTo>
                  <a:lnTo>
                    <a:pt x="303276" y="2387854"/>
                  </a:lnTo>
                  <a:lnTo>
                    <a:pt x="303276" y="50545"/>
                  </a:lnTo>
                  <a:lnTo>
                    <a:pt x="299307" y="30860"/>
                  </a:lnTo>
                  <a:lnTo>
                    <a:pt x="288480" y="14795"/>
                  </a:lnTo>
                  <a:lnTo>
                    <a:pt x="272414" y="3968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41542" y="1703070"/>
              <a:ext cx="303530" cy="2438400"/>
            </a:xfrm>
            <a:custGeom>
              <a:avLst/>
              <a:gdLst/>
              <a:ahLst/>
              <a:cxnLst/>
              <a:rect l="l" t="t" r="r" b="b"/>
              <a:pathLst>
                <a:path w="303529" h="2438400">
                  <a:moveTo>
                    <a:pt x="0" y="50545"/>
                  </a:moveTo>
                  <a:lnTo>
                    <a:pt x="3968" y="30860"/>
                  </a:lnTo>
                  <a:lnTo>
                    <a:pt x="14795" y="14795"/>
                  </a:lnTo>
                  <a:lnTo>
                    <a:pt x="30861" y="3968"/>
                  </a:lnTo>
                  <a:lnTo>
                    <a:pt x="50546" y="0"/>
                  </a:lnTo>
                  <a:lnTo>
                    <a:pt x="252730" y="0"/>
                  </a:lnTo>
                  <a:lnTo>
                    <a:pt x="272414" y="3968"/>
                  </a:lnTo>
                  <a:lnTo>
                    <a:pt x="288480" y="14795"/>
                  </a:lnTo>
                  <a:lnTo>
                    <a:pt x="299307" y="30860"/>
                  </a:lnTo>
                  <a:lnTo>
                    <a:pt x="303276" y="50545"/>
                  </a:lnTo>
                  <a:lnTo>
                    <a:pt x="303276" y="2387854"/>
                  </a:lnTo>
                  <a:lnTo>
                    <a:pt x="299307" y="2407528"/>
                  </a:lnTo>
                  <a:lnTo>
                    <a:pt x="288480" y="2423594"/>
                  </a:lnTo>
                  <a:lnTo>
                    <a:pt x="272414" y="2434427"/>
                  </a:lnTo>
                  <a:lnTo>
                    <a:pt x="252730" y="2438399"/>
                  </a:lnTo>
                  <a:lnTo>
                    <a:pt x="50546" y="2438399"/>
                  </a:lnTo>
                  <a:lnTo>
                    <a:pt x="30861" y="2434427"/>
                  </a:lnTo>
                  <a:lnTo>
                    <a:pt x="14795" y="2423594"/>
                  </a:lnTo>
                  <a:lnTo>
                    <a:pt x="3968" y="2407528"/>
                  </a:lnTo>
                  <a:lnTo>
                    <a:pt x="0" y="2387854"/>
                  </a:lnTo>
                  <a:lnTo>
                    <a:pt x="0" y="50545"/>
                  </a:lnTo>
                  <a:close/>
                </a:path>
              </a:pathLst>
            </a:custGeom>
            <a:ln w="25399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311646" y="1943227"/>
            <a:ext cx="15494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  N  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11646" y="2796921"/>
            <a:ext cx="16446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 </a:t>
            </a:r>
            <a:r>
              <a:rPr sz="1400" spc="-37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O   I </a:t>
            </a:r>
            <a:r>
              <a:rPr sz="14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N  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848854" y="2606294"/>
            <a:ext cx="916940" cy="632460"/>
            <a:chOff x="7848854" y="2606294"/>
            <a:chExt cx="916940" cy="632460"/>
          </a:xfrm>
        </p:grpSpPr>
        <p:sp>
          <p:nvSpPr>
            <p:cNvPr id="39" name="object 39"/>
            <p:cNvSpPr/>
            <p:nvPr/>
          </p:nvSpPr>
          <p:spPr>
            <a:xfrm>
              <a:off x="7861554" y="2618994"/>
              <a:ext cx="891540" cy="607060"/>
            </a:xfrm>
            <a:custGeom>
              <a:avLst/>
              <a:gdLst/>
              <a:ahLst/>
              <a:cxnLst/>
              <a:rect l="l" t="t" r="r" b="b"/>
              <a:pathLst>
                <a:path w="891540" h="607060">
                  <a:moveTo>
                    <a:pt x="790448" y="0"/>
                  </a:moveTo>
                  <a:lnTo>
                    <a:pt x="101092" y="0"/>
                  </a:lnTo>
                  <a:lnTo>
                    <a:pt x="61722" y="7937"/>
                  </a:lnTo>
                  <a:lnTo>
                    <a:pt x="29591" y="29591"/>
                  </a:lnTo>
                  <a:lnTo>
                    <a:pt x="7937" y="61722"/>
                  </a:lnTo>
                  <a:lnTo>
                    <a:pt x="0" y="101092"/>
                  </a:lnTo>
                  <a:lnTo>
                    <a:pt x="0" y="505460"/>
                  </a:lnTo>
                  <a:lnTo>
                    <a:pt x="7937" y="544829"/>
                  </a:lnTo>
                  <a:lnTo>
                    <a:pt x="29591" y="576960"/>
                  </a:lnTo>
                  <a:lnTo>
                    <a:pt x="61722" y="598614"/>
                  </a:lnTo>
                  <a:lnTo>
                    <a:pt x="101092" y="606551"/>
                  </a:lnTo>
                  <a:lnTo>
                    <a:pt x="790448" y="606551"/>
                  </a:lnTo>
                  <a:lnTo>
                    <a:pt x="829818" y="598614"/>
                  </a:lnTo>
                  <a:lnTo>
                    <a:pt x="861949" y="576961"/>
                  </a:lnTo>
                  <a:lnTo>
                    <a:pt x="883602" y="544830"/>
                  </a:lnTo>
                  <a:lnTo>
                    <a:pt x="891540" y="505460"/>
                  </a:lnTo>
                  <a:lnTo>
                    <a:pt x="891540" y="101092"/>
                  </a:lnTo>
                  <a:lnTo>
                    <a:pt x="883602" y="61722"/>
                  </a:lnTo>
                  <a:lnTo>
                    <a:pt x="861949" y="29591"/>
                  </a:lnTo>
                  <a:lnTo>
                    <a:pt x="829818" y="7937"/>
                  </a:lnTo>
                  <a:lnTo>
                    <a:pt x="790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61554" y="2618994"/>
              <a:ext cx="891540" cy="607060"/>
            </a:xfrm>
            <a:custGeom>
              <a:avLst/>
              <a:gdLst/>
              <a:ahLst/>
              <a:cxnLst/>
              <a:rect l="l" t="t" r="r" b="b"/>
              <a:pathLst>
                <a:path w="891540" h="607060">
                  <a:moveTo>
                    <a:pt x="0" y="101092"/>
                  </a:moveTo>
                  <a:lnTo>
                    <a:pt x="7937" y="61722"/>
                  </a:lnTo>
                  <a:lnTo>
                    <a:pt x="29591" y="29591"/>
                  </a:lnTo>
                  <a:lnTo>
                    <a:pt x="61722" y="7937"/>
                  </a:lnTo>
                  <a:lnTo>
                    <a:pt x="101092" y="0"/>
                  </a:lnTo>
                  <a:lnTo>
                    <a:pt x="790448" y="0"/>
                  </a:lnTo>
                  <a:lnTo>
                    <a:pt x="829818" y="7937"/>
                  </a:lnTo>
                  <a:lnTo>
                    <a:pt x="861949" y="29591"/>
                  </a:lnTo>
                  <a:lnTo>
                    <a:pt x="883602" y="61722"/>
                  </a:lnTo>
                  <a:lnTo>
                    <a:pt x="891540" y="101092"/>
                  </a:lnTo>
                  <a:lnTo>
                    <a:pt x="891540" y="505460"/>
                  </a:lnTo>
                  <a:lnTo>
                    <a:pt x="883602" y="544830"/>
                  </a:lnTo>
                  <a:lnTo>
                    <a:pt x="861949" y="576961"/>
                  </a:lnTo>
                  <a:lnTo>
                    <a:pt x="829818" y="598614"/>
                  </a:lnTo>
                  <a:lnTo>
                    <a:pt x="790448" y="606551"/>
                  </a:lnTo>
                  <a:lnTo>
                    <a:pt x="101092" y="606551"/>
                  </a:lnTo>
                  <a:lnTo>
                    <a:pt x="61722" y="598614"/>
                  </a:lnTo>
                  <a:lnTo>
                    <a:pt x="29591" y="576960"/>
                  </a:lnTo>
                  <a:lnTo>
                    <a:pt x="7937" y="544829"/>
                  </a:lnTo>
                  <a:lnTo>
                    <a:pt x="0" y="505460"/>
                  </a:lnTo>
                  <a:lnTo>
                    <a:pt x="0" y="10109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154669" y="2766441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460873" y="2111374"/>
            <a:ext cx="2400300" cy="1172845"/>
          </a:xfrm>
          <a:custGeom>
            <a:avLst/>
            <a:gdLst/>
            <a:ahLst/>
            <a:cxnLst/>
            <a:rect l="l" t="t" r="r" b="b"/>
            <a:pathLst>
              <a:path w="2400300" h="1172845">
                <a:moveTo>
                  <a:pt x="780034" y="233299"/>
                </a:moveTo>
                <a:lnTo>
                  <a:pt x="779348" y="232029"/>
                </a:lnTo>
                <a:lnTo>
                  <a:pt x="733171" y="145923"/>
                </a:lnTo>
                <a:lnTo>
                  <a:pt x="731520" y="142875"/>
                </a:lnTo>
                <a:lnTo>
                  <a:pt x="727710" y="141732"/>
                </a:lnTo>
                <a:lnTo>
                  <a:pt x="724535" y="143383"/>
                </a:lnTo>
                <a:lnTo>
                  <a:pt x="721487" y="145034"/>
                </a:lnTo>
                <a:lnTo>
                  <a:pt x="720344" y="148844"/>
                </a:lnTo>
                <a:lnTo>
                  <a:pt x="721995" y="152019"/>
                </a:lnTo>
                <a:lnTo>
                  <a:pt x="752665" y="208991"/>
                </a:lnTo>
                <a:lnTo>
                  <a:pt x="411353" y="0"/>
                </a:lnTo>
                <a:lnTo>
                  <a:pt x="404749" y="10922"/>
                </a:lnTo>
                <a:lnTo>
                  <a:pt x="746137" y="219849"/>
                </a:lnTo>
                <a:lnTo>
                  <a:pt x="681228" y="218440"/>
                </a:lnTo>
                <a:lnTo>
                  <a:pt x="677799" y="218313"/>
                </a:lnTo>
                <a:lnTo>
                  <a:pt x="674878" y="221107"/>
                </a:lnTo>
                <a:lnTo>
                  <a:pt x="674751" y="228092"/>
                </a:lnTo>
                <a:lnTo>
                  <a:pt x="677545" y="231013"/>
                </a:lnTo>
                <a:lnTo>
                  <a:pt x="680974" y="231140"/>
                </a:lnTo>
                <a:lnTo>
                  <a:pt x="780034" y="233299"/>
                </a:lnTo>
                <a:close/>
              </a:path>
              <a:path w="2400300" h="1172845">
                <a:moveTo>
                  <a:pt x="780542" y="810133"/>
                </a:moveTo>
                <a:lnTo>
                  <a:pt x="775411" y="809625"/>
                </a:lnTo>
                <a:lnTo>
                  <a:pt x="681990" y="800354"/>
                </a:lnTo>
                <a:lnTo>
                  <a:pt x="678434" y="800100"/>
                </a:lnTo>
                <a:lnTo>
                  <a:pt x="675386" y="802640"/>
                </a:lnTo>
                <a:lnTo>
                  <a:pt x="674624" y="809625"/>
                </a:lnTo>
                <a:lnTo>
                  <a:pt x="677291" y="812673"/>
                </a:lnTo>
                <a:lnTo>
                  <a:pt x="680720" y="813054"/>
                </a:lnTo>
                <a:lnTo>
                  <a:pt x="745134" y="819404"/>
                </a:lnTo>
                <a:lnTo>
                  <a:pt x="0" y="1161034"/>
                </a:lnTo>
                <a:lnTo>
                  <a:pt x="5334" y="1172591"/>
                </a:lnTo>
                <a:lnTo>
                  <a:pt x="750328" y="831024"/>
                </a:lnTo>
                <a:lnTo>
                  <a:pt x="713232" y="883920"/>
                </a:lnTo>
                <a:lnTo>
                  <a:pt x="711200" y="886714"/>
                </a:lnTo>
                <a:lnTo>
                  <a:pt x="711835" y="890651"/>
                </a:lnTo>
                <a:lnTo>
                  <a:pt x="717677" y="894715"/>
                </a:lnTo>
                <a:lnTo>
                  <a:pt x="721614" y="894080"/>
                </a:lnTo>
                <a:lnTo>
                  <a:pt x="723646" y="891159"/>
                </a:lnTo>
                <a:lnTo>
                  <a:pt x="780542" y="810133"/>
                </a:lnTo>
                <a:close/>
              </a:path>
              <a:path w="2400300" h="1172845">
                <a:moveTo>
                  <a:pt x="2399919" y="810145"/>
                </a:moveTo>
                <a:lnTo>
                  <a:pt x="2389022" y="803783"/>
                </a:lnTo>
                <a:lnTo>
                  <a:pt x="2311273" y="758444"/>
                </a:lnTo>
                <a:lnTo>
                  <a:pt x="2307336" y="759460"/>
                </a:lnTo>
                <a:lnTo>
                  <a:pt x="2303780" y="765556"/>
                </a:lnTo>
                <a:lnTo>
                  <a:pt x="2304796" y="769366"/>
                </a:lnTo>
                <a:lnTo>
                  <a:pt x="2363762" y="803783"/>
                </a:lnTo>
                <a:lnTo>
                  <a:pt x="1083183" y="803783"/>
                </a:lnTo>
                <a:lnTo>
                  <a:pt x="1083183" y="816483"/>
                </a:lnTo>
                <a:lnTo>
                  <a:pt x="2363787" y="816483"/>
                </a:lnTo>
                <a:lnTo>
                  <a:pt x="2374671" y="810145"/>
                </a:lnTo>
                <a:lnTo>
                  <a:pt x="2304796" y="850900"/>
                </a:lnTo>
                <a:lnTo>
                  <a:pt x="2303780" y="854710"/>
                </a:lnTo>
                <a:lnTo>
                  <a:pt x="2307336" y="860806"/>
                </a:lnTo>
                <a:lnTo>
                  <a:pt x="2311273" y="861822"/>
                </a:lnTo>
                <a:lnTo>
                  <a:pt x="2389022" y="816483"/>
                </a:lnTo>
                <a:lnTo>
                  <a:pt x="2399919" y="810145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852409" y="3278504"/>
            <a:ext cx="1041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Sam</a:t>
            </a:r>
            <a:r>
              <a:rPr sz="14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4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Regi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on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16088" y="1137031"/>
            <a:ext cx="10928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r>
              <a:rPr sz="14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r </a:t>
            </a:r>
            <a:r>
              <a:rPr sz="14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Regi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4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endParaRPr sz="1400">
              <a:latin typeface="Microsoft Sans Serif"/>
              <a:cs typeface="Microsoft Sans Serif"/>
            </a:endParaRPr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439254" y="3397884"/>
          <a:ext cx="2925445" cy="14833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NAT-GW-id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Pl-id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VPCE-id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973023" y="3030423"/>
            <a:ext cx="18694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ute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bl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448513" y="1187322"/>
          <a:ext cx="2925445" cy="1483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IGW-id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Pl-id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VPCE-id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1016000" y="819658"/>
            <a:ext cx="17995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371088" y="1935479"/>
            <a:ext cx="942975" cy="2211070"/>
          </a:xfrm>
          <a:custGeom>
            <a:avLst/>
            <a:gdLst/>
            <a:ahLst/>
            <a:cxnLst/>
            <a:rect l="l" t="t" r="r" b="b"/>
            <a:pathLst>
              <a:path w="942975" h="2211070">
                <a:moveTo>
                  <a:pt x="9144" y="0"/>
                </a:moveTo>
                <a:lnTo>
                  <a:pt x="942721" y="304164"/>
                </a:lnTo>
              </a:path>
              <a:path w="942975" h="2211070">
                <a:moveTo>
                  <a:pt x="0" y="2211057"/>
                </a:moveTo>
                <a:lnTo>
                  <a:pt x="942848" y="1594104"/>
                </a:lnTo>
              </a:path>
            </a:pathLst>
          </a:custGeom>
          <a:ln w="9525">
            <a:solidFill>
              <a:srgbClr val="999A97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124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Gateway</a:t>
            </a:r>
            <a:r>
              <a:rPr sz="2800" spc="-50" dirty="0"/>
              <a:t> </a:t>
            </a:r>
            <a:r>
              <a:rPr sz="2800" spc="-5" dirty="0"/>
              <a:t>Endpoint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010411"/>
            <a:ext cx="8206740" cy="1015365"/>
            <a:chOff x="339852" y="1010411"/>
            <a:chExt cx="8206740" cy="1015365"/>
          </a:xfrm>
        </p:grpSpPr>
        <p:sp>
          <p:nvSpPr>
            <p:cNvPr id="4" name="object 4"/>
            <p:cNvSpPr/>
            <p:nvPr/>
          </p:nvSpPr>
          <p:spPr>
            <a:xfrm>
              <a:off x="339852" y="101041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3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3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9447" y="1299222"/>
              <a:ext cx="436880" cy="438150"/>
            </a:xfrm>
            <a:custGeom>
              <a:avLst/>
              <a:gdLst/>
              <a:ahLst/>
              <a:cxnLst/>
              <a:rect l="l" t="t" r="r" b="b"/>
              <a:pathLst>
                <a:path w="436880" h="438150">
                  <a:moveTo>
                    <a:pt x="233426" y="115189"/>
                  </a:moveTo>
                  <a:lnTo>
                    <a:pt x="231368" y="115074"/>
                  </a:lnTo>
                  <a:lnTo>
                    <a:pt x="217805" y="125895"/>
                  </a:lnTo>
                  <a:lnTo>
                    <a:pt x="203441" y="135648"/>
                  </a:lnTo>
                  <a:lnTo>
                    <a:pt x="196405" y="139750"/>
                  </a:lnTo>
                  <a:lnTo>
                    <a:pt x="189141" y="143433"/>
                  </a:lnTo>
                  <a:lnTo>
                    <a:pt x="181686" y="146685"/>
                  </a:lnTo>
                  <a:lnTo>
                    <a:pt x="174040" y="149517"/>
                  </a:lnTo>
                  <a:lnTo>
                    <a:pt x="174040" y="160477"/>
                  </a:lnTo>
                  <a:lnTo>
                    <a:pt x="186601" y="155346"/>
                  </a:lnTo>
                  <a:lnTo>
                    <a:pt x="198704" y="149047"/>
                  </a:lnTo>
                  <a:lnTo>
                    <a:pt x="210172" y="141884"/>
                  </a:lnTo>
                  <a:lnTo>
                    <a:pt x="220218" y="133781"/>
                  </a:lnTo>
                  <a:lnTo>
                    <a:pt x="220218" y="309206"/>
                  </a:lnTo>
                  <a:lnTo>
                    <a:pt x="233426" y="309206"/>
                  </a:lnTo>
                  <a:lnTo>
                    <a:pt x="233426" y="115189"/>
                  </a:lnTo>
                  <a:close/>
                </a:path>
                <a:path w="436880" h="438150">
                  <a:moveTo>
                    <a:pt x="436346" y="218884"/>
                  </a:moveTo>
                  <a:lnTo>
                    <a:pt x="430606" y="168694"/>
                  </a:lnTo>
                  <a:lnTo>
                    <a:pt x="424865" y="152577"/>
                  </a:lnTo>
                  <a:lnTo>
                    <a:pt x="424865" y="218884"/>
                  </a:lnTo>
                  <a:lnTo>
                    <a:pt x="419404" y="266433"/>
                  </a:lnTo>
                  <a:lnTo>
                    <a:pt x="403860" y="310083"/>
                  </a:lnTo>
                  <a:lnTo>
                    <a:pt x="379450" y="348589"/>
                  </a:lnTo>
                  <a:lnTo>
                    <a:pt x="347446" y="380695"/>
                  </a:lnTo>
                  <a:lnTo>
                    <a:pt x="309067" y="405180"/>
                  </a:lnTo>
                  <a:lnTo>
                    <a:pt x="265569" y="420776"/>
                  </a:lnTo>
                  <a:lnTo>
                    <a:pt x="218173" y="426250"/>
                  </a:lnTo>
                  <a:lnTo>
                    <a:pt x="170789" y="420776"/>
                  </a:lnTo>
                  <a:lnTo>
                    <a:pt x="127279" y="405180"/>
                  </a:lnTo>
                  <a:lnTo>
                    <a:pt x="88900" y="380695"/>
                  </a:lnTo>
                  <a:lnTo>
                    <a:pt x="56896" y="348589"/>
                  </a:lnTo>
                  <a:lnTo>
                    <a:pt x="32499" y="310083"/>
                  </a:lnTo>
                  <a:lnTo>
                    <a:pt x="16954" y="266433"/>
                  </a:lnTo>
                  <a:lnTo>
                    <a:pt x="11493" y="218884"/>
                  </a:lnTo>
                  <a:lnTo>
                    <a:pt x="17005" y="171348"/>
                  </a:lnTo>
                  <a:lnTo>
                    <a:pt x="32588" y="127698"/>
                  </a:lnTo>
                  <a:lnTo>
                    <a:pt x="56972" y="89255"/>
                  </a:lnTo>
                  <a:lnTo>
                    <a:pt x="88963" y="57162"/>
                  </a:lnTo>
                  <a:lnTo>
                    <a:pt x="127330" y="32677"/>
                  </a:lnTo>
                  <a:lnTo>
                    <a:pt x="170802" y="17043"/>
                  </a:lnTo>
                  <a:lnTo>
                    <a:pt x="218173" y="11518"/>
                  </a:lnTo>
                  <a:lnTo>
                    <a:pt x="265569" y="17005"/>
                  </a:lnTo>
                  <a:lnTo>
                    <a:pt x="309067" y="32600"/>
                  </a:lnTo>
                  <a:lnTo>
                    <a:pt x="347446" y="57073"/>
                  </a:lnTo>
                  <a:lnTo>
                    <a:pt x="379450" y="89192"/>
                  </a:lnTo>
                  <a:lnTo>
                    <a:pt x="403872" y="127749"/>
                  </a:lnTo>
                  <a:lnTo>
                    <a:pt x="419404" y="171361"/>
                  </a:lnTo>
                  <a:lnTo>
                    <a:pt x="424865" y="218884"/>
                  </a:lnTo>
                  <a:lnTo>
                    <a:pt x="424865" y="152577"/>
                  </a:lnTo>
                  <a:lnTo>
                    <a:pt x="388467" y="81978"/>
                  </a:lnTo>
                  <a:lnTo>
                    <a:pt x="354749" y="48120"/>
                  </a:lnTo>
                  <a:lnTo>
                    <a:pt x="314261" y="22275"/>
                  </a:lnTo>
                  <a:lnTo>
                    <a:pt x="268376" y="5791"/>
                  </a:lnTo>
                  <a:lnTo>
                    <a:pt x="218376" y="0"/>
                  </a:lnTo>
                  <a:lnTo>
                    <a:pt x="218173" y="0"/>
                  </a:lnTo>
                  <a:lnTo>
                    <a:pt x="168097" y="5791"/>
                  </a:lnTo>
                  <a:lnTo>
                    <a:pt x="122186" y="22275"/>
                  </a:lnTo>
                  <a:lnTo>
                    <a:pt x="81686" y="48120"/>
                  </a:lnTo>
                  <a:lnTo>
                    <a:pt x="47904" y="82016"/>
                  </a:lnTo>
                  <a:lnTo>
                    <a:pt x="22161" y="122656"/>
                  </a:lnTo>
                  <a:lnTo>
                    <a:pt x="5765" y="168719"/>
                  </a:lnTo>
                  <a:lnTo>
                    <a:pt x="0" y="218884"/>
                  </a:lnTo>
                  <a:lnTo>
                    <a:pt x="5765" y="269074"/>
                  </a:lnTo>
                  <a:lnTo>
                    <a:pt x="22174" y="315150"/>
                  </a:lnTo>
                  <a:lnTo>
                    <a:pt x="47929" y="355803"/>
                  </a:lnTo>
                  <a:lnTo>
                    <a:pt x="81724" y="389699"/>
                  </a:lnTo>
                  <a:lnTo>
                    <a:pt x="122224" y="415531"/>
                  </a:lnTo>
                  <a:lnTo>
                    <a:pt x="168148" y="432003"/>
                  </a:lnTo>
                  <a:lnTo>
                    <a:pt x="218173" y="437781"/>
                  </a:lnTo>
                  <a:lnTo>
                    <a:pt x="268198" y="432003"/>
                  </a:lnTo>
                  <a:lnTo>
                    <a:pt x="284226" y="426250"/>
                  </a:lnTo>
                  <a:lnTo>
                    <a:pt x="314121" y="415531"/>
                  </a:lnTo>
                  <a:lnTo>
                    <a:pt x="354634" y="389699"/>
                  </a:lnTo>
                  <a:lnTo>
                    <a:pt x="388416" y="355790"/>
                  </a:lnTo>
                  <a:lnTo>
                    <a:pt x="414172" y="315150"/>
                  </a:lnTo>
                  <a:lnTo>
                    <a:pt x="430593" y="269074"/>
                  </a:lnTo>
                  <a:lnTo>
                    <a:pt x="436346" y="218884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2278379"/>
            <a:ext cx="8206740" cy="1015365"/>
            <a:chOff x="339852" y="2278379"/>
            <a:chExt cx="8206740" cy="1015365"/>
          </a:xfrm>
        </p:grpSpPr>
        <p:sp>
          <p:nvSpPr>
            <p:cNvPr id="7" name="object 7"/>
            <p:cNvSpPr/>
            <p:nvPr/>
          </p:nvSpPr>
          <p:spPr>
            <a:xfrm>
              <a:off x="339852" y="2278379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9454" y="2568539"/>
              <a:ext cx="436880" cy="436880"/>
            </a:xfrm>
            <a:custGeom>
              <a:avLst/>
              <a:gdLst/>
              <a:ahLst/>
              <a:cxnLst/>
              <a:rect l="l" t="t" r="r" b="b"/>
              <a:pathLst>
                <a:path w="436880" h="436880">
                  <a:moveTo>
                    <a:pt x="218381" y="0"/>
                  </a:moveTo>
                  <a:lnTo>
                    <a:pt x="218175" y="0"/>
                  </a:lnTo>
                  <a:lnTo>
                    <a:pt x="168100" y="5783"/>
                  </a:lnTo>
                  <a:lnTo>
                    <a:pt x="122180" y="22218"/>
                  </a:lnTo>
                  <a:lnTo>
                    <a:pt x="81682" y="47994"/>
                  </a:lnTo>
                  <a:lnTo>
                    <a:pt x="47907" y="81800"/>
                  </a:lnTo>
                  <a:lnTo>
                    <a:pt x="22164" y="122327"/>
                  </a:lnTo>
                  <a:lnTo>
                    <a:pt x="5760" y="168262"/>
                  </a:lnTo>
                  <a:lnTo>
                    <a:pt x="0" y="218295"/>
                  </a:lnTo>
                  <a:lnTo>
                    <a:pt x="5762" y="268348"/>
                  </a:lnTo>
                  <a:lnTo>
                    <a:pt x="22175" y="314296"/>
                  </a:lnTo>
                  <a:lnTo>
                    <a:pt x="47931" y="354827"/>
                  </a:lnTo>
                  <a:lnTo>
                    <a:pt x="81718" y="388633"/>
                  </a:lnTo>
                  <a:lnTo>
                    <a:pt x="122228" y="414403"/>
                  </a:lnTo>
                  <a:lnTo>
                    <a:pt x="168150" y="430826"/>
                  </a:lnTo>
                  <a:lnTo>
                    <a:pt x="218175" y="436591"/>
                  </a:lnTo>
                  <a:lnTo>
                    <a:pt x="268200" y="430826"/>
                  </a:lnTo>
                  <a:lnTo>
                    <a:pt x="284223" y="425096"/>
                  </a:lnTo>
                  <a:lnTo>
                    <a:pt x="218175" y="425096"/>
                  </a:lnTo>
                  <a:lnTo>
                    <a:pt x="170784" y="419634"/>
                  </a:lnTo>
                  <a:lnTo>
                    <a:pt x="127280" y="404076"/>
                  </a:lnTo>
                  <a:lnTo>
                    <a:pt x="88903" y="379664"/>
                  </a:lnTo>
                  <a:lnTo>
                    <a:pt x="56895" y="347639"/>
                  </a:lnTo>
                  <a:lnTo>
                    <a:pt x="32497" y="309241"/>
                  </a:lnTo>
                  <a:lnTo>
                    <a:pt x="16947" y="265713"/>
                  </a:lnTo>
                  <a:lnTo>
                    <a:pt x="11489" y="218295"/>
                  </a:lnTo>
                  <a:lnTo>
                    <a:pt x="17001" y="170878"/>
                  </a:lnTo>
                  <a:lnTo>
                    <a:pt x="32596" y="127350"/>
                  </a:lnTo>
                  <a:lnTo>
                    <a:pt x="56970" y="89019"/>
                  </a:lnTo>
                  <a:lnTo>
                    <a:pt x="88969" y="57004"/>
                  </a:lnTo>
                  <a:lnTo>
                    <a:pt x="127328" y="32586"/>
                  </a:lnTo>
                  <a:lnTo>
                    <a:pt x="170809" y="17005"/>
                  </a:lnTo>
                  <a:lnTo>
                    <a:pt x="218175" y="11495"/>
                  </a:lnTo>
                  <a:lnTo>
                    <a:pt x="284331" y="11495"/>
                  </a:lnTo>
                  <a:lnTo>
                    <a:pt x="268381" y="5783"/>
                  </a:lnTo>
                  <a:lnTo>
                    <a:pt x="218381" y="0"/>
                  </a:lnTo>
                  <a:close/>
                </a:path>
                <a:path w="436880" h="436880">
                  <a:moveTo>
                    <a:pt x="284331" y="11495"/>
                  </a:moveTo>
                  <a:lnTo>
                    <a:pt x="218175" y="11495"/>
                  </a:lnTo>
                  <a:lnTo>
                    <a:pt x="265567" y="16957"/>
                  </a:lnTo>
                  <a:lnTo>
                    <a:pt x="309071" y="32514"/>
                  </a:lnTo>
                  <a:lnTo>
                    <a:pt x="347447" y="56927"/>
                  </a:lnTo>
                  <a:lnTo>
                    <a:pt x="379455" y="88952"/>
                  </a:lnTo>
                  <a:lnTo>
                    <a:pt x="403871" y="127398"/>
                  </a:lnTo>
                  <a:lnTo>
                    <a:pt x="419406" y="170902"/>
                  </a:lnTo>
                  <a:lnTo>
                    <a:pt x="424862" y="218295"/>
                  </a:lnTo>
                  <a:lnTo>
                    <a:pt x="419403" y="265713"/>
                  </a:lnTo>
                  <a:lnTo>
                    <a:pt x="403854" y="309241"/>
                  </a:lnTo>
                  <a:lnTo>
                    <a:pt x="379455" y="347639"/>
                  </a:lnTo>
                  <a:lnTo>
                    <a:pt x="347447" y="379664"/>
                  </a:lnTo>
                  <a:lnTo>
                    <a:pt x="309071" y="404076"/>
                  </a:lnTo>
                  <a:lnTo>
                    <a:pt x="265567" y="419634"/>
                  </a:lnTo>
                  <a:lnTo>
                    <a:pt x="218175" y="425096"/>
                  </a:lnTo>
                  <a:lnTo>
                    <a:pt x="284223" y="425096"/>
                  </a:lnTo>
                  <a:lnTo>
                    <a:pt x="354632" y="388633"/>
                  </a:lnTo>
                  <a:lnTo>
                    <a:pt x="388420" y="354827"/>
                  </a:lnTo>
                  <a:lnTo>
                    <a:pt x="414175" y="314296"/>
                  </a:lnTo>
                  <a:lnTo>
                    <a:pt x="430589" y="268348"/>
                  </a:lnTo>
                  <a:lnTo>
                    <a:pt x="436351" y="218295"/>
                  </a:lnTo>
                  <a:lnTo>
                    <a:pt x="430606" y="168243"/>
                  </a:lnTo>
                  <a:lnTo>
                    <a:pt x="414208" y="122295"/>
                  </a:lnTo>
                  <a:lnTo>
                    <a:pt x="388467" y="81763"/>
                  </a:lnTo>
                  <a:lnTo>
                    <a:pt x="354750" y="47994"/>
                  </a:lnTo>
                  <a:lnTo>
                    <a:pt x="314273" y="22218"/>
                  </a:lnTo>
                  <a:lnTo>
                    <a:pt x="284331" y="11495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715" y="2684757"/>
              <a:ext cx="110425" cy="19218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39852" y="3547871"/>
            <a:ext cx="8206740" cy="1015365"/>
            <a:chOff x="339852" y="3547871"/>
            <a:chExt cx="8206740" cy="1015365"/>
          </a:xfrm>
        </p:grpSpPr>
        <p:sp>
          <p:nvSpPr>
            <p:cNvPr id="11" name="object 11"/>
            <p:cNvSpPr/>
            <p:nvPr/>
          </p:nvSpPr>
          <p:spPr>
            <a:xfrm>
              <a:off x="339852" y="354787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485"/>
                  </a:lnTo>
                  <a:lnTo>
                    <a:pt x="7975" y="952994"/>
                  </a:lnTo>
                  <a:lnTo>
                    <a:pt x="29727" y="985256"/>
                  </a:lnTo>
                  <a:lnTo>
                    <a:pt x="61989" y="1007008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8"/>
                  </a:lnTo>
                  <a:lnTo>
                    <a:pt x="8177006" y="985256"/>
                  </a:lnTo>
                  <a:lnTo>
                    <a:pt x="8198760" y="952994"/>
                  </a:lnTo>
                  <a:lnTo>
                    <a:pt x="8206740" y="913485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9454" y="3838030"/>
              <a:ext cx="436880" cy="436880"/>
            </a:xfrm>
            <a:custGeom>
              <a:avLst/>
              <a:gdLst/>
              <a:ahLst/>
              <a:cxnLst/>
              <a:rect l="l" t="t" r="r" b="b"/>
              <a:pathLst>
                <a:path w="436880" h="436879">
                  <a:moveTo>
                    <a:pt x="218381" y="0"/>
                  </a:moveTo>
                  <a:lnTo>
                    <a:pt x="218175" y="0"/>
                  </a:lnTo>
                  <a:lnTo>
                    <a:pt x="168100" y="5783"/>
                  </a:lnTo>
                  <a:lnTo>
                    <a:pt x="122180" y="22218"/>
                  </a:lnTo>
                  <a:lnTo>
                    <a:pt x="81682" y="47994"/>
                  </a:lnTo>
                  <a:lnTo>
                    <a:pt x="47907" y="81800"/>
                  </a:lnTo>
                  <a:lnTo>
                    <a:pt x="22164" y="122327"/>
                  </a:lnTo>
                  <a:lnTo>
                    <a:pt x="5760" y="168262"/>
                  </a:lnTo>
                  <a:lnTo>
                    <a:pt x="0" y="218295"/>
                  </a:lnTo>
                  <a:lnTo>
                    <a:pt x="5762" y="268348"/>
                  </a:lnTo>
                  <a:lnTo>
                    <a:pt x="22175" y="314296"/>
                  </a:lnTo>
                  <a:lnTo>
                    <a:pt x="47931" y="354827"/>
                  </a:lnTo>
                  <a:lnTo>
                    <a:pt x="81718" y="388633"/>
                  </a:lnTo>
                  <a:lnTo>
                    <a:pt x="122228" y="414403"/>
                  </a:lnTo>
                  <a:lnTo>
                    <a:pt x="168150" y="430826"/>
                  </a:lnTo>
                  <a:lnTo>
                    <a:pt x="218175" y="436591"/>
                  </a:lnTo>
                  <a:lnTo>
                    <a:pt x="268200" y="430826"/>
                  </a:lnTo>
                  <a:lnTo>
                    <a:pt x="284223" y="425096"/>
                  </a:lnTo>
                  <a:lnTo>
                    <a:pt x="218175" y="425096"/>
                  </a:lnTo>
                  <a:lnTo>
                    <a:pt x="170784" y="419634"/>
                  </a:lnTo>
                  <a:lnTo>
                    <a:pt x="127280" y="404076"/>
                  </a:lnTo>
                  <a:lnTo>
                    <a:pt x="88903" y="379664"/>
                  </a:lnTo>
                  <a:lnTo>
                    <a:pt x="56895" y="347639"/>
                  </a:lnTo>
                  <a:lnTo>
                    <a:pt x="32497" y="309241"/>
                  </a:lnTo>
                  <a:lnTo>
                    <a:pt x="16947" y="265713"/>
                  </a:lnTo>
                  <a:lnTo>
                    <a:pt x="11489" y="218295"/>
                  </a:lnTo>
                  <a:lnTo>
                    <a:pt x="17001" y="170878"/>
                  </a:lnTo>
                  <a:lnTo>
                    <a:pt x="32596" y="127350"/>
                  </a:lnTo>
                  <a:lnTo>
                    <a:pt x="56970" y="89019"/>
                  </a:lnTo>
                  <a:lnTo>
                    <a:pt x="88969" y="57004"/>
                  </a:lnTo>
                  <a:lnTo>
                    <a:pt x="127328" y="32586"/>
                  </a:lnTo>
                  <a:lnTo>
                    <a:pt x="170809" y="17005"/>
                  </a:lnTo>
                  <a:lnTo>
                    <a:pt x="218175" y="11495"/>
                  </a:lnTo>
                  <a:lnTo>
                    <a:pt x="284331" y="11495"/>
                  </a:lnTo>
                  <a:lnTo>
                    <a:pt x="268381" y="5783"/>
                  </a:lnTo>
                  <a:lnTo>
                    <a:pt x="218381" y="0"/>
                  </a:lnTo>
                  <a:close/>
                </a:path>
                <a:path w="436880" h="436879">
                  <a:moveTo>
                    <a:pt x="284331" y="11495"/>
                  </a:moveTo>
                  <a:lnTo>
                    <a:pt x="218175" y="11495"/>
                  </a:lnTo>
                  <a:lnTo>
                    <a:pt x="265567" y="16957"/>
                  </a:lnTo>
                  <a:lnTo>
                    <a:pt x="309071" y="32514"/>
                  </a:lnTo>
                  <a:lnTo>
                    <a:pt x="347447" y="56927"/>
                  </a:lnTo>
                  <a:lnTo>
                    <a:pt x="379455" y="88952"/>
                  </a:lnTo>
                  <a:lnTo>
                    <a:pt x="403871" y="127398"/>
                  </a:lnTo>
                  <a:lnTo>
                    <a:pt x="419406" y="170902"/>
                  </a:lnTo>
                  <a:lnTo>
                    <a:pt x="424862" y="218295"/>
                  </a:lnTo>
                  <a:lnTo>
                    <a:pt x="419403" y="265713"/>
                  </a:lnTo>
                  <a:lnTo>
                    <a:pt x="403854" y="309241"/>
                  </a:lnTo>
                  <a:lnTo>
                    <a:pt x="379455" y="347639"/>
                  </a:lnTo>
                  <a:lnTo>
                    <a:pt x="347447" y="379664"/>
                  </a:lnTo>
                  <a:lnTo>
                    <a:pt x="309071" y="404076"/>
                  </a:lnTo>
                  <a:lnTo>
                    <a:pt x="265567" y="419634"/>
                  </a:lnTo>
                  <a:lnTo>
                    <a:pt x="218175" y="425096"/>
                  </a:lnTo>
                  <a:lnTo>
                    <a:pt x="284223" y="425096"/>
                  </a:lnTo>
                  <a:lnTo>
                    <a:pt x="354632" y="388633"/>
                  </a:lnTo>
                  <a:lnTo>
                    <a:pt x="388420" y="354827"/>
                  </a:lnTo>
                  <a:lnTo>
                    <a:pt x="414175" y="314296"/>
                  </a:lnTo>
                  <a:lnTo>
                    <a:pt x="430589" y="268348"/>
                  </a:lnTo>
                  <a:lnTo>
                    <a:pt x="436351" y="218295"/>
                  </a:lnTo>
                  <a:lnTo>
                    <a:pt x="430606" y="168243"/>
                  </a:lnTo>
                  <a:lnTo>
                    <a:pt x="414208" y="122295"/>
                  </a:lnTo>
                  <a:lnTo>
                    <a:pt x="388467" y="81763"/>
                  </a:lnTo>
                  <a:lnTo>
                    <a:pt x="354750" y="47994"/>
                  </a:lnTo>
                  <a:lnTo>
                    <a:pt x="314273" y="22218"/>
                  </a:lnTo>
                  <a:lnTo>
                    <a:pt x="284331" y="11495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683" y="3959740"/>
              <a:ext cx="103977" cy="19583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08200" y="1119581"/>
            <a:ext cx="6433185" cy="31095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1012825">
              <a:lnSpc>
                <a:spcPts val="2590"/>
              </a:lnSpc>
              <a:spcBef>
                <a:spcPts val="52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With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endpoint, you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can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access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and </a:t>
            </a:r>
            <a:r>
              <a:rPr sz="2500" spc="-67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DynamoDB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using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IP</a:t>
            </a:r>
            <a:r>
              <a:rPr sz="25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address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150">
              <a:latin typeface="Arial MT"/>
              <a:cs typeface="Arial MT"/>
            </a:endParaRPr>
          </a:p>
          <a:p>
            <a:pPr marL="12700" marR="1047750">
              <a:lnSpc>
                <a:spcPts val="259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Endpoint 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is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regional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Used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for S3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and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DynamoDB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 the same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region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other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regions,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use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0" dirty="0">
                <a:solidFill>
                  <a:srgbClr val="464646"/>
                </a:solidFill>
                <a:latin typeface="Arial MT"/>
                <a:cs typeface="Arial MT"/>
              </a:rPr>
              <a:t>+NAT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66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Endpoint</a:t>
            </a:r>
            <a:r>
              <a:rPr sz="2800" spc="-40" dirty="0"/>
              <a:t> </a:t>
            </a:r>
            <a:r>
              <a:rPr sz="2800" spc="-55" dirty="0"/>
              <a:t>Types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586483"/>
            <a:ext cx="8206740" cy="1066800"/>
            <a:chOff x="339852" y="1586483"/>
            <a:chExt cx="8206740" cy="1066800"/>
          </a:xfrm>
        </p:grpSpPr>
        <p:sp>
          <p:nvSpPr>
            <p:cNvPr id="4" name="object 4"/>
            <p:cNvSpPr/>
            <p:nvPr/>
          </p:nvSpPr>
          <p:spPr>
            <a:xfrm>
              <a:off x="339852" y="1586483"/>
              <a:ext cx="8206740" cy="1066800"/>
            </a:xfrm>
            <a:custGeom>
              <a:avLst/>
              <a:gdLst/>
              <a:ahLst/>
              <a:cxnLst/>
              <a:rect l="l" t="t" r="r" b="b"/>
              <a:pathLst>
                <a:path w="8206740" h="1066800">
                  <a:moveTo>
                    <a:pt x="8100059" y="0"/>
                  </a:moveTo>
                  <a:lnTo>
                    <a:pt x="106679" y="0"/>
                  </a:lnTo>
                  <a:lnTo>
                    <a:pt x="65156" y="8381"/>
                  </a:lnTo>
                  <a:lnTo>
                    <a:pt x="31246" y="31241"/>
                  </a:lnTo>
                  <a:lnTo>
                    <a:pt x="8383" y="65150"/>
                  </a:lnTo>
                  <a:lnTo>
                    <a:pt x="0" y="106679"/>
                  </a:lnTo>
                  <a:lnTo>
                    <a:pt x="0" y="960119"/>
                  </a:lnTo>
                  <a:lnTo>
                    <a:pt x="8383" y="1001649"/>
                  </a:lnTo>
                  <a:lnTo>
                    <a:pt x="31246" y="1035557"/>
                  </a:lnTo>
                  <a:lnTo>
                    <a:pt x="65156" y="1058417"/>
                  </a:lnTo>
                  <a:lnTo>
                    <a:pt x="106679" y="1066799"/>
                  </a:lnTo>
                  <a:lnTo>
                    <a:pt x="8100059" y="1066799"/>
                  </a:lnTo>
                  <a:lnTo>
                    <a:pt x="8141589" y="1058417"/>
                  </a:lnTo>
                  <a:lnTo>
                    <a:pt x="8175498" y="1035557"/>
                  </a:lnTo>
                  <a:lnTo>
                    <a:pt x="8198358" y="1001648"/>
                  </a:lnTo>
                  <a:lnTo>
                    <a:pt x="8206740" y="960119"/>
                  </a:lnTo>
                  <a:lnTo>
                    <a:pt x="8206740" y="106679"/>
                  </a:lnTo>
                  <a:lnTo>
                    <a:pt x="8198358" y="65151"/>
                  </a:lnTo>
                  <a:lnTo>
                    <a:pt x="8175498" y="31242"/>
                  </a:lnTo>
                  <a:lnTo>
                    <a:pt x="8141589" y="8382"/>
                  </a:lnTo>
                  <a:lnTo>
                    <a:pt x="8100059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334" y="1916361"/>
              <a:ext cx="361950" cy="409575"/>
            </a:xfrm>
            <a:custGeom>
              <a:avLst/>
              <a:gdLst/>
              <a:ahLst/>
              <a:cxnLst/>
              <a:rect l="l" t="t" r="r" b="b"/>
              <a:pathLst>
                <a:path w="361950" h="409575">
                  <a:moveTo>
                    <a:pt x="186986" y="53897"/>
                  </a:moveTo>
                  <a:lnTo>
                    <a:pt x="174900" y="53897"/>
                  </a:lnTo>
                  <a:lnTo>
                    <a:pt x="174900" y="156832"/>
                  </a:lnTo>
                  <a:lnTo>
                    <a:pt x="156718" y="162921"/>
                  </a:lnTo>
                  <a:lnTo>
                    <a:pt x="142771" y="175075"/>
                  </a:lnTo>
                  <a:lnTo>
                    <a:pt x="134408" y="191561"/>
                  </a:lnTo>
                  <a:lnTo>
                    <a:pt x="132978" y="210648"/>
                  </a:lnTo>
                  <a:lnTo>
                    <a:pt x="137604" y="226027"/>
                  </a:lnTo>
                  <a:lnTo>
                    <a:pt x="146750" y="238741"/>
                  </a:lnTo>
                  <a:lnTo>
                    <a:pt x="159490" y="247868"/>
                  </a:lnTo>
                  <a:lnTo>
                    <a:pt x="174900" y="252485"/>
                  </a:lnTo>
                  <a:lnTo>
                    <a:pt x="174900" y="367480"/>
                  </a:lnTo>
                  <a:lnTo>
                    <a:pt x="265961" y="367480"/>
                  </a:lnTo>
                  <a:lnTo>
                    <a:pt x="272083" y="385637"/>
                  </a:lnTo>
                  <a:lnTo>
                    <a:pt x="284282" y="399559"/>
                  </a:lnTo>
                  <a:lnTo>
                    <a:pt x="300823" y="407900"/>
                  </a:lnTo>
                  <a:lnTo>
                    <a:pt x="319969" y="409317"/>
                  </a:lnTo>
                  <a:lnTo>
                    <a:pt x="338163" y="403207"/>
                  </a:lnTo>
                  <a:lnTo>
                    <a:pt x="344549" y="397633"/>
                  </a:lnTo>
                  <a:lnTo>
                    <a:pt x="313886" y="397633"/>
                  </a:lnTo>
                  <a:lnTo>
                    <a:pt x="299757" y="394778"/>
                  </a:lnTo>
                  <a:lnTo>
                    <a:pt x="288242" y="387023"/>
                  </a:lnTo>
                  <a:lnTo>
                    <a:pt x="280477" y="375527"/>
                  </a:lnTo>
                  <a:lnTo>
                    <a:pt x="277629" y="361450"/>
                  </a:lnTo>
                  <a:lnTo>
                    <a:pt x="278849" y="355419"/>
                  </a:lnTo>
                  <a:lnTo>
                    <a:pt x="186986" y="355419"/>
                  </a:lnTo>
                  <a:lnTo>
                    <a:pt x="186986" y="252485"/>
                  </a:lnTo>
                  <a:lnTo>
                    <a:pt x="205168" y="246395"/>
                  </a:lnTo>
                  <a:lnTo>
                    <a:pt x="211542" y="240841"/>
                  </a:lnTo>
                  <a:lnTo>
                    <a:pt x="180943" y="240841"/>
                  </a:lnTo>
                  <a:lnTo>
                    <a:pt x="166837" y="237986"/>
                  </a:lnTo>
                  <a:lnTo>
                    <a:pt x="155318" y="230231"/>
                  </a:lnTo>
                  <a:lnTo>
                    <a:pt x="147547" y="218735"/>
                  </a:lnTo>
                  <a:lnTo>
                    <a:pt x="144686" y="204658"/>
                  </a:lnTo>
                  <a:lnTo>
                    <a:pt x="147535" y="190575"/>
                  </a:lnTo>
                  <a:lnTo>
                    <a:pt x="155306" y="179074"/>
                  </a:lnTo>
                  <a:lnTo>
                    <a:pt x="166831" y="171319"/>
                  </a:lnTo>
                  <a:lnTo>
                    <a:pt x="180943" y="168475"/>
                  </a:lnTo>
                  <a:lnTo>
                    <a:pt x="212205" y="168475"/>
                  </a:lnTo>
                  <a:lnTo>
                    <a:pt x="202396" y="161448"/>
                  </a:lnTo>
                  <a:lnTo>
                    <a:pt x="186986" y="156832"/>
                  </a:lnTo>
                  <a:lnTo>
                    <a:pt x="186986" y="53897"/>
                  </a:lnTo>
                  <a:close/>
                </a:path>
                <a:path w="361950" h="409575">
                  <a:moveTo>
                    <a:pt x="345896" y="325267"/>
                  </a:moveTo>
                  <a:lnTo>
                    <a:pt x="313886" y="325267"/>
                  </a:lnTo>
                  <a:lnTo>
                    <a:pt x="327998" y="328111"/>
                  </a:lnTo>
                  <a:lnTo>
                    <a:pt x="339523" y="335866"/>
                  </a:lnTo>
                  <a:lnTo>
                    <a:pt x="347294" y="347367"/>
                  </a:lnTo>
                  <a:lnTo>
                    <a:pt x="350143" y="361450"/>
                  </a:lnTo>
                  <a:lnTo>
                    <a:pt x="347279" y="375533"/>
                  </a:lnTo>
                  <a:lnTo>
                    <a:pt x="339495" y="387034"/>
                  </a:lnTo>
                  <a:lnTo>
                    <a:pt x="327992" y="394778"/>
                  </a:lnTo>
                  <a:lnTo>
                    <a:pt x="313886" y="397633"/>
                  </a:lnTo>
                  <a:lnTo>
                    <a:pt x="344549" y="397633"/>
                  </a:lnTo>
                  <a:lnTo>
                    <a:pt x="352113" y="391031"/>
                  </a:lnTo>
                  <a:lnTo>
                    <a:pt x="360470" y="374524"/>
                  </a:lnTo>
                  <a:lnTo>
                    <a:pt x="361887" y="355419"/>
                  </a:lnTo>
                  <a:lnTo>
                    <a:pt x="356529" y="338638"/>
                  </a:lnTo>
                  <a:lnTo>
                    <a:pt x="345896" y="325267"/>
                  </a:lnTo>
                  <a:close/>
                </a:path>
                <a:path w="361950" h="409575">
                  <a:moveTo>
                    <a:pt x="313886" y="313206"/>
                  </a:moveTo>
                  <a:lnTo>
                    <a:pt x="296555" y="316421"/>
                  </a:lnTo>
                  <a:lnTo>
                    <a:pt x="281936" y="325280"/>
                  </a:lnTo>
                  <a:lnTo>
                    <a:pt x="271313" y="338656"/>
                  </a:lnTo>
                  <a:lnTo>
                    <a:pt x="265966" y="355419"/>
                  </a:lnTo>
                  <a:lnTo>
                    <a:pt x="278849" y="355419"/>
                  </a:lnTo>
                  <a:lnTo>
                    <a:pt x="280479" y="347367"/>
                  </a:lnTo>
                  <a:lnTo>
                    <a:pt x="288249" y="335866"/>
                  </a:lnTo>
                  <a:lnTo>
                    <a:pt x="299774" y="328111"/>
                  </a:lnTo>
                  <a:lnTo>
                    <a:pt x="313886" y="325267"/>
                  </a:lnTo>
                  <a:lnTo>
                    <a:pt x="345896" y="325267"/>
                  </a:lnTo>
                  <a:lnTo>
                    <a:pt x="331242" y="316399"/>
                  </a:lnTo>
                  <a:lnTo>
                    <a:pt x="313886" y="313206"/>
                  </a:lnTo>
                  <a:close/>
                </a:path>
                <a:path w="361950" h="409575">
                  <a:moveTo>
                    <a:pt x="212205" y="168475"/>
                  </a:moveTo>
                  <a:lnTo>
                    <a:pt x="180943" y="168475"/>
                  </a:lnTo>
                  <a:lnTo>
                    <a:pt x="195055" y="171319"/>
                  </a:lnTo>
                  <a:lnTo>
                    <a:pt x="206580" y="179074"/>
                  </a:lnTo>
                  <a:lnTo>
                    <a:pt x="214351" y="190575"/>
                  </a:lnTo>
                  <a:lnTo>
                    <a:pt x="217200" y="204658"/>
                  </a:lnTo>
                  <a:lnTo>
                    <a:pt x="214351" y="218741"/>
                  </a:lnTo>
                  <a:lnTo>
                    <a:pt x="206580" y="230242"/>
                  </a:lnTo>
                  <a:lnTo>
                    <a:pt x="195055" y="237997"/>
                  </a:lnTo>
                  <a:lnTo>
                    <a:pt x="180943" y="240841"/>
                  </a:lnTo>
                  <a:lnTo>
                    <a:pt x="211542" y="240841"/>
                  </a:lnTo>
                  <a:lnTo>
                    <a:pt x="219115" y="234241"/>
                  </a:lnTo>
                  <a:lnTo>
                    <a:pt x="227478" y="217755"/>
                  </a:lnTo>
                  <a:lnTo>
                    <a:pt x="228908" y="198668"/>
                  </a:lnTo>
                  <a:lnTo>
                    <a:pt x="224282" y="183289"/>
                  </a:lnTo>
                  <a:lnTo>
                    <a:pt x="215136" y="170575"/>
                  </a:lnTo>
                  <a:lnTo>
                    <a:pt x="212205" y="168475"/>
                  </a:lnTo>
                  <a:close/>
                </a:path>
                <a:path w="361950" h="409575">
                  <a:moveTo>
                    <a:pt x="41917" y="0"/>
                  </a:moveTo>
                  <a:lnTo>
                    <a:pt x="23723" y="6109"/>
                  </a:lnTo>
                  <a:lnTo>
                    <a:pt x="9773" y="18285"/>
                  </a:lnTo>
                  <a:lnTo>
                    <a:pt x="1416" y="34792"/>
                  </a:lnTo>
                  <a:lnTo>
                    <a:pt x="0" y="53897"/>
                  </a:lnTo>
                  <a:lnTo>
                    <a:pt x="6121" y="72053"/>
                  </a:lnTo>
                  <a:lnTo>
                    <a:pt x="18320" y="85975"/>
                  </a:lnTo>
                  <a:lnTo>
                    <a:pt x="34860" y="94317"/>
                  </a:lnTo>
                  <a:lnTo>
                    <a:pt x="54003" y="95733"/>
                  </a:lnTo>
                  <a:lnTo>
                    <a:pt x="69408" y="91109"/>
                  </a:lnTo>
                  <a:lnTo>
                    <a:pt x="79260" y="84049"/>
                  </a:lnTo>
                  <a:lnTo>
                    <a:pt x="48000" y="84049"/>
                  </a:lnTo>
                  <a:lnTo>
                    <a:pt x="33871" y="81194"/>
                  </a:lnTo>
                  <a:lnTo>
                    <a:pt x="22356" y="73439"/>
                  </a:lnTo>
                  <a:lnTo>
                    <a:pt x="14591" y="61944"/>
                  </a:lnTo>
                  <a:lnTo>
                    <a:pt x="11743" y="47866"/>
                  </a:lnTo>
                  <a:lnTo>
                    <a:pt x="14592" y="33783"/>
                  </a:lnTo>
                  <a:lnTo>
                    <a:pt x="22363" y="22282"/>
                  </a:lnTo>
                  <a:lnTo>
                    <a:pt x="33888" y="14527"/>
                  </a:lnTo>
                  <a:lnTo>
                    <a:pt x="48000" y="11684"/>
                  </a:lnTo>
                  <a:lnTo>
                    <a:pt x="79291" y="11684"/>
                  </a:lnTo>
                  <a:lnTo>
                    <a:pt x="77604" y="9758"/>
                  </a:lnTo>
                  <a:lnTo>
                    <a:pt x="61063" y="1416"/>
                  </a:lnTo>
                  <a:lnTo>
                    <a:pt x="41917" y="0"/>
                  </a:lnTo>
                  <a:close/>
                </a:path>
                <a:path w="361950" h="409575">
                  <a:moveTo>
                    <a:pt x="79291" y="11684"/>
                  </a:moveTo>
                  <a:lnTo>
                    <a:pt x="48000" y="11684"/>
                  </a:lnTo>
                  <a:lnTo>
                    <a:pt x="62112" y="14527"/>
                  </a:lnTo>
                  <a:lnTo>
                    <a:pt x="73637" y="22282"/>
                  </a:lnTo>
                  <a:lnTo>
                    <a:pt x="81408" y="33783"/>
                  </a:lnTo>
                  <a:lnTo>
                    <a:pt x="84257" y="47866"/>
                  </a:lnTo>
                  <a:lnTo>
                    <a:pt x="81392" y="61949"/>
                  </a:lnTo>
                  <a:lnTo>
                    <a:pt x="73609" y="73450"/>
                  </a:lnTo>
                  <a:lnTo>
                    <a:pt x="62106" y="81194"/>
                  </a:lnTo>
                  <a:lnTo>
                    <a:pt x="48000" y="84049"/>
                  </a:lnTo>
                  <a:lnTo>
                    <a:pt x="79260" y="84049"/>
                  </a:lnTo>
                  <a:lnTo>
                    <a:pt x="82145" y="81982"/>
                  </a:lnTo>
                  <a:lnTo>
                    <a:pt x="91292" y="69271"/>
                  </a:lnTo>
                  <a:lnTo>
                    <a:pt x="95925" y="53897"/>
                  </a:lnTo>
                  <a:lnTo>
                    <a:pt x="186986" y="53897"/>
                  </a:lnTo>
                  <a:lnTo>
                    <a:pt x="186986" y="41836"/>
                  </a:lnTo>
                  <a:lnTo>
                    <a:pt x="95925" y="41836"/>
                  </a:lnTo>
                  <a:lnTo>
                    <a:pt x="89803" y="23679"/>
                  </a:lnTo>
                  <a:lnTo>
                    <a:pt x="79291" y="11684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2919983"/>
            <a:ext cx="8206740" cy="1065530"/>
            <a:chOff x="339852" y="2919983"/>
            <a:chExt cx="8206740" cy="1065530"/>
          </a:xfrm>
        </p:grpSpPr>
        <p:sp>
          <p:nvSpPr>
            <p:cNvPr id="7" name="object 7"/>
            <p:cNvSpPr/>
            <p:nvPr/>
          </p:nvSpPr>
          <p:spPr>
            <a:xfrm>
              <a:off x="339852" y="2919983"/>
              <a:ext cx="8206740" cy="1065530"/>
            </a:xfrm>
            <a:custGeom>
              <a:avLst/>
              <a:gdLst/>
              <a:ahLst/>
              <a:cxnLst/>
              <a:rect l="l" t="t" r="r" b="b"/>
              <a:pathLst>
                <a:path w="8206740" h="1065529">
                  <a:moveTo>
                    <a:pt x="8100187" y="0"/>
                  </a:moveTo>
                  <a:lnTo>
                    <a:pt x="106527" y="0"/>
                  </a:lnTo>
                  <a:lnTo>
                    <a:pt x="65059" y="8380"/>
                  </a:lnTo>
                  <a:lnTo>
                    <a:pt x="31199" y="31226"/>
                  </a:lnTo>
                  <a:lnTo>
                    <a:pt x="8370" y="65097"/>
                  </a:lnTo>
                  <a:lnTo>
                    <a:pt x="0" y="106553"/>
                  </a:lnTo>
                  <a:lnTo>
                    <a:pt x="0" y="958748"/>
                  </a:lnTo>
                  <a:lnTo>
                    <a:pt x="8370" y="1000216"/>
                  </a:lnTo>
                  <a:lnTo>
                    <a:pt x="31199" y="1034076"/>
                  </a:lnTo>
                  <a:lnTo>
                    <a:pt x="65059" y="1056905"/>
                  </a:lnTo>
                  <a:lnTo>
                    <a:pt x="106527" y="1065276"/>
                  </a:lnTo>
                  <a:lnTo>
                    <a:pt x="8100187" y="1065276"/>
                  </a:lnTo>
                  <a:lnTo>
                    <a:pt x="8141642" y="1056905"/>
                  </a:lnTo>
                  <a:lnTo>
                    <a:pt x="8175513" y="1034076"/>
                  </a:lnTo>
                  <a:lnTo>
                    <a:pt x="8198359" y="1000216"/>
                  </a:lnTo>
                  <a:lnTo>
                    <a:pt x="8206740" y="958748"/>
                  </a:lnTo>
                  <a:lnTo>
                    <a:pt x="8206740" y="106553"/>
                  </a:lnTo>
                  <a:lnTo>
                    <a:pt x="8198359" y="65097"/>
                  </a:lnTo>
                  <a:lnTo>
                    <a:pt x="8175513" y="31226"/>
                  </a:lnTo>
                  <a:lnTo>
                    <a:pt x="8141642" y="8380"/>
                  </a:lnTo>
                  <a:lnTo>
                    <a:pt x="810018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4549" y="3278419"/>
              <a:ext cx="205740" cy="339090"/>
            </a:xfrm>
            <a:custGeom>
              <a:avLst/>
              <a:gdLst/>
              <a:ahLst/>
              <a:cxnLst/>
              <a:rect l="l" t="t" r="r" b="b"/>
              <a:pathLst>
                <a:path w="205740" h="339089">
                  <a:moveTo>
                    <a:pt x="108771" y="0"/>
                  </a:moveTo>
                  <a:lnTo>
                    <a:pt x="0" y="0"/>
                  </a:lnTo>
                  <a:lnTo>
                    <a:pt x="0" y="12092"/>
                  </a:lnTo>
                  <a:lnTo>
                    <a:pt x="96685" y="12092"/>
                  </a:lnTo>
                  <a:lnTo>
                    <a:pt x="96685" y="163247"/>
                  </a:lnTo>
                  <a:lnTo>
                    <a:pt x="0" y="163247"/>
                  </a:lnTo>
                  <a:lnTo>
                    <a:pt x="0" y="175339"/>
                  </a:lnTo>
                  <a:lnTo>
                    <a:pt x="96685" y="175339"/>
                  </a:lnTo>
                  <a:lnTo>
                    <a:pt x="96685" y="326494"/>
                  </a:lnTo>
                  <a:lnTo>
                    <a:pt x="0" y="326494"/>
                  </a:lnTo>
                  <a:lnTo>
                    <a:pt x="0" y="338586"/>
                  </a:lnTo>
                  <a:lnTo>
                    <a:pt x="108771" y="338586"/>
                  </a:lnTo>
                  <a:lnTo>
                    <a:pt x="108771" y="175339"/>
                  </a:lnTo>
                  <a:lnTo>
                    <a:pt x="205457" y="175339"/>
                  </a:lnTo>
                  <a:lnTo>
                    <a:pt x="205457" y="163247"/>
                  </a:lnTo>
                  <a:lnTo>
                    <a:pt x="108771" y="163247"/>
                  </a:lnTo>
                  <a:lnTo>
                    <a:pt x="108771" y="0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0" y="3242142"/>
              <a:ext cx="84600" cy="84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0" y="3405389"/>
              <a:ext cx="84600" cy="846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0" y="3568637"/>
              <a:ext cx="84600" cy="846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8135" y="3405389"/>
              <a:ext cx="84600" cy="8464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72589" y="1887092"/>
            <a:ext cx="6095365" cy="19043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Gateway Endpoint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S3, DynamoDB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ts val="259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Endpoint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500" spc="-1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All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newer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services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use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endpoint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2700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Interface</a:t>
            </a:r>
            <a:r>
              <a:rPr sz="2400" spc="-25" dirty="0"/>
              <a:t> </a:t>
            </a:r>
            <a:r>
              <a:rPr sz="2400" spc="-5" dirty="0"/>
              <a:t>Endpoint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2985770" y="967994"/>
            <a:ext cx="4132579" cy="3609975"/>
            <a:chOff x="2985770" y="967994"/>
            <a:chExt cx="4132579" cy="3609975"/>
          </a:xfrm>
        </p:grpSpPr>
        <p:sp>
          <p:nvSpPr>
            <p:cNvPr id="4" name="object 4"/>
            <p:cNvSpPr/>
            <p:nvPr/>
          </p:nvSpPr>
          <p:spPr>
            <a:xfrm>
              <a:off x="2998470" y="980694"/>
              <a:ext cx="4107179" cy="3584575"/>
            </a:xfrm>
            <a:custGeom>
              <a:avLst/>
              <a:gdLst/>
              <a:ahLst/>
              <a:cxnLst/>
              <a:rect l="l" t="t" r="r" b="b"/>
              <a:pathLst>
                <a:path w="4107179" h="3584575">
                  <a:moveTo>
                    <a:pt x="4107179" y="0"/>
                  </a:moveTo>
                  <a:lnTo>
                    <a:pt x="0" y="0"/>
                  </a:lnTo>
                  <a:lnTo>
                    <a:pt x="0" y="3584448"/>
                  </a:lnTo>
                  <a:lnTo>
                    <a:pt x="4107179" y="3584448"/>
                  </a:lnTo>
                  <a:lnTo>
                    <a:pt x="41071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98470" y="980694"/>
              <a:ext cx="4107179" cy="3584575"/>
            </a:xfrm>
            <a:custGeom>
              <a:avLst/>
              <a:gdLst/>
              <a:ahLst/>
              <a:cxnLst/>
              <a:rect l="l" t="t" r="r" b="b"/>
              <a:pathLst>
                <a:path w="4107179" h="3584575">
                  <a:moveTo>
                    <a:pt x="0" y="3584448"/>
                  </a:moveTo>
                  <a:lnTo>
                    <a:pt x="4107179" y="3584448"/>
                  </a:lnTo>
                  <a:lnTo>
                    <a:pt x="4107179" y="0"/>
                  </a:lnTo>
                  <a:lnTo>
                    <a:pt x="0" y="0"/>
                  </a:lnTo>
                  <a:lnTo>
                    <a:pt x="0" y="35844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77790" y="1710690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30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5" y="882396"/>
                  </a:lnTo>
                  <a:lnTo>
                    <a:pt x="1578102" y="882396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7" y="735330"/>
                  </a:lnTo>
                  <a:lnTo>
                    <a:pt x="1725167" y="147065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77790" y="1710690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7" y="147065"/>
                  </a:lnTo>
                  <a:lnTo>
                    <a:pt x="1725167" y="735330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6"/>
                  </a:lnTo>
                  <a:lnTo>
                    <a:pt x="147065" y="882396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30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5430" y="19072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545084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4" y="215900"/>
                  </a:lnTo>
                  <a:lnTo>
                    <a:pt x="588264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45430" y="19072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80"/>
                  </a:lnTo>
                  <a:lnTo>
                    <a:pt x="588264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55665" y="1911477"/>
            <a:ext cx="3676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400" spc="-110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5090" y="2816605"/>
            <a:ext cx="1750695" cy="1250950"/>
            <a:chOff x="5165090" y="2816605"/>
            <a:chExt cx="1750695" cy="1250950"/>
          </a:xfrm>
        </p:grpSpPr>
        <p:sp>
          <p:nvSpPr>
            <p:cNvPr id="12" name="object 12"/>
            <p:cNvSpPr/>
            <p:nvPr/>
          </p:nvSpPr>
          <p:spPr>
            <a:xfrm>
              <a:off x="5177790" y="2829305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1520952" y="0"/>
                  </a:moveTo>
                  <a:lnTo>
                    <a:pt x="204215" y="0"/>
                  </a:ln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6"/>
                  </a:lnTo>
                  <a:lnTo>
                    <a:pt x="0" y="1021080"/>
                  </a:lnTo>
                  <a:lnTo>
                    <a:pt x="5393" y="1067905"/>
                  </a:lnTo>
                  <a:lnTo>
                    <a:pt x="20758" y="1110890"/>
                  </a:lnTo>
                  <a:lnTo>
                    <a:pt x="44866" y="1148808"/>
                  </a:lnTo>
                  <a:lnTo>
                    <a:pt x="76493" y="1180433"/>
                  </a:lnTo>
                  <a:lnTo>
                    <a:pt x="114411" y="1204539"/>
                  </a:lnTo>
                  <a:lnTo>
                    <a:pt x="157394" y="1219902"/>
                  </a:lnTo>
                  <a:lnTo>
                    <a:pt x="204215" y="1225296"/>
                  </a:lnTo>
                  <a:lnTo>
                    <a:pt x="1520952" y="1225296"/>
                  </a:lnTo>
                  <a:lnTo>
                    <a:pt x="1567773" y="1219902"/>
                  </a:lnTo>
                  <a:lnTo>
                    <a:pt x="1610756" y="1204539"/>
                  </a:lnTo>
                  <a:lnTo>
                    <a:pt x="1648674" y="1180433"/>
                  </a:lnTo>
                  <a:lnTo>
                    <a:pt x="1680301" y="1148808"/>
                  </a:lnTo>
                  <a:lnTo>
                    <a:pt x="1704409" y="1110890"/>
                  </a:lnTo>
                  <a:lnTo>
                    <a:pt x="1719774" y="1067905"/>
                  </a:lnTo>
                  <a:lnTo>
                    <a:pt x="1725167" y="1021080"/>
                  </a:lnTo>
                  <a:lnTo>
                    <a:pt x="1725167" y="204216"/>
                  </a:lnTo>
                  <a:lnTo>
                    <a:pt x="1719774" y="157394"/>
                  </a:lnTo>
                  <a:lnTo>
                    <a:pt x="1704409" y="114411"/>
                  </a:lnTo>
                  <a:lnTo>
                    <a:pt x="1680301" y="76493"/>
                  </a:lnTo>
                  <a:lnTo>
                    <a:pt x="1648674" y="44866"/>
                  </a:lnTo>
                  <a:lnTo>
                    <a:pt x="1610756" y="20758"/>
                  </a:lnTo>
                  <a:lnTo>
                    <a:pt x="1567773" y="5393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77790" y="2829305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0" y="204216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5" y="0"/>
                  </a:lnTo>
                  <a:lnTo>
                    <a:pt x="1520952" y="0"/>
                  </a:lnTo>
                  <a:lnTo>
                    <a:pt x="1567773" y="5393"/>
                  </a:lnTo>
                  <a:lnTo>
                    <a:pt x="1610756" y="20758"/>
                  </a:lnTo>
                  <a:lnTo>
                    <a:pt x="1648674" y="44866"/>
                  </a:lnTo>
                  <a:lnTo>
                    <a:pt x="1680301" y="76493"/>
                  </a:lnTo>
                  <a:lnTo>
                    <a:pt x="1704409" y="114411"/>
                  </a:lnTo>
                  <a:lnTo>
                    <a:pt x="1719774" y="157394"/>
                  </a:lnTo>
                  <a:lnTo>
                    <a:pt x="1725167" y="204216"/>
                  </a:lnTo>
                  <a:lnTo>
                    <a:pt x="1725167" y="1021080"/>
                  </a:lnTo>
                  <a:lnTo>
                    <a:pt x="1719774" y="1067905"/>
                  </a:lnTo>
                  <a:lnTo>
                    <a:pt x="1704409" y="1110890"/>
                  </a:lnTo>
                  <a:lnTo>
                    <a:pt x="1680301" y="1148808"/>
                  </a:lnTo>
                  <a:lnTo>
                    <a:pt x="1648674" y="1180433"/>
                  </a:lnTo>
                  <a:lnTo>
                    <a:pt x="1610756" y="1204539"/>
                  </a:lnTo>
                  <a:lnTo>
                    <a:pt x="1567773" y="1219902"/>
                  </a:lnTo>
                  <a:lnTo>
                    <a:pt x="1520952" y="1225296"/>
                  </a:lnTo>
                  <a:lnTo>
                    <a:pt x="204215" y="1225296"/>
                  </a:lnTo>
                  <a:lnTo>
                    <a:pt x="157394" y="1219902"/>
                  </a:lnTo>
                  <a:lnTo>
                    <a:pt x="114411" y="1204539"/>
                  </a:lnTo>
                  <a:lnTo>
                    <a:pt x="76493" y="1180433"/>
                  </a:lnTo>
                  <a:lnTo>
                    <a:pt x="44866" y="1148808"/>
                  </a:lnTo>
                  <a:lnTo>
                    <a:pt x="20758" y="1110890"/>
                  </a:lnTo>
                  <a:lnTo>
                    <a:pt x="5393" y="1067905"/>
                  </a:lnTo>
                  <a:lnTo>
                    <a:pt x="0" y="1021080"/>
                  </a:lnTo>
                  <a:lnTo>
                    <a:pt x="0" y="20421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443473" y="3717137"/>
            <a:ext cx="11925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03773" y="3066542"/>
            <a:ext cx="622935" cy="630555"/>
            <a:chOff x="5303773" y="3066542"/>
            <a:chExt cx="622935" cy="630555"/>
          </a:xfrm>
        </p:grpSpPr>
        <p:sp>
          <p:nvSpPr>
            <p:cNvPr id="16" name="object 16"/>
            <p:cNvSpPr/>
            <p:nvPr/>
          </p:nvSpPr>
          <p:spPr>
            <a:xfrm>
              <a:off x="5316473" y="3079242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546608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8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16473" y="3079242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8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24093" y="342519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24093" y="342519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439536" y="3083179"/>
            <a:ext cx="342900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55244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51503" y="4219143"/>
            <a:ext cx="1804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91510" y="1198117"/>
            <a:ext cx="3724275" cy="383540"/>
            <a:chOff x="3191510" y="1198117"/>
            <a:chExt cx="3724275" cy="383540"/>
          </a:xfrm>
        </p:grpSpPr>
        <p:sp>
          <p:nvSpPr>
            <p:cNvPr id="23" name="object 23"/>
            <p:cNvSpPr/>
            <p:nvPr/>
          </p:nvSpPr>
          <p:spPr>
            <a:xfrm>
              <a:off x="3204210" y="1210817"/>
              <a:ext cx="3698875" cy="358140"/>
            </a:xfrm>
            <a:custGeom>
              <a:avLst/>
              <a:gdLst/>
              <a:ahLst/>
              <a:cxnLst/>
              <a:rect l="l" t="t" r="r" b="b"/>
              <a:pathLst>
                <a:path w="3698875" h="358140">
                  <a:moveTo>
                    <a:pt x="3639058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90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40"/>
                  </a:lnTo>
                  <a:lnTo>
                    <a:pt x="3639058" y="358140"/>
                  </a:lnTo>
                  <a:lnTo>
                    <a:pt x="3662314" y="353456"/>
                  </a:lnTo>
                  <a:lnTo>
                    <a:pt x="3681285" y="340677"/>
                  </a:lnTo>
                  <a:lnTo>
                    <a:pt x="3694064" y="321706"/>
                  </a:lnTo>
                  <a:lnTo>
                    <a:pt x="3698747" y="298450"/>
                  </a:lnTo>
                  <a:lnTo>
                    <a:pt x="3698747" y="59690"/>
                  </a:lnTo>
                  <a:lnTo>
                    <a:pt x="3694064" y="36433"/>
                  </a:lnTo>
                  <a:lnTo>
                    <a:pt x="3681285" y="17462"/>
                  </a:lnTo>
                  <a:lnTo>
                    <a:pt x="3662314" y="4683"/>
                  </a:lnTo>
                  <a:lnTo>
                    <a:pt x="3639058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04210" y="1210817"/>
              <a:ext cx="3698875" cy="358140"/>
            </a:xfrm>
            <a:custGeom>
              <a:avLst/>
              <a:gdLst/>
              <a:ahLst/>
              <a:cxnLst/>
              <a:rect l="l" t="t" r="r" b="b"/>
              <a:pathLst>
                <a:path w="3698875" h="358140">
                  <a:moveTo>
                    <a:pt x="0" y="59690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3639058" y="0"/>
                  </a:lnTo>
                  <a:lnTo>
                    <a:pt x="3662314" y="4683"/>
                  </a:lnTo>
                  <a:lnTo>
                    <a:pt x="3681285" y="17462"/>
                  </a:lnTo>
                  <a:lnTo>
                    <a:pt x="3694064" y="36433"/>
                  </a:lnTo>
                  <a:lnTo>
                    <a:pt x="3698747" y="59690"/>
                  </a:lnTo>
                  <a:lnTo>
                    <a:pt x="3698747" y="298450"/>
                  </a:lnTo>
                  <a:lnTo>
                    <a:pt x="3694064" y="321706"/>
                  </a:lnTo>
                  <a:lnTo>
                    <a:pt x="3681285" y="340677"/>
                  </a:lnTo>
                  <a:lnTo>
                    <a:pt x="3662314" y="353456"/>
                  </a:lnTo>
                  <a:lnTo>
                    <a:pt x="3639058" y="358140"/>
                  </a:lnTo>
                  <a:lnTo>
                    <a:pt x="59689" y="358140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90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65497" y="1264665"/>
            <a:ext cx="1376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4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857997" y="474218"/>
            <a:ext cx="918844" cy="630555"/>
            <a:chOff x="7857997" y="474218"/>
            <a:chExt cx="918844" cy="630555"/>
          </a:xfrm>
        </p:grpSpPr>
        <p:sp>
          <p:nvSpPr>
            <p:cNvPr id="27" name="object 27"/>
            <p:cNvSpPr/>
            <p:nvPr/>
          </p:nvSpPr>
          <p:spPr>
            <a:xfrm>
              <a:off x="7870697" y="486918"/>
              <a:ext cx="893444" cy="605155"/>
            </a:xfrm>
            <a:custGeom>
              <a:avLst/>
              <a:gdLst/>
              <a:ahLst/>
              <a:cxnLst/>
              <a:rect l="l" t="t" r="r" b="b"/>
              <a:pathLst>
                <a:path w="893445" h="605155">
                  <a:moveTo>
                    <a:pt x="792226" y="0"/>
                  </a:moveTo>
                  <a:lnTo>
                    <a:pt x="100837" y="0"/>
                  </a:lnTo>
                  <a:lnTo>
                    <a:pt x="61561" y="7915"/>
                  </a:lnTo>
                  <a:lnTo>
                    <a:pt x="29511" y="29511"/>
                  </a:lnTo>
                  <a:lnTo>
                    <a:pt x="7915" y="61561"/>
                  </a:lnTo>
                  <a:lnTo>
                    <a:pt x="0" y="100837"/>
                  </a:lnTo>
                  <a:lnTo>
                    <a:pt x="0" y="504190"/>
                  </a:lnTo>
                  <a:lnTo>
                    <a:pt x="7915" y="543466"/>
                  </a:lnTo>
                  <a:lnTo>
                    <a:pt x="29511" y="575516"/>
                  </a:lnTo>
                  <a:lnTo>
                    <a:pt x="61561" y="597112"/>
                  </a:lnTo>
                  <a:lnTo>
                    <a:pt x="100837" y="605028"/>
                  </a:lnTo>
                  <a:lnTo>
                    <a:pt x="792226" y="605028"/>
                  </a:lnTo>
                  <a:lnTo>
                    <a:pt x="831502" y="597112"/>
                  </a:lnTo>
                  <a:lnTo>
                    <a:pt x="863552" y="575516"/>
                  </a:lnTo>
                  <a:lnTo>
                    <a:pt x="885148" y="543466"/>
                  </a:lnTo>
                  <a:lnTo>
                    <a:pt x="893063" y="504190"/>
                  </a:lnTo>
                  <a:lnTo>
                    <a:pt x="893063" y="100837"/>
                  </a:lnTo>
                  <a:lnTo>
                    <a:pt x="885148" y="61561"/>
                  </a:lnTo>
                  <a:lnTo>
                    <a:pt x="863552" y="29511"/>
                  </a:lnTo>
                  <a:lnTo>
                    <a:pt x="831502" y="7915"/>
                  </a:lnTo>
                  <a:lnTo>
                    <a:pt x="7922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70697" y="486918"/>
              <a:ext cx="893444" cy="605155"/>
            </a:xfrm>
            <a:custGeom>
              <a:avLst/>
              <a:gdLst/>
              <a:ahLst/>
              <a:cxnLst/>
              <a:rect l="l" t="t" r="r" b="b"/>
              <a:pathLst>
                <a:path w="893445" h="605155">
                  <a:moveTo>
                    <a:pt x="0" y="100837"/>
                  </a:moveTo>
                  <a:lnTo>
                    <a:pt x="7915" y="61561"/>
                  </a:lnTo>
                  <a:lnTo>
                    <a:pt x="29511" y="29511"/>
                  </a:lnTo>
                  <a:lnTo>
                    <a:pt x="61561" y="7915"/>
                  </a:lnTo>
                  <a:lnTo>
                    <a:pt x="100837" y="0"/>
                  </a:lnTo>
                  <a:lnTo>
                    <a:pt x="792226" y="0"/>
                  </a:lnTo>
                  <a:lnTo>
                    <a:pt x="831502" y="7915"/>
                  </a:lnTo>
                  <a:lnTo>
                    <a:pt x="863552" y="29511"/>
                  </a:lnTo>
                  <a:lnTo>
                    <a:pt x="885148" y="61561"/>
                  </a:lnTo>
                  <a:lnTo>
                    <a:pt x="893063" y="100837"/>
                  </a:lnTo>
                  <a:lnTo>
                    <a:pt x="893063" y="504190"/>
                  </a:lnTo>
                  <a:lnTo>
                    <a:pt x="885148" y="543466"/>
                  </a:lnTo>
                  <a:lnTo>
                    <a:pt x="863552" y="575516"/>
                  </a:lnTo>
                  <a:lnTo>
                    <a:pt x="831502" y="597112"/>
                  </a:lnTo>
                  <a:lnTo>
                    <a:pt x="792226" y="605028"/>
                  </a:lnTo>
                  <a:lnTo>
                    <a:pt x="100837" y="605028"/>
                  </a:lnTo>
                  <a:lnTo>
                    <a:pt x="61561" y="597112"/>
                  </a:lnTo>
                  <a:lnTo>
                    <a:pt x="29511" y="575516"/>
                  </a:lnTo>
                  <a:lnTo>
                    <a:pt x="7915" y="543466"/>
                  </a:lnTo>
                  <a:lnTo>
                    <a:pt x="0" y="504190"/>
                  </a:lnTo>
                  <a:lnTo>
                    <a:pt x="0" y="100837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063230" y="632536"/>
            <a:ext cx="509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SQS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47234" y="416853"/>
            <a:ext cx="2824480" cy="1741170"/>
            <a:chOff x="5047234" y="416853"/>
            <a:chExt cx="2824480" cy="1741170"/>
          </a:xfrm>
        </p:grpSpPr>
        <p:sp>
          <p:nvSpPr>
            <p:cNvPr id="31" name="object 31"/>
            <p:cNvSpPr/>
            <p:nvPr/>
          </p:nvSpPr>
          <p:spPr>
            <a:xfrm>
              <a:off x="5047234" y="737743"/>
              <a:ext cx="2824480" cy="473709"/>
            </a:xfrm>
            <a:custGeom>
              <a:avLst/>
              <a:gdLst/>
              <a:ahLst/>
              <a:cxnLst/>
              <a:rect l="l" t="t" r="r" b="b"/>
              <a:pathLst>
                <a:path w="2824479" h="473709">
                  <a:moveTo>
                    <a:pt x="2787976" y="45339"/>
                  </a:moveTo>
                  <a:lnTo>
                    <a:pt x="2793" y="45339"/>
                  </a:lnTo>
                  <a:lnTo>
                    <a:pt x="0" y="48133"/>
                  </a:lnTo>
                  <a:lnTo>
                    <a:pt x="0" y="473710"/>
                  </a:lnTo>
                  <a:lnTo>
                    <a:pt x="12700" y="473710"/>
                  </a:lnTo>
                  <a:lnTo>
                    <a:pt x="12700" y="58039"/>
                  </a:lnTo>
                  <a:lnTo>
                    <a:pt x="6350" y="58039"/>
                  </a:lnTo>
                  <a:lnTo>
                    <a:pt x="12700" y="51689"/>
                  </a:lnTo>
                  <a:lnTo>
                    <a:pt x="2798862" y="51689"/>
                  </a:lnTo>
                  <a:lnTo>
                    <a:pt x="2787976" y="45339"/>
                  </a:lnTo>
                  <a:close/>
                </a:path>
                <a:path w="2824479" h="473709">
                  <a:moveTo>
                    <a:pt x="2798862" y="51689"/>
                  </a:moveTo>
                  <a:lnTo>
                    <a:pt x="2732023" y="90678"/>
                  </a:lnTo>
                  <a:lnTo>
                    <a:pt x="2729102" y="92456"/>
                  </a:lnTo>
                  <a:lnTo>
                    <a:pt x="2727960" y="96266"/>
                  </a:lnTo>
                  <a:lnTo>
                    <a:pt x="2731516" y="102362"/>
                  </a:lnTo>
                  <a:lnTo>
                    <a:pt x="2735452" y="103378"/>
                  </a:lnTo>
                  <a:lnTo>
                    <a:pt x="2813208" y="58039"/>
                  </a:lnTo>
                  <a:lnTo>
                    <a:pt x="2811525" y="58039"/>
                  </a:lnTo>
                  <a:lnTo>
                    <a:pt x="2811525" y="57150"/>
                  </a:lnTo>
                  <a:lnTo>
                    <a:pt x="2808223" y="57150"/>
                  </a:lnTo>
                  <a:lnTo>
                    <a:pt x="2798862" y="51689"/>
                  </a:lnTo>
                  <a:close/>
                </a:path>
                <a:path w="2824479" h="473709">
                  <a:moveTo>
                    <a:pt x="12700" y="51689"/>
                  </a:moveTo>
                  <a:lnTo>
                    <a:pt x="6350" y="58039"/>
                  </a:lnTo>
                  <a:lnTo>
                    <a:pt x="12700" y="58039"/>
                  </a:lnTo>
                  <a:lnTo>
                    <a:pt x="12700" y="51689"/>
                  </a:lnTo>
                  <a:close/>
                </a:path>
                <a:path w="2824479" h="473709">
                  <a:moveTo>
                    <a:pt x="2798862" y="51689"/>
                  </a:moveTo>
                  <a:lnTo>
                    <a:pt x="12700" y="51689"/>
                  </a:lnTo>
                  <a:lnTo>
                    <a:pt x="12700" y="58039"/>
                  </a:lnTo>
                  <a:lnTo>
                    <a:pt x="2787976" y="58039"/>
                  </a:lnTo>
                  <a:lnTo>
                    <a:pt x="2798862" y="51689"/>
                  </a:lnTo>
                  <a:close/>
                </a:path>
                <a:path w="2824479" h="473709">
                  <a:moveTo>
                    <a:pt x="2813208" y="45339"/>
                  </a:moveTo>
                  <a:lnTo>
                    <a:pt x="2811525" y="45339"/>
                  </a:lnTo>
                  <a:lnTo>
                    <a:pt x="2811525" y="58039"/>
                  </a:lnTo>
                  <a:lnTo>
                    <a:pt x="2813208" y="58039"/>
                  </a:lnTo>
                  <a:lnTo>
                    <a:pt x="2824098" y="51689"/>
                  </a:lnTo>
                  <a:lnTo>
                    <a:pt x="2813208" y="45339"/>
                  </a:lnTo>
                  <a:close/>
                </a:path>
                <a:path w="2824479" h="473709">
                  <a:moveTo>
                    <a:pt x="2808223" y="46228"/>
                  </a:moveTo>
                  <a:lnTo>
                    <a:pt x="2798862" y="51689"/>
                  </a:lnTo>
                  <a:lnTo>
                    <a:pt x="2808223" y="57150"/>
                  </a:lnTo>
                  <a:lnTo>
                    <a:pt x="2808223" y="46228"/>
                  </a:lnTo>
                  <a:close/>
                </a:path>
                <a:path w="2824479" h="473709">
                  <a:moveTo>
                    <a:pt x="2811525" y="46228"/>
                  </a:moveTo>
                  <a:lnTo>
                    <a:pt x="2808223" y="46228"/>
                  </a:lnTo>
                  <a:lnTo>
                    <a:pt x="2808223" y="57150"/>
                  </a:lnTo>
                  <a:lnTo>
                    <a:pt x="2811525" y="57150"/>
                  </a:lnTo>
                  <a:lnTo>
                    <a:pt x="2811525" y="46228"/>
                  </a:lnTo>
                  <a:close/>
                </a:path>
                <a:path w="2824479" h="473709">
                  <a:moveTo>
                    <a:pt x="2735452" y="0"/>
                  </a:moveTo>
                  <a:lnTo>
                    <a:pt x="2731516" y="1016"/>
                  </a:lnTo>
                  <a:lnTo>
                    <a:pt x="2727960" y="7112"/>
                  </a:lnTo>
                  <a:lnTo>
                    <a:pt x="2729102" y="10922"/>
                  </a:lnTo>
                  <a:lnTo>
                    <a:pt x="2732023" y="12700"/>
                  </a:lnTo>
                  <a:lnTo>
                    <a:pt x="2798862" y="51689"/>
                  </a:lnTo>
                  <a:lnTo>
                    <a:pt x="2808223" y="46228"/>
                  </a:lnTo>
                  <a:lnTo>
                    <a:pt x="2811525" y="46228"/>
                  </a:lnTo>
                  <a:lnTo>
                    <a:pt x="2811525" y="45339"/>
                  </a:lnTo>
                  <a:lnTo>
                    <a:pt x="2813208" y="45339"/>
                  </a:lnTo>
                  <a:lnTo>
                    <a:pt x="2735452" y="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9870" y="416853"/>
              <a:ext cx="578732" cy="35432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183630" y="188595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546608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546608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83630" y="188595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8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82690" y="1889506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848854" y="2606294"/>
            <a:ext cx="916940" cy="632460"/>
            <a:chOff x="7848854" y="2606294"/>
            <a:chExt cx="916940" cy="632460"/>
          </a:xfrm>
        </p:grpSpPr>
        <p:sp>
          <p:nvSpPr>
            <p:cNvPr id="37" name="object 37"/>
            <p:cNvSpPr/>
            <p:nvPr/>
          </p:nvSpPr>
          <p:spPr>
            <a:xfrm>
              <a:off x="7861554" y="2618994"/>
              <a:ext cx="891540" cy="607060"/>
            </a:xfrm>
            <a:custGeom>
              <a:avLst/>
              <a:gdLst/>
              <a:ahLst/>
              <a:cxnLst/>
              <a:rect l="l" t="t" r="r" b="b"/>
              <a:pathLst>
                <a:path w="891540" h="607060">
                  <a:moveTo>
                    <a:pt x="790448" y="0"/>
                  </a:moveTo>
                  <a:lnTo>
                    <a:pt x="101092" y="0"/>
                  </a:lnTo>
                  <a:lnTo>
                    <a:pt x="61722" y="7937"/>
                  </a:lnTo>
                  <a:lnTo>
                    <a:pt x="29591" y="29591"/>
                  </a:lnTo>
                  <a:lnTo>
                    <a:pt x="7937" y="61722"/>
                  </a:lnTo>
                  <a:lnTo>
                    <a:pt x="0" y="101092"/>
                  </a:lnTo>
                  <a:lnTo>
                    <a:pt x="0" y="505460"/>
                  </a:lnTo>
                  <a:lnTo>
                    <a:pt x="7937" y="544829"/>
                  </a:lnTo>
                  <a:lnTo>
                    <a:pt x="29591" y="576960"/>
                  </a:lnTo>
                  <a:lnTo>
                    <a:pt x="61722" y="598614"/>
                  </a:lnTo>
                  <a:lnTo>
                    <a:pt x="101092" y="606551"/>
                  </a:lnTo>
                  <a:lnTo>
                    <a:pt x="790448" y="606551"/>
                  </a:lnTo>
                  <a:lnTo>
                    <a:pt x="829818" y="598614"/>
                  </a:lnTo>
                  <a:lnTo>
                    <a:pt x="861949" y="576961"/>
                  </a:lnTo>
                  <a:lnTo>
                    <a:pt x="883602" y="544830"/>
                  </a:lnTo>
                  <a:lnTo>
                    <a:pt x="891540" y="505460"/>
                  </a:lnTo>
                  <a:lnTo>
                    <a:pt x="891540" y="101092"/>
                  </a:lnTo>
                  <a:lnTo>
                    <a:pt x="883602" y="61722"/>
                  </a:lnTo>
                  <a:lnTo>
                    <a:pt x="861949" y="29591"/>
                  </a:lnTo>
                  <a:lnTo>
                    <a:pt x="829818" y="7937"/>
                  </a:lnTo>
                  <a:lnTo>
                    <a:pt x="790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861554" y="2618994"/>
              <a:ext cx="891540" cy="607060"/>
            </a:xfrm>
            <a:custGeom>
              <a:avLst/>
              <a:gdLst/>
              <a:ahLst/>
              <a:cxnLst/>
              <a:rect l="l" t="t" r="r" b="b"/>
              <a:pathLst>
                <a:path w="891540" h="607060">
                  <a:moveTo>
                    <a:pt x="0" y="101092"/>
                  </a:moveTo>
                  <a:lnTo>
                    <a:pt x="7937" y="61722"/>
                  </a:lnTo>
                  <a:lnTo>
                    <a:pt x="29591" y="29591"/>
                  </a:lnTo>
                  <a:lnTo>
                    <a:pt x="61722" y="7937"/>
                  </a:lnTo>
                  <a:lnTo>
                    <a:pt x="101092" y="0"/>
                  </a:lnTo>
                  <a:lnTo>
                    <a:pt x="790448" y="0"/>
                  </a:lnTo>
                  <a:lnTo>
                    <a:pt x="829818" y="7937"/>
                  </a:lnTo>
                  <a:lnTo>
                    <a:pt x="861949" y="29591"/>
                  </a:lnTo>
                  <a:lnTo>
                    <a:pt x="883602" y="61722"/>
                  </a:lnTo>
                  <a:lnTo>
                    <a:pt x="891540" y="101092"/>
                  </a:lnTo>
                  <a:lnTo>
                    <a:pt x="891540" y="505460"/>
                  </a:lnTo>
                  <a:lnTo>
                    <a:pt x="883602" y="544830"/>
                  </a:lnTo>
                  <a:lnTo>
                    <a:pt x="861949" y="576961"/>
                  </a:lnTo>
                  <a:lnTo>
                    <a:pt x="829818" y="598614"/>
                  </a:lnTo>
                  <a:lnTo>
                    <a:pt x="790448" y="606551"/>
                  </a:lnTo>
                  <a:lnTo>
                    <a:pt x="101092" y="606551"/>
                  </a:lnTo>
                  <a:lnTo>
                    <a:pt x="61722" y="598614"/>
                  </a:lnTo>
                  <a:lnTo>
                    <a:pt x="29591" y="576960"/>
                  </a:lnTo>
                  <a:lnTo>
                    <a:pt x="7937" y="544829"/>
                  </a:lnTo>
                  <a:lnTo>
                    <a:pt x="0" y="505460"/>
                  </a:lnTo>
                  <a:lnTo>
                    <a:pt x="0" y="10109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052561" y="2766441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SQS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770369" y="2904870"/>
            <a:ext cx="1090295" cy="438150"/>
          </a:xfrm>
          <a:custGeom>
            <a:avLst/>
            <a:gdLst/>
            <a:ahLst/>
            <a:cxnLst/>
            <a:rect l="l" t="t" r="r" b="b"/>
            <a:pathLst>
              <a:path w="1090295" h="438150">
                <a:moveTo>
                  <a:pt x="1053910" y="23608"/>
                </a:moveTo>
                <a:lnTo>
                  <a:pt x="0" y="426212"/>
                </a:lnTo>
                <a:lnTo>
                  <a:pt x="4572" y="438150"/>
                </a:lnTo>
                <a:lnTo>
                  <a:pt x="1058441" y="35437"/>
                </a:lnTo>
                <a:lnTo>
                  <a:pt x="1066308" y="25653"/>
                </a:lnTo>
                <a:lnTo>
                  <a:pt x="1053910" y="23608"/>
                </a:lnTo>
                <a:close/>
              </a:path>
              <a:path w="1090295" h="438150">
                <a:moveTo>
                  <a:pt x="1081444" y="15240"/>
                </a:moveTo>
                <a:lnTo>
                  <a:pt x="1075816" y="15240"/>
                </a:lnTo>
                <a:lnTo>
                  <a:pt x="1080388" y="27051"/>
                </a:lnTo>
                <a:lnTo>
                  <a:pt x="1058441" y="35437"/>
                </a:lnTo>
                <a:lnTo>
                  <a:pt x="1017904" y="85852"/>
                </a:lnTo>
                <a:lnTo>
                  <a:pt x="1015619" y="88646"/>
                </a:lnTo>
                <a:lnTo>
                  <a:pt x="1016126" y="92583"/>
                </a:lnTo>
                <a:lnTo>
                  <a:pt x="1021587" y="97028"/>
                </a:lnTo>
                <a:lnTo>
                  <a:pt x="1025525" y="96520"/>
                </a:lnTo>
                <a:lnTo>
                  <a:pt x="1027810" y="93853"/>
                </a:lnTo>
                <a:lnTo>
                  <a:pt x="1089913" y="16637"/>
                </a:lnTo>
                <a:lnTo>
                  <a:pt x="1081444" y="15240"/>
                </a:lnTo>
                <a:close/>
              </a:path>
              <a:path w="1090295" h="438150">
                <a:moveTo>
                  <a:pt x="1066308" y="25653"/>
                </a:moveTo>
                <a:lnTo>
                  <a:pt x="1058441" y="35437"/>
                </a:lnTo>
                <a:lnTo>
                  <a:pt x="1079391" y="27431"/>
                </a:lnTo>
                <a:lnTo>
                  <a:pt x="1077086" y="27431"/>
                </a:lnTo>
                <a:lnTo>
                  <a:pt x="1066308" y="25653"/>
                </a:lnTo>
                <a:close/>
              </a:path>
              <a:path w="1090295" h="438150">
                <a:moveTo>
                  <a:pt x="1073150" y="17145"/>
                </a:moveTo>
                <a:lnTo>
                  <a:pt x="1066308" y="25653"/>
                </a:lnTo>
                <a:lnTo>
                  <a:pt x="1077086" y="27431"/>
                </a:lnTo>
                <a:lnTo>
                  <a:pt x="1073150" y="17145"/>
                </a:lnTo>
                <a:close/>
              </a:path>
              <a:path w="1090295" h="438150">
                <a:moveTo>
                  <a:pt x="1076554" y="17145"/>
                </a:moveTo>
                <a:lnTo>
                  <a:pt x="1073150" y="17145"/>
                </a:lnTo>
                <a:lnTo>
                  <a:pt x="1077086" y="27431"/>
                </a:lnTo>
                <a:lnTo>
                  <a:pt x="1079391" y="27431"/>
                </a:lnTo>
                <a:lnTo>
                  <a:pt x="1080388" y="27051"/>
                </a:lnTo>
                <a:lnTo>
                  <a:pt x="1076554" y="17145"/>
                </a:lnTo>
                <a:close/>
              </a:path>
              <a:path w="1090295" h="438150">
                <a:moveTo>
                  <a:pt x="1075816" y="15240"/>
                </a:moveTo>
                <a:lnTo>
                  <a:pt x="1053910" y="23608"/>
                </a:lnTo>
                <a:lnTo>
                  <a:pt x="1066308" y="25653"/>
                </a:lnTo>
                <a:lnTo>
                  <a:pt x="1073150" y="17145"/>
                </a:lnTo>
                <a:lnTo>
                  <a:pt x="1076554" y="17145"/>
                </a:lnTo>
                <a:lnTo>
                  <a:pt x="1075816" y="15240"/>
                </a:lnTo>
                <a:close/>
              </a:path>
              <a:path w="1090295" h="438150">
                <a:moveTo>
                  <a:pt x="988695" y="0"/>
                </a:moveTo>
                <a:lnTo>
                  <a:pt x="985393" y="2286"/>
                </a:lnTo>
                <a:lnTo>
                  <a:pt x="984884" y="5715"/>
                </a:lnTo>
                <a:lnTo>
                  <a:pt x="984250" y="9271"/>
                </a:lnTo>
                <a:lnTo>
                  <a:pt x="986662" y="12446"/>
                </a:lnTo>
                <a:lnTo>
                  <a:pt x="990091" y="13081"/>
                </a:lnTo>
                <a:lnTo>
                  <a:pt x="1053910" y="23608"/>
                </a:lnTo>
                <a:lnTo>
                  <a:pt x="1075816" y="15240"/>
                </a:lnTo>
                <a:lnTo>
                  <a:pt x="1081444" y="15240"/>
                </a:lnTo>
                <a:lnTo>
                  <a:pt x="992124" y="508"/>
                </a:lnTo>
                <a:lnTo>
                  <a:pt x="988695" y="0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852409" y="3278504"/>
            <a:ext cx="1041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Sam</a:t>
            </a:r>
            <a:r>
              <a:rPr sz="14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4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Regi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on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16088" y="1137031"/>
            <a:ext cx="10928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r>
              <a:rPr sz="14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r </a:t>
            </a:r>
            <a:r>
              <a:rPr sz="14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Regi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4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191510" y="1713229"/>
            <a:ext cx="1750695" cy="2367915"/>
            <a:chOff x="3191510" y="1713229"/>
            <a:chExt cx="1750695" cy="2367915"/>
          </a:xfrm>
        </p:grpSpPr>
        <p:sp>
          <p:nvSpPr>
            <p:cNvPr id="44" name="object 44"/>
            <p:cNvSpPr/>
            <p:nvPr/>
          </p:nvSpPr>
          <p:spPr>
            <a:xfrm>
              <a:off x="3204210" y="1725929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6"/>
                  </a:lnTo>
                  <a:lnTo>
                    <a:pt x="0" y="735330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5" y="882396"/>
                  </a:lnTo>
                  <a:lnTo>
                    <a:pt x="1578102" y="882396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7" y="735330"/>
                  </a:lnTo>
                  <a:lnTo>
                    <a:pt x="1725167" y="147066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04210" y="1725929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6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7" y="147066"/>
                  </a:lnTo>
                  <a:lnTo>
                    <a:pt x="1725167" y="735330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6"/>
                  </a:lnTo>
                  <a:lnTo>
                    <a:pt x="147065" y="882396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30"/>
                  </a:lnTo>
                  <a:lnTo>
                    <a:pt x="0" y="14706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70326" y="1921001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546608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8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70326" y="1921001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8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04210" y="2843021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1520952" y="0"/>
                  </a:moveTo>
                  <a:lnTo>
                    <a:pt x="204215" y="0"/>
                  </a:ln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5"/>
                  </a:lnTo>
                  <a:lnTo>
                    <a:pt x="0" y="1021079"/>
                  </a:lnTo>
                  <a:lnTo>
                    <a:pt x="5393" y="1067905"/>
                  </a:lnTo>
                  <a:lnTo>
                    <a:pt x="20758" y="1110890"/>
                  </a:lnTo>
                  <a:lnTo>
                    <a:pt x="44866" y="1148808"/>
                  </a:lnTo>
                  <a:lnTo>
                    <a:pt x="76493" y="1180433"/>
                  </a:lnTo>
                  <a:lnTo>
                    <a:pt x="114411" y="1204539"/>
                  </a:lnTo>
                  <a:lnTo>
                    <a:pt x="157394" y="1219902"/>
                  </a:lnTo>
                  <a:lnTo>
                    <a:pt x="204215" y="1225295"/>
                  </a:lnTo>
                  <a:lnTo>
                    <a:pt x="1520952" y="1225295"/>
                  </a:lnTo>
                  <a:lnTo>
                    <a:pt x="1567773" y="1219902"/>
                  </a:lnTo>
                  <a:lnTo>
                    <a:pt x="1610756" y="1204539"/>
                  </a:lnTo>
                  <a:lnTo>
                    <a:pt x="1648674" y="1180433"/>
                  </a:lnTo>
                  <a:lnTo>
                    <a:pt x="1680301" y="1148808"/>
                  </a:lnTo>
                  <a:lnTo>
                    <a:pt x="1704409" y="1110890"/>
                  </a:lnTo>
                  <a:lnTo>
                    <a:pt x="1719774" y="1067905"/>
                  </a:lnTo>
                  <a:lnTo>
                    <a:pt x="1725167" y="1021079"/>
                  </a:lnTo>
                  <a:lnTo>
                    <a:pt x="1725167" y="204215"/>
                  </a:lnTo>
                  <a:lnTo>
                    <a:pt x="1719774" y="157394"/>
                  </a:lnTo>
                  <a:lnTo>
                    <a:pt x="1704409" y="114411"/>
                  </a:lnTo>
                  <a:lnTo>
                    <a:pt x="1680301" y="76493"/>
                  </a:lnTo>
                  <a:lnTo>
                    <a:pt x="1648674" y="44866"/>
                  </a:lnTo>
                  <a:lnTo>
                    <a:pt x="1610756" y="20758"/>
                  </a:lnTo>
                  <a:lnTo>
                    <a:pt x="1567773" y="5393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04210" y="2843021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0" y="204215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5" y="0"/>
                  </a:lnTo>
                  <a:lnTo>
                    <a:pt x="1520952" y="0"/>
                  </a:lnTo>
                  <a:lnTo>
                    <a:pt x="1567773" y="5393"/>
                  </a:lnTo>
                  <a:lnTo>
                    <a:pt x="1610756" y="20758"/>
                  </a:lnTo>
                  <a:lnTo>
                    <a:pt x="1648674" y="44866"/>
                  </a:lnTo>
                  <a:lnTo>
                    <a:pt x="1680301" y="76493"/>
                  </a:lnTo>
                  <a:lnTo>
                    <a:pt x="1704409" y="114411"/>
                  </a:lnTo>
                  <a:lnTo>
                    <a:pt x="1719774" y="157394"/>
                  </a:lnTo>
                  <a:lnTo>
                    <a:pt x="1725167" y="204215"/>
                  </a:lnTo>
                  <a:lnTo>
                    <a:pt x="1725167" y="1021079"/>
                  </a:lnTo>
                  <a:lnTo>
                    <a:pt x="1719774" y="1067905"/>
                  </a:lnTo>
                  <a:lnTo>
                    <a:pt x="1704409" y="1110890"/>
                  </a:lnTo>
                  <a:lnTo>
                    <a:pt x="1680301" y="1148808"/>
                  </a:lnTo>
                  <a:lnTo>
                    <a:pt x="1648674" y="1180433"/>
                  </a:lnTo>
                  <a:lnTo>
                    <a:pt x="1610756" y="1204539"/>
                  </a:lnTo>
                  <a:lnTo>
                    <a:pt x="1567773" y="1219902"/>
                  </a:lnTo>
                  <a:lnTo>
                    <a:pt x="1520952" y="1225295"/>
                  </a:lnTo>
                  <a:lnTo>
                    <a:pt x="204215" y="1225295"/>
                  </a:lnTo>
                  <a:lnTo>
                    <a:pt x="157394" y="1219902"/>
                  </a:lnTo>
                  <a:lnTo>
                    <a:pt x="114411" y="1204539"/>
                  </a:lnTo>
                  <a:lnTo>
                    <a:pt x="76493" y="1180433"/>
                  </a:lnTo>
                  <a:lnTo>
                    <a:pt x="44866" y="1148808"/>
                  </a:lnTo>
                  <a:lnTo>
                    <a:pt x="20758" y="1110890"/>
                  </a:lnTo>
                  <a:lnTo>
                    <a:pt x="5393" y="1067905"/>
                  </a:lnTo>
                  <a:lnTo>
                    <a:pt x="0" y="1021079"/>
                  </a:lnTo>
                  <a:lnTo>
                    <a:pt x="0" y="204215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468751" y="3731158"/>
            <a:ext cx="11925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374390" y="3066542"/>
            <a:ext cx="621665" cy="630555"/>
            <a:chOff x="3374390" y="3066542"/>
            <a:chExt cx="621665" cy="630555"/>
          </a:xfrm>
        </p:grpSpPr>
        <p:sp>
          <p:nvSpPr>
            <p:cNvPr id="52" name="object 52"/>
            <p:cNvSpPr/>
            <p:nvPr/>
          </p:nvSpPr>
          <p:spPr>
            <a:xfrm>
              <a:off x="3387090" y="307924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545084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87090" y="307924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94710" y="3425190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4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4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94710" y="3425190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509009" y="3083179"/>
            <a:ext cx="342900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55244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186682" y="1912873"/>
            <a:ext cx="2599690" cy="1799589"/>
            <a:chOff x="4186682" y="1912873"/>
            <a:chExt cx="2599690" cy="1799589"/>
          </a:xfrm>
        </p:grpSpPr>
        <p:sp>
          <p:nvSpPr>
            <p:cNvPr id="58" name="object 58"/>
            <p:cNvSpPr/>
            <p:nvPr/>
          </p:nvSpPr>
          <p:spPr>
            <a:xfrm>
              <a:off x="4199382" y="1925573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199382" y="1925573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183630" y="2975609"/>
              <a:ext cx="589915" cy="723900"/>
            </a:xfrm>
            <a:custGeom>
              <a:avLst/>
              <a:gdLst/>
              <a:ahLst/>
              <a:cxnLst/>
              <a:rect l="l" t="t" r="r" b="b"/>
              <a:pathLst>
                <a:path w="589915" h="723900">
                  <a:moveTo>
                    <a:pt x="491490" y="0"/>
                  </a:moveTo>
                  <a:lnTo>
                    <a:pt x="98298" y="0"/>
                  </a:lnTo>
                  <a:lnTo>
                    <a:pt x="60061" y="7733"/>
                  </a:lnTo>
                  <a:lnTo>
                    <a:pt x="28813" y="28813"/>
                  </a:lnTo>
                  <a:lnTo>
                    <a:pt x="7733" y="60061"/>
                  </a:lnTo>
                  <a:lnTo>
                    <a:pt x="0" y="98297"/>
                  </a:lnTo>
                  <a:lnTo>
                    <a:pt x="0" y="625601"/>
                  </a:lnTo>
                  <a:lnTo>
                    <a:pt x="7733" y="663838"/>
                  </a:lnTo>
                  <a:lnTo>
                    <a:pt x="28813" y="695086"/>
                  </a:lnTo>
                  <a:lnTo>
                    <a:pt x="60061" y="716166"/>
                  </a:lnTo>
                  <a:lnTo>
                    <a:pt x="98298" y="723899"/>
                  </a:lnTo>
                  <a:lnTo>
                    <a:pt x="491490" y="723899"/>
                  </a:lnTo>
                  <a:lnTo>
                    <a:pt x="529726" y="716166"/>
                  </a:lnTo>
                  <a:lnTo>
                    <a:pt x="560974" y="695086"/>
                  </a:lnTo>
                  <a:lnTo>
                    <a:pt x="582054" y="663838"/>
                  </a:lnTo>
                  <a:lnTo>
                    <a:pt x="589788" y="625601"/>
                  </a:lnTo>
                  <a:lnTo>
                    <a:pt x="589788" y="98297"/>
                  </a:lnTo>
                  <a:lnTo>
                    <a:pt x="582054" y="60061"/>
                  </a:lnTo>
                  <a:lnTo>
                    <a:pt x="560974" y="28813"/>
                  </a:lnTo>
                  <a:lnTo>
                    <a:pt x="529726" y="7733"/>
                  </a:lnTo>
                  <a:lnTo>
                    <a:pt x="491490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183630" y="2975609"/>
              <a:ext cx="589915" cy="723900"/>
            </a:xfrm>
            <a:custGeom>
              <a:avLst/>
              <a:gdLst/>
              <a:ahLst/>
              <a:cxnLst/>
              <a:rect l="l" t="t" r="r" b="b"/>
              <a:pathLst>
                <a:path w="589915" h="723900">
                  <a:moveTo>
                    <a:pt x="0" y="98297"/>
                  </a:moveTo>
                  <a:lnTo>
                    <a:pt x="7733" y="60061"/>
                  </a:lnTo>
                  <a:lnTo>
                    <a:pt x="28813" y="28813"/>
                  </a:lnTo>
                  <a:lnTo>
                    <a:pt x="60061" y="7733"/>
                  </a:lnTo>
                  <a:lnTo>
                    <a:pt x="98298" y="0"/>
                  </a:lnTo>
                  <a:lnTo>
                    <a:pt x="491490" y="0"/>
                  </a:lnTo>
                  <a:lnTo>
                    <a:pt x="529726" y="7733"/>
                  </a:lnTo>
                  <a:lnTo>
                    <a:pt x="560974" y="28813"/>
                  </a:lnTo>
                  <a:lnTo>
                    <a:pt x="582054" y="60061"/>
                  </a:lnTo>
                  <a:lnTo>
                    <a:pt x="589788" y="98297"/>
                  </a:lnTo>
                  <a:lnTo>
                    <a:pt x="589788" y="625601"/>
                  </a:lnTo>
                  <a:lnTo>
                    <a:pt x="582054" y="663838"/>
                  </a:lnTo>
                  <a:lnTo>
                    <a:pt x="560974" y="695086"/>
                  </a:lnTo>
                  <a:lnTo>
                    <a:pt x="529726" y="716166"/>
                  </a:lnTo>
                  <a:lnTo>
                    <a:pt x="491490" y="723899"/>
                  </a:lnTo>
                  <a:lnTo>
                    <a:pt x="98298" y="723899"/>
                  </a:lnTo>
                  <a:lnTo>
                    <a:pt x="60061" y="716166"/>
                  </a:lnTo>
                  <a:lnTo>
                    <a:pt x="28813" y="695086"/>
                  </a:lnTo>
                  <a:lnTo>
                    <a:pt x="7733" y="663838"/>
                  </a:lnTo>
                  <a:lnTo>
                    <a:pt x="0" y="625601"/>
                  </a:lnTo>
                  <a:lnTo>
                    <a:pt x="0" y="98297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292341" y="3137357"/>
            <a:ext cx="37401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End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oint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186682" y="2985770"/>
            <a:ext cx="614045" cy="749300"/>
            <a:chOff x="4186682" y="2985770"/>
            <a:chExt cx="614045" cy="749300"/>
          </a:xfrm>
        </p:grpSpPr>
        <p:sp>
          <p:nvSpPr>
            <p:cNvPr id="64" name="object 64"/>
            <p:cNvSpPr/>
            <p:nvPr/>
          </p:nvSpPr>
          <p:spPr>
            <a:xfrm>
              <a:off x="4199382" y="2998470"/>
              <a:ext cx="588645" cy="723900"/>
            </a:xfrm>
            <a:custGeom>
              <a:avLst/>
              <a:gdLst/>
              <a:ahLst/>
              <a:cxnLst/>
              <a:rect l="l" t="t" r="r" b="b"/>
              <a:pathLst>
                <a:path w="588645" h="723900">
                  <a:moveTo>
                    <a:pt x="490219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625856"/>
                  </a:lnTo>
                  <a:lnTo>
                    <a:pt x="7711" y="663999"/>
                  </a:lnTo>
                  <a:lnTo>
                    <a:pt x="28733" y="695166"/>
                  </a:lnTo>
                  <a:lnTo>
                    <a:pt x="59900" y="716188"/>
                  </a:lnTo>
                  <a:lnTo>
                    <a:pt x="98043" y="723900"/>
                  </a:lnTo>
                  <a:lnTo>
                    <a:pt x="490219" y="723900"/>
                  </a:lnTo>
                  <a:lnTo>
                    <a:pt x="528363" y="716188"/>
                  </a:lnTo>
                  <a:lnTo>
                    <a:pt x="559530" y="695166"/>
                  </a:lnTo>
                  <a:lnTo>
                    <a:pt x="580552" y="663999"/>
                  </a:lnTo>
                  <a:lnTo>
                    <a:pt x="588263" y="625856"/>
                  </a:lnTo>
                  <a:lnTo>
                    <a:pt x="588263" y="98043"/>
                  </a:lnTo>
                  <a:lnTo>
                    <a:pt x="580552" y="59900"/>
                  </a:lnTo>
                  <a:lnTo>
                    <a:pt x="559530" y="28733"/>
                  </a:lnTo>
                  <a:lnTo>
                    <a:pt x="528363" y="7711"/>
                  </a:lnTo>
                  <a:lnTo>
                    <a:pt x="490219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199382" y="2998470"/>
              <a:ext cx="588645" cy="723900"/>
            </a:xfrm>
            <a:custGeom>
              <a:avLst/>
              <a:gdLst/>
              <a:ahLst/>
              <a:cxnLst/>
              <a:rect l="l" t="t" r="r" b="b"/>
              <a:pathLst>
                <a:path w="588645" h="723900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490219" y="0"/>
                  </a:lnTo>
                  <a:lnTo>
                    <a:pt x="528363" y="7711"/>
                  </a:lnTo>
                  <a:lnTo>
                    <a:pt x="559530" y="28733"/>
                  </a:lnTo>
                  <a:lnTo>
                    <a:pt x="580552" y="59900"/>
                  </a:lnTo>
                  <a:lnTo>
                    <a:pt x="588263" y="98043"/>
                  </a:lnTo>
                  <a:lnTo>
                    <a:pt x="588263" y="625856"/>
                  </a:lnTo>
                  <a:lnTo>
                    <a:pt x="580552" y="663999"/>
                  </a:lnTo>
                  <a:lnTo>
                    <a:pt x="559530" y="695166"/>
                  </a:lnTo>
                  <a:lnTo>
                    <a:pt x="528363" y="716188"/>
                  </a:lnTo>
                  <a:lnTo>
                    <a:pt x="490219" y="723900"/>
                  </a:lnTo>
                  <a:lnTo>
                    <a:pt x="98043" y="723900"/>
                  </a:lnTo>
                  <a:lnTo>
                    <a:pt x="59900" y="716188"/>
                  </a:lnTo>
                  <a:lnTo>
                    <a:pt x="28733" y="695166"/>
                  </a:lnTo>
                  <a:lnTo>
                    <a:pt x="7711" y="663999"/>
                  </a:lnTo>
                  <a:lnTo>
                    <a:pt x="0" y="625856"/>
                  </a:lnTo>
                  <a:lnTo>
                    <a:pt x="0" y="98043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306570" y="3160267"/>
            <a:ext cx="374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End </a:t>
            </a:r>
            <a:r>
              <a:rPr sz="1200" spc="-3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oint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971035" y="1709927"/>
            <a:ext cx="4387215" cy="2485390"/>
            <a:chOff x="3971035" y="1709927"/>
            <a:chExt cx="4387215" cy="2485390"/>
          </a:xfrm>
        </p:grpSpPr>
        <p:sp>
          <p:nvSpPr>
            <p:cNvPr id="68" name="object 68"/>
            <p:cNvSpPr/>
            <p:nvPr/>
          </p:nvSpPr>
          <p:spPr>
            <a:xfrm>
              <a:off x="4486402" y="3202304"/>
              <a:ext cx="3872229" cy="755015"/>
            </a:xfrm>
            <a:custGeom>
              <a:avLst/>
              <a:gdLst/>
              <a:ahLst/>
              <a:cxnLst/>
              <a:rect l="l" t="t" r="r" b="b"/>
              <a:pathLst>
                <a:path w="3872229" h="755014">
                  <a:moveTo>
                    <a:pt x="1697355" y="135128"/>
                  </a:moveTo>
                  <a:lnTo>
                    <a:pt x="1640840" y="53721"/>
                  </a:lnTo>
                  <a:lnTo>
                    <a:pt x="1638808" y="50927"/>
                  </a:lnTo>
                  <a:lnTo>
                    <a:pt x="1634871" y="50165"/>
                  </a:lnTo>
                  <a:lnTo>
                    <a:pt x="1631950" y="52197"/>
                  </a:lnTo>
                  <a:lnTo>
                    <a:pt x="1629156" y="54102"/>
                  </a:lnTo>
                  <a:lnTo>
                    <a:pt x="1628394" y="58166"/>
                  </a:lnTo>
                  <a:lnTo>
                    <a:pt x="1630426" y="60960"/>
                  </a:lnTo>
                  <a:lnTo>
                    <a:pt x="1667281" y="114122"/>
                  </a:lnTo>
                  <a:lnTo>
                    <a:pt x="1421765" y="0"/>
                  </a:lnTo>
                  <a:lnTo>
                    <a:pt x="1416431" y="11430"/>
                  </a:lnTo>
                  <a:lnTo>
                    <a:pt x="1662023" y="125641"/>
                  </a:lnTo>
                  <a:lnTo>
                    <a:pt x="1597533" y="131699"/>
                  </a:lnTo>
                  <a:lnTo>
                    <a:pt x="1594104" y="131953"/>
                  </a:lnTo>
                  <a:lnTo>
                    <a:pt x="1591564" y="135128"/>
                  </a:lnTo>
                  <a:lnTo>
                    <a:pt x="1591818" y="138557"/>
                  </a:lnTo>
                  <a:lnTo>
                    <a:pt x="1592199" y="142113"/>
                  </a:lnTo>
                  <a:lnTo>
                    <a:pt x="1595247" y="144653"/>
                  </a:lnTo>
                  <a:lnTo>
                    <a:pt x="1598676" y="144272"/>
                  </a:lnTo>
                  <a:lnTo>
                    <a:pt x="1693240" y="135509"/>
                  </a:lnTo>
                  <a:lnTo>
                    <a:pt x="1697355" y="135128"/>
                  </a:lnTo>
                  <a:close/>
                </a:path>
                <a:path w="3872229" h="755014">
                  <a:moveTo>
                    <a:pt x="3871849" y="111125"/>
                  </a:moveTo>
                  <a:lnTo>
                    <a:pt x="3827488" y="35052"/>
                  </a:lnTo>
                  <a:lnTo>
                    <a:pt x="3820160" y="22479"/>
                  </a:lnTo>
                  <a:lnTo>
                    <a:pt x="3768471" y="111125"/>
                  </a:lnTo>
                  <a:lnTo>
                    <a:pt x="3769487" y="114935"/>
                  </a:lnTo>
                  <a:lnTo>
                    <a:pt x="3775583" y="118491"/>
                  </a:lnTo>
                  <a:lnTo>
                    <a:pt x="3779393" y="117475"/>
                  </a:lnTo>
                  <a:lnTo>
                    <a:pt x="3813810" y="58483"/>
                  </a:lnTo>
                  <a:lnTo>
                    <a:pt x="3813810" y="741705"/>
                  </a:lnTo>
                  <a:lnTo>
                    <a:pt x="12700" y="741705"/>
                  </a:lnTo>
                  <a:lnTo>
                    <a:pt x="12700" y="519430"/>
                  </a:lnTo>
                  <a:lnTo>
                    <a:pt x="0" y="519430"/>
                  </a:lnTo>
                  <a:lnTo>
                    <a:pt x="0" y="751573"/>
                  </a:lnTo>
                  <a:lnTo>
                    <a:pt x="2794" y="754405"/>
                  </a:lnTo>
                  <a:lnTo>
                    <a:pt x="3823716" y="754405"/>
                  </a:lnTo>
                  <a:lnTo>
                    <a:pt x="3826510" y="751573"/>
                  </a:lnTo>
                  <a:lnTo>
                    <a:pt x="3826510" y="748055"/>
                  </a:lnTo>
                  <a:lnTo>
                    <a:pt x="3826510" y="741705"/>
                  </a:lnTo>
                  <a:lnTo>
                    <a:pt x="3826510" y="58483"/>
                  </a:lnTo>
                  <a:lnTo>
                    <a:pt x="3860927" y="117475"/>
                  </a:lnTo>
                  <a:lnTo>
                    <a:pt x="3864737" y="118491"/>
                  </a:lnTo>
                  <a:lnTo>
                    <a:pt x="3870833" y="114935"/>
                  </a:lnTo>
                  <a:lnTo>
                    <a:pt x="3871849" y="111125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1035" y="3202813"/>
              <a:ext cx="226822" cy="156972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441063" y="2165603"/>
              <a:ext cx="2089150" cy="831850"/>
            </a:xfrm>
            <a:custGeom>
              <a:avLst/>
              <a:gdLst/>
              <a:ahLst/>
              <a:cxnLst/>
              <a:rect l="l" t="t" r="r" b="b"/>
              <a:pathLst>
                <a:path w="2089150" h="831850">
                  <a:moveTo>
                    <a:pt x="103378" y="743077"/>
                  </a:moveTo>
                  <a:lnTo>
                    <a:pt x="102362" y="739140"/>
                  </a:lnTo>
                  <a:lnTo>
                    <a:pt x="96266" y="735584"/>
                  </a:lnTo>
                  <a:lnTo>
                    <a:pt x="92456" y="736600"/>
                  </a:lnTo>
                  <a:lnTo>
                    <a:pt x="58039" y="795604"/>
                  </a:lnTo>
                  <a:lnTo>
                    <a:pt x="58039" y="18288"/>
                  </a:lnTo>
                  <a:lnTo>
                    <a:pt x="45339" y="18288"/>
                  </a:lnTo>
                  <a:lnTo>
                    <a:pt x="45339" y="795604"/>
                  </a:lnTo>
                  <a:lnTo>
                    <a:pt x="10922" y="736600"/>
                  </a:lnTo>
                  <a:lnTo>
                    <a:pt x="7112" y="735584"/>
                  </a:lnTo>
                  <a:lnTo>
                    <a:pt x="1016" y="739140"/>
                  </a:lnTo>
                  <a:lnTo>
                    <a:pt x="0" y="743077"/>
                  </a:lnTo>
                  <a:lnTo>
                    <a:pt x="1778" y="745998"/>
                  </a:lnTo>
                  <a:lnTo>
                    <a:pt x="51689" y="831596"/>
                  </a:lnTo>
                  <a:lnTo>
                    <a:pt x="59016" y="819023"/>
                  </a:lnTo>
                  <a:lnTo>
                    <a:pt x="101600" y="745998"/>
                  </a:lnTo>
                  <a:lnTo>
                    <a:pt x="103378" y="743077"/>
                  </a:lnTo>
                  <a:close/>
                </a:path>
                <a:path w="2089150" h="831850">
                  <a:moveTo>
                    <a:pt x="2089150" y="720852"/>
                  </a:moveTo>
                  <a:lnTo>
                    <a:pt x="2088134" y="716915"/>
                  </a:lnTo>
                  <a:lnTo>
                    <a:pt x="2085086" y="715137"/>
                  </a:lnTo>
                  <a:lnTo>
                    <a:pt x="2082038" y="713486"/>
                  </a:lnTo>
                  <a:lnTo>
                    <a:pt x="2078228" y="714502"/>
                  </a:lnTo>
                  <a:lnTo>
                    <a:pt x="2076450" y="717423"/>
                  </a:lnTo>
                  <a:lnTo>
                    <a:pt x="2043811" y="773379"/>
                  </a:lnTo>
                  <a:lnTo>
                    <a:pt x="2043811" y="0"/>
                  </a:lnTo>
                  <a:lnTo>
                    <a:pt x="2031111" y="0"/>
                  </a:lnTo>
                  <a:lnTo>
                    <a:pt x="2031111" y="773379"/>
                  </a:lnTo>
                  <a:lnTo>
                    <a:pt x="1998472" y="717423"/>
                  </a:lnTo>
                  <a:lnTo>
                    <a:pt x="1996694" y="714502"/>
                  </a:lnTo>
                  <a:lnTo>
                    <a:pt x="1992884" y="713486"/>
                  </a:lnTo>
                  <a:lnTo>
                    <a:pt x="1989836" y="715137"/>
                  </a:lnTo>
                  <a:lnTo>
                    <a:pt x="1986788" y="716915"/>
                  </a:lnTo>
                  <a:lnTo>
                    <a:pt x="1985772" y="720852"/>
                  </a:lnTo>
                  <a:lnTo>
                    <a:pt x="2037461" y="809498"/>
                  </a:lnTo>
                  <a:lnTo>
                    <a:pt x="2044788" y="796925"/>
                  </a:lnTo>
                  <a:lnTo>
                    <a:pt x="2089150" y="720852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053583" y="1709927"/>
              <a:ext cx="0" cy="2485390"/>
            </a:xfrm>
            <a:custGeom>
              <a:avLst/>
              <a:gdLst/>
              <a:ahLst/>
              <a:cxnLst/>
              <a:rect l="l" t="t" r="r" b="b"/>
              <a:pathLst>
                <a:path h="2485390">
                  <a:moveTo>
                    <a:pt x="0" y="0"/>
                  </a:moveTo>
                  <a:lnTo>
                    <a:pt x="0" y="2484780"/>
                  </a:lnTo>
                </a:path>
              </a:pathLst>
            </a:custGeom>
            <a:ln w="9525">
              <a:solidFill>
                <a:srgbClr val="999A97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200050" y="1625345"/>
            <a:ext cx="260921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400" spc="-21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nee</a:t>
            </a:r>
            <a:r>
              <a:rPr sz="14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14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dirty="0">
                <a:solidFill>
                  <a:srgbClr val="464646"/>
                </a:solidFill>
                <a:latin typeface="Microsoft Sans Serif"/>
                <a:cs typeface="Microsoft Sans Serif"/>
              </a:rPr>
              <a:t>dat</a:t>
            </a:r>
            <a:r>
              <a:rPr sz="1400" spc="-27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4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4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4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400" spc="-135" dirty="0">
                <a:solidFill>
                  <a:srgbClr val="464646"/>
                </a:solidFill>
                <a:latin typeface="Microsoft Sans Serif"/>
                <a:cs typeface="Microsoft Sans Serif"/>
              </a:rPr>
              <a:t>b</a:t>
            </a:r>
            <a:r>
              <a:rPr sz="1400" spc="10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400" spc="-27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4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us</a:t>
            </a:r>
            <a:r>
              <a:rPr sz="1400" spc="-180" dirty="0">
                <a:solidFill>
                  <a:srgbClr val="464646"/>
                </a:solidFill>
                <a:latin typeface="Microsoft Sans Serif"/>
                <a:cs typeface="Microsoft Sans Serif"/>
              </a:rPr>
              <a:t>e  </a:t>
            </a:r>
            <a:r>
              <a:rPr sz="14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end</a:t>
            </a:r>
            <a:r>
              <a:rPr sz="14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4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4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250" dirty="0">
                <a:solidFill>
                  <a:srgbClr val="464646"/>
                </a:solidFill>
                <a:latin typeface="Microsoft Sans Serif"/>
                <a:cs typeface="Microsoft Sans Serif"/>
              </a:rPr>
              <a:t>–</a:t>
            </a:r>
            <a:r>
              <a:rPr sz="14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64646"/>
                </a:solidFill>
                <a:latin typeface="Microsoft Sans Serif"/>
                <a:cs typeface="Microsoft Sans Serif"/>
              </a:rPr>
              <a:t>Pri</a:t>
            </a:r>
            <a:r>
              <a:rPr sz="14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v</a:t>
            </a:r>
            <a:r>
              <a:rPr sz="14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at</a:t>
            </a:r>
            <a:r>
              <a:rPr sz="1400" spc="-27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IP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00050" y="2288540"/>
            <a:ext cx="26822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Consolas"/>
                <a:cs typeface="Consolas"/>
              </a:rPr>
              <a:t>Queue</a:t>
            </a:r>
            <a:r>
              <a:rPr sz="1400" spc="-4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464646"/>
                </a:solidFill>
                <a:latin typeface="Consolas"/>
                <a:cs typeface="Consolas"/>
              </a:rPr>
              <a:t>Name: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464646"/>
                </a:solidFill>
                <a:latin typeface="Consolas"/>
                <a:cs typeface="Consolas"/>
              </a:rPr>
              <a:t>sqs.us-east-1.amazonaws.com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00050" y="3119374"/>
            <a:ext cx="261493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40" dirty="0">
                <a:solidFill>
                  <a:srgbClr val="464646"/>
                </a:solidFill>
                <a:latin typeface="Microsoft Sans Serif"/>
                <a:cs typeface="Microsoft Sans Serif"/>
              </a:rPr>
              <a:t>With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Private </a:t>
            </a:r>
            <a:r>
              <a:rPr sz="14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DNS 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HostName </a:t>
            </a:r>
            <a:r>
              <a:rPr sz="14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18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175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10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9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4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, </a:t>
            </a: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Ser</a:t>
            </a:r>
            <a:r>
              <a:rPr sz="14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v</a:t>
            </a:r>
            <a:r>
              <a:rPr sz="1400" spc="10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400" spc="-195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1400" spc="-21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4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DN</a:t>
            </a:r>
            <a:r>
              <a:rPr sz="14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4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na</a:t>
            </a:r>
            <a:r>
              <a:rPr sz="14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m</a:t>
            </a:r>
            <a:r>
              <a:rPr sz="1400" spc="-27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4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10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4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s  </a:t>
            </a:r>
            <a:r>
              <a:rPr sz="14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4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ma</a:t>
            </a:r>
            <a:r>
              <a:rPr sz="140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10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400" spc="-105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14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400" spc="9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400" spc="10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400" spc="195" dirty="0">
                <a:solidFill>
                  <a:srgbClr val="464646"/>
                </a:solidFill>
                <a:latin typeface="Microsoft Sans Serif"/>
                <a:cs typeface="Microsoft Sans Serif"/>
              </a:rPr>
              <a:t>y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ma</a:t>
            </a: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-16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-145" dirty="0">
                <a:solidFill>
                  <a:srgbClr val="464646"/>
                </a:solidFill>
                <a:latin typeface="Microsoft Sans Serif"/>
                <a:cs typeface="Microsoft Sans Serif"/>
              </a:rPr>
              <a:t>ed</a:t>
            </a:r>
            <a:r>
              <a:rPr sz="14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End</a:t>
            </a:r>
            <a:r>
              <a:rPr sz="14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4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4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nt  </a:t>
            </a:r>
            <a:r>
              <a:rPr sz="14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400" spc="-13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4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add</a:t>
            </a:r>
            <a:r>
              <a:rPr sz="14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400" spc="-155" dirty="0">
                <a:solidFill>
                  <a:srgbClr val="464646"/>
                </a:solidFill>
                <a:latin typeface="Microsoft Sans Serif"/>
                <a:cs typeface="Microsoft Sans Serif"/>
              </a:rPr>
              <a:t>ess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480942" y="1930146"/>
            <a:ext cx="1207770" cy="9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815340" algn="l"/>
              </a:tabLst>
            </a:pPr>
            <a:r>
              <a:rPr sz="2100" spc="-60" baseline="1984" dirty="0">
                <a:solidFill>
                  <a:srgbClr val="464646"/>
                </a:solidFill>
                <a:latin typeface="Arial MT"/>
                <a:cs typeface="Arial MT"/>
              </a:rPr>
              <a:t>NAT	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marR="29209" algn="ctr">
              <a:lnSpc>
                <a:spcPct val="100000"/>
              </a:lnSpc>
              <a:spcBef>
                <a:spcPts val="113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  <a:p>
            <a:pPr marR="50800" algn="ctr">
              <a:lnSpc>
                <a:spcPct val="100000"/>
              </a:lnSpc>
              <a:spcBef>
                <a:spcPts val="57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AZ1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478907" y="2219239"/>
            <a:ext cx="1123950" cy="596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AZ2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2931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Availability</a:t>
            </a:r>
            <a:r>
              <a:rPr sz="2800" spc="-40" dirty="0"/>
              <a:t> </a:t>
            </a:r>
            <a:r>
              <a:rPr sz="2800" spc="-5" dirty="0"/>
              <a:t>Zone</a:t>
            </a:r>
            <a:r>
              <a:rPr sz="2800" spc="-25" dirty="0"/>
              <a:t> </a:t>
            </a:r>
            <a:r>
              <a:rPr sz="2800" spc="-5" dirty="0"/>
              <a:t>ID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090166" y="1306830"/>
            <a:ext cx="1605280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60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us-east-2c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2097" y="1306830"/>
            <a:ext cx="1605280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60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us-east-2b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4029" y="1306830"/>
            <a:ext cx="1605280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60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us-east-2a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0166" y="2298954"/>
            <a:ext cx="1605280" cy="547370"/>
          </a:xfrm>
          <a:prstGeom prst="rect">
            <a:avLst/>
          </a:prstGeom>
          <a:solidFill>
            <a:srgbClr val="A6A6A6"/>
          </a:solidFill>
          <a:ln w="25400">
            <a:solidFill>
              <a:srgbClr val="0C67AD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use2-az1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2097" y="2298954"/>
            <a:ext cx="1605280" cy="547370"/>
          </a:xfrm>
          <a:prstGeom prst="rect">
            <a:avLst/>
          </a:prstGeom>
          <a:solidFill>
            <a:srgbClr val="A6A6A6"/>
          </a:solidFill>
          <a:ln w="25400">
            <a:solidFill>
              <a:srgbClr val="0C67AD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use2-az2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4029" y="2298954"/>
            <a:ext cx="1605280" cy="547370"/>
          </a:xfrm>
          <a:prstGeom prst="rect">
            <a:avLst/>
          </a:prstGeom>
          <a:solidFill>
            <a:srgbClr val="A6A6A6"/>
          </a:solidFill>
          <a:ln w="25400">
            <a:solidFill>
              <a:srgbClr val="0C67AD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use2-az3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270" y="1374140"/>
            <a:ext cx="990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1800" spc="-140" dirty="0">
                <a:solidFill>
                  <a:srgbClr val="464646"/>
                </a:solidFill>
                <a:latin typeface="Microsoft Sans Serif"/>
                <a:cs typeface="Microsoft Sans Serif"/>
              </a:rPr>
              <a:t>co</a:t>
            </a:r>
            <a:r>
              <a:rPr sz="18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0166" y="3390138"/>
            <a:ext cx="1605280" cy="54737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us-east-2b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2097" y="3390138"/>
            <a:ext cx="1605280" cy="54737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us-east-2a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74029" y="3390138"/>
            <a:ext cx="1605280" cy="54737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us-east-2c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368" y="3443985"/>
            <a:ext cx="1008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1800" spc="-140" dirty="0">
                <a:solidFill>
                  <a:srgbClr val="464646"/>
                </a:solidFill>
                <a:latin typeface="Microsoft Sans Serif"/>
                <a:cs typeface="Microsoft Sans Serif"/>
              </a:rPr>
              <a:t>co</a:t>
            </a:r>
            <a:r>
              <a:rPr sz="18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40863" y="2845307"/>
            <a:ext cx="103505" cy="545465"/>
          </a:xfrm>
          <a:custGeom>
            <a:avLst/>
            <a:gdLst/>
            <a:ahLst/>
            <a:cxnLst/>
            <a:rect l="l" t="t" r="r" b="b"/>
            <a:pathLst>
              <a:path w="103505" h="545464">
                <a:moveTo>
                  <a:pt x="51688" y="25109"/>
                </a:moveTo>
                <a:lnTo>
                  <a:pt x="45338" y="35995"/>
                </a:lnTo>
                <a:lnTo>
                  <a:pt x="45338" y="545465"/>
                </a:lnTo>
                <a:lnTo>
                  <a:pt x="58038" y="545465"/>
                </a:lnTo>
                <a:lnTo>
                  <a:pt x="58038" y="35995"/>
                </a:lnTo>
                <a:lnTo>
                  <a:pt x="51688" y="25109"/>
                </a:lnTo>
                <a:close/>
              </a:path>
              <a:path w="103505" h="545464">
                <a:moveTo>
                  <a:pt x="51688" y="0"/>
                </a:moveTo>
                <a:lnTo>
                  <a:pt x="0" y="88646"/>
                </a:lnTo>
                <a:lnTo>
                  <a:pt x="1016" y="92456"/>
                </a:lnTo>
                <a:lnTo>
                  <a:pt x="7112" y="96012"/>
                </a:lnTo>
                <a:lnTo>
                  <a:pt x="10922" y="94996"/>
                </a:lnTo>
                <a:lnTo>
                  <a:pt x="45338" y="35995"/>
                </a:lnTo>
                <a:lnTo>
                  <a:pt x="45338" y="12573"/>
                </a:lnTo>
                <a:lnTo>
                  <a:pt x="59020" y="12573"/>
                </a:lnTo>
                <a:lnTo>
                  <a:pt x="51688" y="0"/>
                </a:lnTo>
                <a:close/>
              </a:path>
              <a:path w="103505" h="545464">
                <a:moveTo>
                  <a:pt x="59020" y="12573"/>
                </a:moveTo>
                <a:lnTo>
                  <a:pt x="58038" y="12573"/>
                </a:lnTo>
                <a:lnTo>
                  <a:pt x="58039" y="35995"/>
                </a:lnTo>
                <a:lnTo>
                  <a:pt x="92456" y="94996"/>
                </a:lnTo>
                <a:lnTo>
                  <a:pt x="96266" y="96012"/>
                </a:lnTo>
                <a:lnTo>
                  <a:pt x="102362" y="92456"/>
                </a:lnTo>
                <a:lnTo>
                  <a:pt x="103378" y="88646"/>
                </a:lnTo>
                <a:lnTo>
                  <a:pt x="59020" y="12573"/>
                </a:lnTo>
                <a:close/>
              </a:path>
              <a:path w="103505" h="545464">
                <a:moveTo>
                  <a:pt x="58038" y="12573"/>
                </a:moveTo>
                <a:lnTo>
                  <a:pt x="45338" y="12573"/>
                </a:lnTo>
                <a:lnTo>
                  <a:pt x="45338" y="35995"/>
                </a:lnTo>
                <a:lnTo>
                  <a:pt x="51688" y="25109"/>
                </a:lnTo>
                <a:lnTo>
                  <a:pt x="46228" y="15748"/>
                </a:lnTo>
                <a:lnTo>
                  <a:pt x="58038" y="15748"/>
                </a:lnTo>
                <a:lnTo>
                  <a:pt x="58038" y="12573"/>
                </a:lnTo>
                <a:close/>
              </a:path>
              <a:path w="103505" h="545464">
                <a:moveTo>
                  <a:pt x="58038" y="15748"/>
                </a:moveTo>
                <a:lnTo>
                  <a:pt x="57150" y="15748"/>
                </a:lnTo>
                <a:lnTo>
                  <a:pt x="51688" y="25109"/>
                </a:lnTo>
                <a:lnTo>
                  <a:pt x="58039" y="35995"/>
                </a:lnTo>
                <a:lnTo>
                  <a:pt x="58038" y="15748"/>
                </a:lnTo>
                <a:close/>
              </a:path>
              <a:path w="103505" h="545464">
                <a:moveTo>
                  <a:pt x="57150" y="15748"/>
                </a:moveTo>
                <a:lnTo>
                  <a:pt x="46228" y="15748"/>
                </a:lnTo>
                <a:lnTo>
                  <a:pt x="51688" y="25109"/>
                </a:lnTo>
                <a:lnTo>
                  <a:pt x="57150" y="15748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23203" y="2845307"/>
            <a:ext cx="103505" cy="545465"/>
          </a:xfrm>
          <a:custGeom>
            <a:avLst/>
            <a:gdLst/>
            <a:ahLst/>
            <a:cxnLst/>
            <a:rect l="l" t="t" r="r" b="b"/>
            <a:pathLst>
              <a:path w="103504" h="545464">
                <a:moveTo>
                  <a:pt x="51688" y="25109"/>
                </a:moveTo>
                <a:lnTo>
                  <a:pt x="45338" y="35995"/>
                </a:lnTo>
                <a:lnTo>
                  <a:pt x="45338" y="545465"/>
                </a:lnTo>
                <a:lnTo>
                  <a:pt x="58038" y="545465"/>
                </a:lnTo>
                <a:lnTo>
                  <a:pt x="58038" y="35995"/>
                </a:lnTo>
                <a:lnTo>
                  <a:pt x="51688" y="25109"/>
                </a:lnTo>
                <a:close/>
              </a:path>
              <a:path w="103504" h="545464">
                <a:moveTo>
                  <a:pt x="51688" y="0"/>
                </a:moveTo>
                <a:lnTo>
                  <a:pt x="0" y="88646"/>
                </a:lnTo>
                <a:lnTo>
                  <a:pt x="1016" y="92456"/>
                </a:lnTo>
                <a:lnTo>
                  <a:pt x="7112" y="96012"/>
                </a:lnTo>
                <a:lnTo>
                  <a:pt x="10922" y="94996"/>
                </a:lnTo>
                <a:lnTo>
                  <a:pt x="45338" y="35995"/>
                </a:lnTo>
                <a:lnTo>
                  <a:pt x="45338" y="12573"/>
                </a:lnTo>
                <a:lnTo>
                  <a:pt x="59020" y="12573"/>
                </a:lnTo>
                <a:lnTo>
                  <a:pt x="51688" y="0"/>
                </a:lnTo>
                <a:close/>
              </a:path>
              <a:path w="103504" h="545464">
                <a:moveTo>
                  <a:pt x="59020" y="12573"/>
                </a:moveTo>
                <a:lnTo>
                  <a:pt x="58038" y="12573"/>
                </a:lnTo>
                <a:lnTo>
                  <a:pt x="58038" y="35995"/>
                </a:lnTo>
                <a:lnTo>
                  <a:pt x="92456" y="94996"/>
                </a:lnTo>
                <a:lnTo>
                  <a:pt x="96266" y="96012"/>
                </a:lnTo>
                <a:lnTo>
                  <a:pt x="102362" y="92456"/>
                </a:lnTo>
                <a:lnTo>
                  <a:pt x="103377" y="88646"/>
                </a:lnTo>
                <a:lnTo>
                  <a:pt x="59020" y="12573"/>
                </a:lnTo>
                <a:close/>
              </a:path>
              <a:path w="103504" h="545464">
                <a:moveTo>
                  <a:pt x="58038" y="12573"/>
                </a:moveTo>
                <a:lnTo>
                  <a:pt x="45338" y="12573"/>
                </a:lnTo>
                <a:lnTo>
                  <a:pt x="45338" y="35995"/>
                </a:lnTo>
                <a:lnTo>
                  <a:pt x="51688" y="25109"/>
                </a:lnTo>
                <a:lnTo>
                  <a:pt x="46227" y="15748"/>
                </a:lnTo>
                <a:lnTo>
                  <a:pt x="58038" y="15748"/>
                </a:lnTo>
                <a:lnTo>
                  <a:pt x="58038" y="12573"/>
                </a:lnTo>
                <a:close/>
              </a:path>
              <a:path w="103504" h="545464">
                <a:moveTo>
                  <a:pt x="58038" y="15748"/>
                </a:moveTo>
                <a:lnTo>
                  <a:pt x="57150" y="15748"/>
                </a:lnTo>
                <a:lnTo>
                  <a:pt x="51688" y="25109"/>
                </a:lnTo>
                <a:lnTo>
                  <a:pt x="58038" y="35995"/>
                </a:lnTo>
                <a:lnTo>
                  <a:pt x="58038" y="15748"/>
                </a:lnTo>
                <a:close/>
              </a:path>
              <a:path w="103504" h="545464">
                <a:moveTo>
                  <a:pt x="57150" y="15748"/>
                </a:moveTo>
                <a:lnTo>
                  <a:pt x="46227" y="15748"/>
                </a:lnTo>
                <a:lnTo>
                  <a:pt x="51688" y="25109"/>
                </a:lnTo>
                <a:lnTo>
                  <a:pt x="57150" y="15748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92555" y="2291588"/>
            <a:ext cx="859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  <a:spcBef>
                <a:spcPts val="100"/>
              </a:spcBef>
            </a:pP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1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hys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cal  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Loca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ion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40863" y="1851660"/>
            <a:ext cx="103505" cy="447040"/>
          </a:xfrm>
          <a:custGeom>
            <a:avLst/>
            <a:gdLst/>
            <a:ahLst/>
            <a:cxnLst/>
            <a:rect l="l" t="t" r="r" b="b"/>
            <a:pathLst>
              <a:path w="103505" h="447039">
                <a:moveTo>
                  <a:pt x="7112" y="350773"/>
                </a:moveTo>
                <a:lnTo>
                  <a:pt x="1016" y="354329"/>
                </a:lnTo>
                <a:lnTo>
                  <a:pt x="0" y="358266"/>
                </a:lnTo>
                <a:lnTo>
                  <a:pt x="51688" y="446913"/>
                </a:lnTo>
                <a:lnTo>
                  <a:pt x="59020" y="434339"/>
                </a:lnTo>
                <a:lnTo>
                  <a:pt x="45338" y="434339"/>
                </a:lnTo>
                <a:lnTo>
                  <a:pt x="45338" y="410790"/>
                </a:lnTo>
                <a:lnTo>
                  <a:pt x="10922" y="351789"/>
                </a:lnTo>
                <a:lnTo>
                  <a:pt x="7112" y="350773"/>
                </a:lnTo>
                <a:close/>
              </a:path>
              <a:path w="103505" h="447039">
                <a:moveTo>
                  <a:pt x="45339" y="410790"/>
                </a:moveTo>
                <a:lnTo>
                  <a:pt x="45338" y="434339"/>
                </a:lnTo>
                <a:lnTo>
                  <a:pt x="58038" y="434339"/>
                </a:lnTo>
                <a:lnTo>
                  <a:pt x="58038" y="431038"/>
                </a:lnTo>
                <a:lnTo>
                  <a:pt x="46228" y="431038"/>
                </a:lnTo>
                <a:lnTo>
                  <a:pt x="51688" y="421676"/>
                </a:lnTo>
                <a:lnTo>
                  <a:pt x="45339" y="410790"/>
                </a:lnTo>
                <a:close/>
              </a:path>
              <a:path w="103505" h="447039">
                <a:moveTo>
                  <a:pt x="96266" y="350773"/>
                </a:moveTo>
                <a:lnTo>
                  <a:pt x="92456" y="351789"/>
                </a:lnTo>
                <a:lnTo>
                  <a:pt x="58038" y="410790"/>
                </a:lnTo>
                <a:lnTo>
                  <a:pt x="58038" y="434339"/>
                </a:lnTo>
                <a:lnTo>
                  <a:pt x="59020" y="434339"/>
                </a:lnTo>
                <a:lnTo>
                  <a:pt x="103378" y="358266"/>
                </a:lnTo>
                <a:lnTo>
                  <a:pt x="102362" y="354329"/>
                </a:lnTo>
                <a:lnTo>
                  <a:pt x="96266" y="350773"/>
                </a:lnTo>
                <a:close/>
              </a:path>
              <a:path w="103505" h="447039">
                <a:moveTo>
                  <a:pt x="51688" y="421676"/>
                </a:moveTo>
                <a:lnTo>
                  <a:pt x="46228" y="431038"/>
                </a:lnTo>
                <a:lnTo>
                  <a:pt x="57150" y="431038"/>
                </a:lnTo>
                <a:lnTo>
                  <a:pt x="51688" y="421676"/>
                </a:lnTo>
                <a:close/>
              </a:path>
              <a:path w="103505" h="447039">
                <a:moveTo>
                  <a:pt x="58038" y="410790"/>
                </a:moveTo>
                <a:lnTo>
                  <a:pt x="51688" y="421676"/>
                </a:lnTo>
                <a:lnTo>
                  <a:pt x="57150" y="431038"/>
                </a:lnTo>
                <a:lnTo>
                  <a:pt x="58038" y="431038"/>
                </a:lnTo>
                <a:lnTo>
                  <a:pt x="58038" y="410790"/>
                </a:lnTo>
                <a:close/>
              </a:path>
              <a:path w="103505" h="447039">
                <a:moveTo>
                  <a:pt x="58038" y="0"/>
                </a:moveTo>
                <a:lnTo>
                  <a:pt x="45338" y="0"/>
                </a:lnTo>
                <a:lnTo>
                  <a:pt x="45339" y="410790"/>
                </a:lnTo>
                <a:lnTo>
                  <a:pt x="51688" y="421676"/>
                </a:lnTo>
                <a:lnTo>
                  <a:pt x="58038" y="410790"/>
                </a:lnTo>
                <a:lnTo>
                  <a:pt x="58038" y="0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81271" y="1851660"/>
            <a:ext cx="103505" cy="447040"/>
          </a:xfrm>
          <a:custGeom>
            <a:avLst/>
            <a:gdLst/>
            <a:ahLst/>
            <a:cxnLst/>
            <a:rect l="l" t="t" r="r" b="b"/>
            <a:pathLst>
              <a:path w="103504" h="447039">
                <a:moveTo>
                  <a:pt x="7112" y="350773"/>
                </a:moveTo>
                <a:lnTo>
                  <a:pt x="1015" y="354329"/>
                </a:lnTo>
                <a:lnTo>
                  <a:pt x="0" y="358266"/>
                </a:lnTo>
                <a:lnTo>
                  <a:pt x="51688" y="446913"/>
                </a:lnTo>
                <a:lnTo>
                  <a:pt x="59020" y="434339"/>
                </a:lnTo>
                <a:lnTo>
                  <a:pt x="45338" y="434339"/>
                </a:lnTo>
                <a:lnTo>
                  <a:pt x="45338" y="410790"/>
                </a:lnTo>
                <a:lnTo>
                  <a:pt x="10921" y="351789"/>
                </a:lnTo>
                <a:lnTo>
                  <a:pt x="7112" y="350773"/>
                </a:lnTo>
                <a:close/>
              </a:path>
              <a:path w="103504" h="447039">
                <a:moveTo>
                  <a:pt x="45338" y="410790"/>
                </a:moveTo>
                <a:lnTo>
                  <a:pt x="45338" y="434339"/>
                </a:lnTo>
                <a:lnTo>
                  <a:pt x="58038" y="434339"/>
                </a:lnTo>
                <a:lnTo>
                  <a:pt x="58038" y="431038"/>
                </a:lnTo>
                <a:lnTo>
                  <a:pt x="46227" y="431038"/>
                </a:lnTo>
                <a:lnTo>
                  <a:pt x="51688" y="421676"/>
                </a:lnTo>
                <a:lnTo>
                  <a:pt x="45338" y="410790"/>
                </a:lnTo>
                <a:close/>
              </a:path>
              <a:path w="103504" h="447039">
                <a:moveTo>
                  <a:pt x="96265" y="350773"/>
                </a:moveTo>
                <a:lnTo>
                  <a:pt x="92455" y="351789"/>
                </a:lnTo>
                <a:lnTo>
                  <a:pt x="58038" y="410790"/>
                </a:lnTo>
                <a:lnTo>
                  <a:pt x="58038" y="434339"/>
                </a:lnTo>
                <a:lnTo>
                  <a:pt x="59020" y="434339"/>
                </a:lnTo>
                <a:lnTo>
                  <a:pt x="103377" y="358266"/>
                </a:lnTo>
                <a:lnTo>
                  <a:pt x="102362" y="354329"/>
                </a:lnTo>
                <a:lnTo>
                  <a:pt x="96265" y="350773"/>
                </a:lnTo>
                <a:close/>
              </a:path>
              <a:path w="103504" h="447039">
                <a:moveTo>
                  <a:pt x="51688" y="421676"/>
                </a:moveTo>
                <a:lnTo>
                  <a:pt x="46227" y="431038"/>
                </a:lnTo>
                <a:lnTo>
                  <a:pt x="57150" y="431038"/>
                </a:lnTo>
                <a:lnTo>
                  <a:pt x="51688" y="421676"/>
                </a:lnTo>
                <a:close/>
              </a:path>
              <a:path w="103504" h="447039">
                <a:moveTo>
                  <a:pt x="58038" y="410790"/>
                </a:moveTo>
                <a:lnTo>
                  <a:pt x="51688" y="421676"/>
                </a:lnTo>
                <a:lnTo>
                  <a:pt x="57150" y="431038"/>
                </a:lnTo>
                <a:lnTo>
                  <a:pt x="58038" y="431038"/>
                </a:lnTo>
                <a:lnTo>
                  <a:pt x="58038" y="410790"/>
                </a:lnTo>
                <a:close/>
              </a:path>
              <a:path w="103504" h="447039">
                <a:moveTo>
                  <a:pt x="58038" y="0"/>
                </a:moveTo>
                <a:lnTo>
                  <a:pt x="45338" y="0"/>
                </a:lnTo>
                <a:lnTo>
                  <a:pt x="45338" y="410790"/>
                </a:lnTo>
                <a:lnTo>
                  <a:pt x="51688" y="421676"/>
                </a:lnTo>
                <a:lnTo>
                  <a:pt x="58038" y="410790"/>
                </a:lnTo>
                <a:lnTo>
                  <a:pt x="58038" y="0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23203" y="1851660"/>
            <a:ext cx="103505" cy="447040"/>
          </a:xfrm>
          <a:custGeom>
            <a:avLst/>
            <a:gdLst/>
            <a:ahLst/>
            <a:cxnLst/>
            <a:rect l="l" t="t" r="r" b="b"/>
            <a:pathLst>
              <a:path w="103504" h="447039">
                <a:moveTo>
                  <a:pt x="7112" y="350773"/>
                </a:moveTo>
                <a:lnTo>
                  <a:pt x="1016" y="354329"/>
                </a:lnTo>
                <a:lnTo>
                  <a:pt x="0" y="358266"/>
                </a:lnTo>
                <a:lnTo>
                  <a:pt x="51688" y="446913"/>
                </a:lnTo>
                <a:lnTo>
                  <a:pt x="59020" y="434339"/>
                </a:lnTo>
                <a:lnTo>
                  <a:pt x="45338" y="434339"/>
                </a:lnTo>
                <a:lnTo>
                  <a:pt x="45338" y="410790"/>
                </a:lnTo>
                <a:lnTo>
                  <a:pt x="10922" y="351789"/>
                </a:lnTo>
                <a:lnTo>
                  <a:pt x="7112" y="350773"/>
                </a:lnTo>
                <a:close/>
              </a:path>
              <a:path w="103504" h="447039">
                <a:moveTo>
                  <a:pt x="45338" y="410790"/>
                </a:moveTo>
                <a:lnTo>
                  <a:pt x="45338" y="434339"/>
                </a:lnTo>
                <a:lnTo>
                  <a:pt x="58038" y="434339"/>
                </a:lnTo>
                <a:lnTo>
                  <a:pt x="58038" y="431038"/>
                </a:lnTo>
                <a:lnTo>
                  <a:pt x="46227" y="431038"/>
                </a:lnTo>
                <a:lnTo>
                  <a:pt x="51688" y="421676"/>
                </a:lnTo>
                <a:lnTo>
                  <a:pt x="45338" y="410790"/>
                </a:lnTo>
                <a:close/>
              </a:path>
              <a:path w="103504" h="447039">
                <a:moveTo>
                  <a:pt x="96266" y="350773"/>
                </a:moveTo>
                <a:lnTo>
                  <a:pt x="92456" y="351789"/>
                </a:lnTo>
                <a:lnTo>
                  <a:pt x="58038" y="410790"/>
                </a:lnTo>
                <a:lnTo>
                  <a:pt x="58038" y="434339"/>
                </a:lnTo>
                <a:lnTo>
                  <a:pt x="59020" y="434339"/>
                </a:lnTo>
                <a:lnTo>
                  <a:pt x="103377" y="358266"/>
                </a:lnTo>
                <a:lnTo>
                  <a:pt x="102362" y="354329"/>
                </a:lnTo>
                <a:lnTo>
                  <a:pt x="96266" y="350773"/>
                </a:lnTo>
                <a:close/>
              </a:path>
              <a:path w="103504" h="447039">
                <a:moveTo>
                  <a:pt x="51688" y="421676"/>
                </a:moveTo>
                <a:lnTo>
                  <a:pt x="46227" y="431038"/>
                </a:lnTo>
                <a:lnTo>
                  <a:pt x="57150" y="431038"/>
                </a:lnTo>
                <a:lnTo>
                  <a:pt x="51688" y="421676"/>
                </a:lnTo>
                <a:close/>
              </a:path>
              <a:path w="103504" h="447039">
                <a:moveTo>
                  <a:pt x="58038" y="410790"/>
                </a:moveTo>
                <a:lnTo>
                  <a:pt x="51688" y="421676"/>
                </a:lnTo>
                <a:lnTo>
                  <a:pt x="57150" y="431038"/>
                </a:lnTo>
                <a:lnTo>
                  <a:pt x="58038" y="431038"/>
                </a:lnTo>
                <a:lnTo>
                  <a:pt x="58038" y="410790"/>
                </a:lnTo>
                <a:close/>
              </a:path>
              <a:path w="103504" h="447039">
                <a:moveTo>
                  <a:pt x="58038" y="0"/>
                </a:moveTo>
                <a:lnTo>
                  <a:pt x="45338" y="0"/>
                </a:lnTo>
                <a:lnTo>
                  <a:pt x="45338" y="410790"/>
                </a:lnTo>
                <a:lnTo>
                  <a:pt x="51688" y="421676"/>
                </a:lnTo>
                <a:lnTo>
                  <a:pt x="58038" y="410790"/>
                </a:lnTo>
                <a:lnTo>
                  <a:pt x="58038" y="0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81271" y="2845307"/>
            <a:ext cx="103505" cy="545465"/>
          </a:xfrm>
          <a:custGeom>
            <a:avLst/>
            <a:gdLst/>
            <a:ahLst/>
            <a:cxnLst/>
            <a:rect l="l" t="t" r="r" b="b"/>
            <a:pathLst>
              <a:path w="103504" h="545464">
                <a:moveTo>
                  <a:pt x="51688" y="25109"/>
                </a:moveTo>
                <a:lnTo>
                  <a:pt x="45338" y="35995"/>
                </a:lnTo>
                <a:lnTo>
                  <a:pt x="45338" y="545465"/>
                </a:lnTo>
                <a:lnTo>
                  <a:pt x="58038" y="545465"/>
                </a:lnTo>
                <a:lnTo>
                  <a:pt x="58038" y="35995"/>
                </a:lnTo>
                <a:lnTo>
                  <a:pt x="51688" y="25109"/>
                </a:lnTo>
                <a:close/>
              </a:path>
              <a:path w="103504" h="545464">
                <a:moveTo>
                  <a:pt x="51688" y="0"/>
                </a:moveTo>
                <a:lnTo>
                  <a:pt x="0" y="88646"/>
                </a:lnTo>
                <a:lnTo>
                  <a:pt x="1015" y="92456"/>
                </a:lnTo>
                <a:lnTo>
                  <a:pt x="7112" y="96012"/>
                </a:lnTo>
                <a:lnTo>
                  <a:pt x="10921" y="94996"/>
                </a:lnTo>
                <a:lnTo>
                  <a:pt x="45338" y="35995"/>
                </a:lnTo>
                <a:lnTo>
                  <a:pt x="45338" y="12573"/>
                </a:lnTo>
                <a:lnTo>
                  <a:pt x="59020" y="12573"/>
                </a:lnTo>
                <a:lnTo>
                  <a:pt x="51688" y="0"/>
                </a:lnTo>
                <a:close/>
              </a:path>
              <a:path w="103504" h="545464">
                <a:moveTo>
                  <a:pt x="59020" y="12573"/>
                </a:moveTo>
                <a:lnTo>
                  <a:pt x="58038" y="12573"/>
                </a:lnTo>
                <a:lnTo>
                  <a:pt x="58038" y="35995"/>
                </a:lnTo>
                <a:lnTo>
                  <a:pt x="92455" y="94996"/>
                </a:lnTo>
                <a:lnTo>
                  <a:pt x="96265" y="96012"/>
                </a:lnTo>
                <a:lnTo>
                  <a:pt x="102362" y="92456"/>
                </a:lnTo>
                <a:lnTo>
                  <a:pt x="103377" y="88646"/>
                </a:lnTo>
                <a:lnTo>
                  <a:pt x="59020" y="12573"/>
                </a:lnTo>
                <a:close/>
              </a:path>
              <a:path w="103504" h="545464">
                <a:moveTo>
                  <a:pt x="58038" y="12573"/>
                </a:moveTo>
                <a:lnTo>
                  <a:pt x="45338" y="12573"/>
                </a:lnTo>
                <a:lnTo>
                  <a:pt x="45338" y="35995"/>
                </a:lnTo>
                <a:lnTo>
                  <a:pt x="51688" y="25109"/>
                </a:lnTo>
                <a:lnTo>
                  <a:pt x="46227" y="15748"/>
                </a:lnTo>
                <a:lnTo>
                  <a:pt x="58038" y="15748"/>
                </a:lnTo>
                <a:lnTo>
                  <a:pt x="58038" y="12573"/>
                </a:lnTo>
                <a:close/>
              </a:path>
              <a:path w="103504" h="545464">
                <a:moveTo>
                  <a:pt x="58038" y="15748"/>
                </a:moveTo>
                <a:lnTo>
                  <a:pt x="57150" y="15748"/>
                </a:lnTo>
                <a:lnTo>
                  <a:pt x="51688" y="25109"/>
                </a:lnTo>
                <a:lnTo>
                  <a:pt x="58038" y="35995"/>
                </a:lnTo>
                <a:lnTo>
                  <a:pt x="58038" y="15748"/>
                </a:lnTo>
                <a:close/>
              </a:path>
              <a:path w="103504" h="545464">
                <a:moveTo>
                  <a:pt x="57150" y="15748"/>
                </a:moveTo>
                <a:lnTo>
                  <a:pt x="46227" y="15748"/>
                </a:lnTo>
                <a:lnTo>
                  <a:pt x="51688" y="25109"/>
                </a:lnTo>
                <a:lnTo>
                  <a:pt x="57150" y="15748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525639" y="1248283"/>
            <a:ext cx="12026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Availability</a:t>
            </a:r>
            <a:endParaRPr sz="1800">
              <a:latin typeface="Microsoft Sans Serif"/>
              <a:cs typeface="Microsoft Sans Serif"/>
            </a:endParaRPr>
          </a:p>
          <a:p>
            <a:pPr marL="2540" algn="ctr">
              <a:lnSpc>
                <a:spcPct val="100000"/>
              </a:lnSpc>
            </a:pP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Zone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25639" y="3332733"/>
            <a:ext cx="1202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marR="5080" indent="-330835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Availability </a:t>
            </a:r>
            <a:r>
              <a:rPr sz="1800" spc="-46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Zone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15606" y="2290013"/>
            <a:ext cx="120396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Availability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490" dirty="0">
                <a:solidFill>
                  <a:srgbClr val="464646"/>
                </a:solidFill>
                <a:latin typeface="Arial"/>
                <a:cs typeface="Arial"/>
              </a:rPr>
              <a:t>Z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8029" y="4212437"/>
            <a:ext cx="7438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1495" marR="5080" indent="-178943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Interface 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endpoint 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and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service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could 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end-up </a:t>
            </a:r>
            <a:r>
              <a:rPr sz="1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in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different </a:t>
            </a:r>
            <a:r>
              <a:rPr sz="1800" spc="95" dirty="0">
                <a:solidFill>
                  <a:srgbClr val="464646"/>
                </a:solidFill>
                <a:latin typeface="Microsoft Sans Serif"/>
                <a:cs typeface="Microsoft Sans Serif"/>
              </a:rPr>
              <a:t>AZs.</a:t>
            </a:r>
            <a:r>
              <a:rPr sz="1800" spc="1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To</a:t>
            </a:r>
            <a:r>
              <a:rPr sz="1800" spc="-14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prevent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this </a:t>
            </a:r>
            <a:r>
              <a:rPr sz="1800" spc="-46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464646"/>
                </a:solidFill>
                <a:latin typeface="Microsoft Sans Serif"/>
                <a:cs typeface="Microsoft Sans Serif"/>
              </a:rPr>
              <a:t>scen</a:t>
            </a:r>
            <a:r>
              <a:rPr sz="1800" spc="-14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114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,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464646"/>
                </a:solidFill>
                <a:latin typeface="Microsoft Sans Serif"/>
                <a:cs typeface="Microsoft Sans Serif"/>
              </a:rPr>
              <a:t>che</a:t>
            </a:r>
            <a:r>
              <a:rPr sz="1800" spc="-175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1800" spc="185" dirty="0">
                <a:solidFill>
                  <a:srgbClr val="464646"/>
                </a:solidFill>
                <a:latin typeface="Microsoft Sans Serif"/>
                <a:cs typeface="Microsoft Sans Serif"/>
              </a:rPr>
              <a:t>k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th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Avai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abi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120" dirty="0">
                <a:solidFill>
                  <a:srgbClr val="464646"/>
                </a:solidFill>
                <a:latin typeface="Microsoft Sans Serif"/>
                <a:cs typeface="Microsoft Sans Serif"/>
              </a:rPr>
              <a:t>it</a:t>
            </a:r>
            <a:r>
              <a:rPr sz="1800" spc="250" dirty="0">
                <a:solidFill>
                  <a:srgbClr val="464646"/>
                </a:solidFill>
                <a:latin typeface="Microsoft Sans Serif"/>
                <a:cs typeface="Microsoft Sans Serif"/>
              </a:rPr>
              <a:t>y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14" dirty="0">
                <a:solidFill>
                  <a:srgbClr val="464646"/>
                </a:solidFill>
                <a:latin typeface="Microsoft Sans Serif"/>
                <a:cs typeface="Microsoft Sans Serif"/>
              </a:rPr>
              <a:t>Zo</a:t>
            </a:r>
            <a:r>
              <a:rPr sz="1800" spc="9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36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ID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865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Interface</a:t>
            </a:r>
            <a:r>
              <a:rPr sz="2800" spc="-10" dirty="0"/>
              <a:t> </a:t>
            </a:r>
            <a:r>
              <a:rPr sz="2800" spc="-5" dirty="0"/>
              <a:t>Endpoint</a:t>
            </a:r>
            <a:r>
              <a:rPr sz="2800" spc="10" dirty="0"/>
              <a:t> </a:t>
            </a:r>
            <a:r>
              <a:rPr sz="2800" spc="-5" dirty="0"/>
              <a:t>Summary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010411"/>
            <a:ext cx="8206740" cy="748665"/>
            <a:chOff x="339852" y="1010411"/>
            <a:chExt cx="8206740" cy="748665"/>
          </a:xfrm>
        </p:grpSpPr>
        <p:sp>
          <p:nvSpPr>
            <p:cNvPr id="4" name="object 4"/>
            <p:cNvSpPr/>
            <p:nvPr/>
          </p:nvSpPr>
          <p:spPr>
            <a:xfrm>
              <a:off x="339852" y="1010411"/>
              <a:ext cx="8206740" cy="748665"/>
            </a:xfrm>
            <a:custGeom>
              <a:avLst/>
              <a:gdLst/>
              <a:ahLst/>
              <a:cxnLst/>
              <a:rect l="l" t="t" r="r" b="b"/>
              <a:pathLst>
                <a:path w="8206740" h="748664">
                  <a:moveTo>
                    <a:pt x="8131937" y="0"/>
                  </a:moveTo>
                  <a:lnTo>
                    <a:pt x="74828" y="0"/>
                  </a:lnTo>
                  <a:lnTo>
                    <a:pt x="45702" y="5883"/>
                  </a:lnTo>
                  <a:lnTo>
                    <a:pt x="21917" y="21923"/>
                  </a:lnTo>
                  <a:lnTo>
                    <a:pt x="5880" y="45702"/>
                  </a:lnTo>
                  <a:lnTo>
                    <a:pt x="0" y="74802"/>
                  </a:lnTo>
                  <a:lnTo>
                    <a:pt x="0" y="673480"/>
                  </a:lnTo>
                  <a:lnTo>
                    <a:pt x="5880" y="702581"/>
                  </a:lnTo>
                  <a:lnTo>
                    <a:pt x="21917" y="726360"/>
                  </a:lnTo>
                  <a:lnTo>
                    <a:pt x="45702" y="742400"/>
                  </a:lnTo>
                  <a:lnTo>
                    <a:pt x="74828" y="748284"/>
                  </a:lnTo>
                  <a:lnTo>
                    <a:pt x="8131937" y="748284"/>
                  </a:lnTo>
                  <a:lnTo>
                    <a:pt x="8161037" y="742400"/>
                  </a:lnTo>
                  <a:lnTo>
                    <a:pt x="8184816" y="726360"/>
                  </a:lnTo>
                  <a:lnTo>
                    <a:pt x="8200856" y="702581"/>
                  </a:lnTo>
                  <a:lnTo>
                    <a:pt x="8206740" y="673480"/>
                  </a:lnTo>
                  <a:lnTo>
                    <a:pt x="8206740" y="74802"/>
                  </a:lnTo>
                  <a:lnTo>
                    <a:pt x="8200856" y="45702"/>
                  </a:lnTo>
                  <a:lnTo>
                    <a:pt x="8184816" y="21923"/>
                  </a:lnTo>
                  <a:lnTo>
                    <a:pt x="8161037" y="5883"/>
                  </a:lnTo>
                  <a:lnTo>
                    <a:pt x="8131937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2482" y="1224825"/>
              <a:ext cx="321945" cy="321310"/>
            </a:xfrm>
            <a:custGeom>
              <a:avLst/>
              <a:gdLst/>
              <a:ahLst/>
              <a:cxnLst/>
              <a:rect l="l" t="t" r="r" b="b"/>
              <a:pathLst>
                <a:path w="321944" h="321309">
                  <a:moveTo>
                    <a:pt x="172199" y="84429"/>
                  </a:moveTo>
                  <a:lnTo>
                    <a:pt x="170675" y="84353"/>
                  </a:lnTo>
                  <a:lnTo>
                    <a:pt x="165747" y="88417"/>
                  </a:lnTo>
                  <a:lnTo>
                    <a:pt x="155448" y="95961"/>
                  </a:lnTo>
                  <a:lnTo>
                    <a:pt x="143268" y="103644"/>
                  </a:lnTo>
                  <a:lnTo>
                    <a:pt x="135978" y="107048"/>
                  </a:lnTo>
                  <a:lnTo>
                    <a:pt x="128384" y="109588"/>
                  </a:lnTo>
                  <a:lnTo>
                    <a:pt x="128384" y="117627"/>
                  </a:lnTo>
                  <a:lnTo>
                    <a:pt x="137655" y="113868"/>
                  </a:lnTo>
                  <a:lnTo>
                    <a:pt x="146583" y="109245"/>
                  </a:lnTo>
                  <a:lnTo>
                    <a:pt x="155041" y="104000"/>
                  </a:lnTo>
                  <a:lnTo>
                    <a:pt x="162458" y="98056"/>
                  </a:lnTo>
                  <a:lnTo>
                    <a:pt x="162458" y="226644"/>
                  </a:lnTo>
                  <a:lnTo>
                    <a:pt x="172199" y="226644"/>
                  </a:lnTo>
                  <a:lnTo>
                    <a:pt x="172199" y="84429"/>
                  </a:lnTo>
                  <a:close/>
                </a:path>
                <a:path w="321944" h="321309">
                  <a:moveTo>
                    <a:pt x="321894" y="160439"/>
                  </a:moveTo>
                  <a:lnTo>
                    <a:pt x="313702" y="109728"/>
                  </a:lnTo>
                  <a:lnTo>
                    <a:pt x="313423" y="109194"/>
                  </a:lnTo>
                  <a:lnTo>
                    <a:pt x="313423" y="160439"/>
                  </a:lnTo>
                  <a:lnTo>
                    <a:pt x="305650" y="208483"/>
                  </a:lnTo>
                  <a:lnTo>
                    <a:pt x="283997" y="250202"/>
                  </a:lnTo>
                  <a:lnTo>
                    <a:pt x="250990" y="283108"/>
                  </a:lnTo>
                  <a:lnTo>
                    <a:pt x="209143" y="304685"/>
                  </a:lnTo>
                  <a:lnTo>
                    <a:pt x="160947" y="312432"/>
                  </a:lnTo>
                  <a:lnTo>
                    <a:pt x="112750" y="304685"/>
                  </a:lnTo>
                  <a:lnTo>
                    <a:pt x="70891" y="283108"/>
                  </a:lnTo>
                  <a:lnTo>
                    <a:pt x="37884" y="250202"/>
                  </a:lnTo>
                  <a:lnTo>
                    <a:pt x="16243" y="208483"/>
                  </a:lnTo>
                  <a:lnTo>
                    <a:pt x="8470" y="160439"/>
                  </a:lnTo>
                  <a:lnTo>
                    <a:pt x="16294" y="112407"/>
                  </a:lnTo>
                  <a:lnTo>
                    <a:pt x="37947" y="70726"/>
                  </a:lnTo>
                  <a:lnTo>
                    <a:pt x="70942" y="37833"/>
                  </a:lnTo>
                  <a:lnTo>
                    <a:pt x="112776" y="16243"/>
                  </a:lnTo>
                  <a:lnTo>
                    <a:pt x="160947" y="8458"/>
                  </a:lnTo>
                  <a:lnTo>
                    <a:pt x="209143" y="16205"/>
                  </a:lnTo>
                  <a:lnTo>
                    <a:pt x="250990" y="37782"/>
                  </a:lnTo>
                  <a:lnTo>
                    <a:pt x="283997" y="70675"/>
                  </a:lnTo>
                  <a:lnTo>
                    <a:pt x="305650" y="112433"/>
                  </a:lnTo>
                  <a:lnTo>
                    <a:pt x="313423" y="160439"/>
                  </a:lnTo>
                  <a:lnTo>
                    <a:pt x="313423" y="109194"/>
                  </a:lnTo>
                  <a:lnTo>
                    <a:pt x="290868" y="65684"/>
                  </a:lnTo>
                  <a:lnTo>
                    <a:pt x="256082" y="30988"/>
                  </a:lnTo>
                  <a:lnTo>
                    <a:pt x="212420" y="8458"/>
                  </a:lnTo>
                  <a:lnTo>
                    <a:pt x="211937" y="8204"/>
                  </a:lnTo>
                  <a:lnTo>
                    <a:pt x="161086" y="0"/>
                  </a:lnTo>
                  <a:lnTo>
                    <a:pt x="160947" y="0"/>
                  </a:lnTo>
                  <a:lnTo>
                    <a:pt x="110045" y="8204"/>
                  </a:lnTo>
                  <a:lnTo>
                    <a:pt x="65862" y="30988"/>
                  </a:lnTo>
                  <a:lnTo>
                    <a:pt x="31038" y="65722"/>
                  </a:lnTo>
                  <a:lnTo>
                    <a:pt x="8204" y="109753"/>
                  </a:lnTo>
                  <a:lnTo>
                    <a:pt x="0" y="160439"/>
                  </a:lnTo>
                  <a:lnTo>
                    <a:pt x="8204" y="211150"/>
                  </a:lnTo>
                  <a:lnTo>
                    <a:pt x="31051" y="255193"/>
                  </a:lnTo>
                  <a:lnTo>
                    <a:pt x="65887" y="289928"/>
                  </a:lnTo>
                  <a:lnTo>
                    <a:pt x="110070" y="312699"/>
                  </a:lnTo>
                  <a:lnTo>
                    <a:pt x="160947" y="320878"/>
                  </a:lnTo>
                  <a:lnTo>
                    <a:pt x="211823" y="312699"/>
                  </a:lnTo>
                  <a:lnTo>
                    <a:pt x="212344" y="312432"/>
                  </a:lnTo>
                  <a:lnTo>
                    <a:pt x="255993" y="289928"/>
                  </a:lnTo>
                  <a:lnTo>
                    <a:pt x="290842" y="255193"/>
                  </a:lnTo>
                  <a:lnTo>
                    <a:pt x="313690" y="211150"/>
                  </a:lnTo>
                  <a:lnTo>
                    <a:pt x="321894" y="160439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1944623"/>
            <a:ext cx="8206740" cy="748665"/>
            <a:chOff x="339852" y="1944623"/>
            <a:chExt cx="8206740" cy="748665"/>
          </a:xfrm>
        </p:grpSpPr>
        <p:sp>
          <p:nvSpPr>
            <p:cNvPr id="7" name="object 7"/>
            <p:cNvSpPr/>
            <p:nvPr/>
          </p:nvSpPr>
          <p:spPr>
            <a:xfrm>
              <a:off x="339852" y="1944623"/>
              <a:ext cx="8206740" cy="748665"/>
            </a:xfrm>
            <a:custGeom>
              <a:avLst/>
              <a:gdLst/>
              <a:ahLst/>
              <a:cxnLst/>
              <a:rect l="l" t="t" r="r" b="b"/>
              <a:pathLst>
                <a:path w="8206740" h="748664">
                  <a:moveTo>
                    <a:pt x="8131937" y="0"/>
                  </a:moveTo>
                  <a:lnTo>
                    <a:pt x="74828" y="0"/>
                  </a:lnTo>
                  <a:lnTo>
                    <a:pt x="45702" y="5883"/>
                  </a:lnTo>
                  <a:lnTo>
                    <a:pt x="21917" y="21923"/>
                  </a:lnTo>
                  <a:lnTo>
                    <a:pt x="5880" y="45702"/>
                  </a:lnTo>
                  <a:lnTo>
                    <a:pt x="0" y="74802"/>
                  </a:lnTo>
                  <a:lnTo>
                    <a:pt x="0" y="673481"/>
                  </a:lnTo>
                  <a:lnTo>
                    <a:pt x="5880" y="702581"/>
                  </a:lnTo>
                  <a:lnTo>
                    <a:pt x="21917" y="726360"/>
                  </a:lnTo>
                  <a:lnTo>
                    <a:pt x="45702" y="742400"/>
                  </a:lnTo>
                  <a:lnTo>
                    <a:pt x="74828" y="748283"/>
                  </a:lnTo>
                  <a:lnTo>
                    <a:pt x="8131937" y="748283"/>
                  </a:lnTo>
                  <a:lnTo>
                    <a:pt x="8161037" y="742400"/>
                  </a:lnTo>
                  <a:lnTo>
                    <a:pt x="8184816" y="726360"/>
                  </a:lnTo>
                  <a:lnTo>
                    <a:pt x="8200856" y="702581"/>
                  </a:lnTo>
                  <a:lnTo>
                    <a:pt x="8206740" y="673481"/>
                  </a:lnTo>
                  <a:lnTo>
                    <a:pt x="8206740" y="74802"/>
                  </a:lnTo>
                  <a:lnTo>
                    <a:pt x="8200856" y="45702"/>
                  </a:lnTo>
                  <a:lnTo>
                    <a:pt x="8184816" y="21923"/>
                  </a:lnTo>
                  <a:lnTo>
                    <a:pt x="8161037" y="5883"/>
                  </a:lnTo>
                  <a:lnTo>
                    <a:pt x="8131937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2484" y="2159200"/>
              <a:ext cx="321945" cy="322580"/>
            </a:xfrm>
            <a:custGeom>
              <a:avLst/>
              <a:gdLst/>
              <a:ahLst/>
              <a:cxnLst/>
              <a:rect l="l" t="t" r="r" b="b"/>
              <a:pathLst>
                <a:path w="321944" h="322580">
                  <a:moveTo>
                    <a:pt x="161101" y="0"/>
                  </a:moveTo>
                  <a:lnTo>
                    <a:pt x="160949" y="0"/>
                  </a:lnTo>
                  <a:lnTo>
                    <a:pt x="118127" y="5767"/>
                  </a:lnTo>
                  <a:lnTo>
                    <a:pt x="79684" y="22011"/>
                  </a:lnTo>
                  <a:lnTo>
                    <a:pt x="47119" y="47195"/>
                  </a:lnTo>
                  <a:lnTo>
                    <a:pt x="21964" y="79784"/>
                  </a:lnTo>
                  <a:lnTo>
                    <a:pt x="5747" y="118244"/>
                  </a:lnTo>
                  <a:lnTo>
                    <a:pt x="0" y="161037"/>
                  </a:lnTo>
                  <a:lnTo>
                    <a:pt x="5749" y="203847"/>
                  </a:lnTo>
                  <a:lnTo>
                    <a:pt x="21974" y="242316"/>
                  </a:lnTo>
                  <a:lnTo>
                    <a:pt x="47141" y="274908"/>
                  </a:lnTo>
                  <a:lnTo>
                    <a:pt x="79715" y="300089"/>
                  </a:lnTo>
                  <a:lnTo>
                    <a:pt x="118163" y="316323"/>
                  </a:lnTo>
                  <a:lnTo>
                    <a:pt x="160949" y="322075"/>
                  </a:lnTo>
                  <a:lnTo>
                    <a:pt x="203735" y="316323"/>
                  </a:lnTo>
                  <a:lnTo>
                    <a:pt x="210195" y="313595"/>
                  </a:lnTo>
                  <a:lnTo>
                    <a:pt x="160949" y="313595"/>
                  </a:lnTo>
                  <a:lnTo>
                    <a:pt x="112755" y="305818"/>
                  </a:lnTo>
                  <a:lnTo>
                    <a:pt x="70900" y="284160"/>
                  </a:lnTo>
                  <a:lnTo>
                    <a:pt x="37894" y="251136"/>
                  </a:lnTo>
                  <a:lnTo>
                    <a:pt x="16248" y="209258"/>
                  </a:lnTo>
                  <a:lnTo>
                    <a:pt x="8475" y="161037"/>
                  </a:lnTo>
                  <a:lnTo>
                    <a:pt x="16303" y="112817"/>
                  </a:lnTo>
                  <a:lnTo>
                    <a:pt x="37949" y="70986"/>
                  </a:lnTo>
                  <a:lnTo>
                    <a:pt x="70946" y="37971"/>
                  </a:lnTo>
                  <a:lnTo>
                    <a:pt x="112781" y="16302"/>
                  </a:lnTo>
                  <a:lnTo>
                    <a:pt x="160949" y="8480"/>
                  </a:lnTo>
                  <a:lnTo>
                    <a:pt x="210281" y="8480"/>
                  </a:lnTo>
                  <a:lnTo>
                    <a:pt x="203865" y="5767"/>
                  </a:lnTo>
                  <a:lnTo>
                    <a:pt x="161101" y="0"/>
                  </a:lnTo>
                  <a:close/>
                </a:path>
                <a:path w="321944" h="322580">
                  <a:moveTo>
                    <a:pt x="210281" y="8480"/>
                  </a:moveTo>
                  <a:lnTo>
                    <a:pt x="160949" y="8480"/>
                  </a:lnTo>
                  <a:lnTo>
                    <a:pt x="209142" y="16257"/>
                  </a:lnTo>
                  <a:lnTo>
                    <a:pt x="250998" y="37914"/>
                  </a:lnTo>
                  <a:lnTo>
                    <a:pt x="284004" y="70939"/>
                  </a:lnTo>
                  <a:lnTo>
                    <a:pt x="305653" y="112842"/>
                  </a:lnTo>
                  <a:lnTo>
                    <a:pt x="313423" y="161037"/>
                  </a:lnTo>
                  <a:lnTo>
                    <a:pt x="305649" y="209258"/>
                  </a:lnTo>
                  <a:lnTo>
                    <a:pt x="284004" y="251136"/>
                  </a:lnTo>
                  <a:lnTo>
                    <a:pt x="250998" y="284160"/>
                  </a:lnTo>
                  <a:lnTo>
                    <a:pt x="209142" y="305818"/>
                  </a:lnTo>
                  <a:lnTo>
                    <a:pt x="160949" y="313595"/>
                  </a:lnTo>
                  <a:lnTo>
                    <a:pt x="210195" y="313595"/>
                  </a:lnTo>
                  <a:lnTo>
                    <a:pt x="274757" y="274908"/>
                  </a:lnTo>
                  <a:lnTo>
                    <a:pt x="299924" y="242316"/>
                  </a:lnTo>
                  <a:lnTo>
                    <a:pt x="316149" y="203847"/>
                  </a:lnTo>
                  <a:lnTo>
                    <a:pt x="321898" y="161037"/>
                  </a:lnTo>
                  <a:lnTo>
                    <a:pt x="316163" y="118228"/>
                  </a:lnTo>
                  <a:lnTo>
                    <a:pt x="299951" y="79759"/>
                  </a:lnTo>
                  <a:lnTo>
                    <a:pt x="274795" y="47167"/>
                  </a:lnTo>
                  <a:lnTo>
                    <a:pt x="242286" y="22011"/>
                  </a:lnTo>
                  <a:lnTo>
                    <a:pt x="210281" y="848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447" y="2244671"/>
              <a:ext cx="81461" cy="14204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39852" y="2880360"/>
            <a:ext cx="8206740" cy="746760"/>
            <a:chOff x="339852" y="2880360"/>
            <a:chExt cx="8206740" cy="746760"/>
          </a:xfrm>
        </p:grpSpPr>
        <p:sp>
          <p:nvSpPr>
            <p:cNvPr id="11" name="object 11"/>
            <p:cNvSpPr/>
            <p:nvPr/>
          </p:nvSpPr>
          <p:spPr>
            <a:xfrm>
              <a:off x="339852" y="2880360"/>
              <a:ext cx="8206740" cy="746760"/>
            </a:xfrm>
            <a:custGeom>
              <a:avLst/>
              <a:gdLst/>
              <a:ahLst/>
              <a:cxnLst/>
              <a:rect l="l" t="t" r="r" b="b"/>
              <a:pathLst>
                <a:path w="8206740" h="746760">
                  <a:moveTo>
                    <a:pt x="8132064" y="0"/>
                  </a:moveTo>
                  <a:lnTo>
                    <a:pt x="74675" y="0"/>
                  </a:lnTo>
                  <a:lnTo>
                    <a:pt x="45605" y="5863"/>
                  </a:lnTo>
                  <a:lnTo>
                    <a:pt x="21869" y="21859"/>
                  </a:lnTo>
                  <a:lnTo>
                    <a:pt x="5867" y="45594"/>
                  </a:lnTo>
                  <a:lnTo>
                    <a:pt x="0" y="74675"/>
                  </a:lnTo>
                  <a:lnTo>
                    <a:pt x="0" y="672083"/>
                  </a:lnTo>
                  <a:lnTo>
                    <a:pt x="5867" y="701165"/>
                  </a:lnTo>
                  <a:lnTo>
                    <a:pt x="21869" y="724900"/>
                  </a:lnTo>
                  <a:lnTo>
                    <a:pt x="45605" y="740896"/>
                  </a:lnTo>
                  <a:lnTo>
                    <a:pt x="74675" y="746759"/>
                  </a:lnTo>
                  <a:lnTo>
                    <a:pt x="8132064" y="746759"/>
                  </a:lnTo>
                  <a:lnTo>
                    <a:pt x="8161145" y="740896"/>
                  </a:lnTo>
                  <a:lnTo>
                    <a:pt x="8184880" y="724900"/>
                  </a:lnTo>
                  <a:lnTo>
                    <a:pt x="8200876" y="701165"/>
                  </a:lnTo>
                  <a:lnTo>
                    <a:pt x="8206740" y="672083"/>
                  </a:lnTo>
                  <a:lnTo>
                    <a:pt x="8206740" y="74675"/>
                  </a:lnTo>
                  <a:lnTo>
                    <a:pt x="8200876" y="45594"/>
                  </a:lnTo>
                  <a:lnTo>
                    <a:pt x="8184880" y="21859"/>
                  </a:lnTo>
                  <a:lnTo>
                    <a:pt x="8161145" y="5863"/>
                  </a:lnTo>
                  <a:lnTo>
                    <a:pt x="8132064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2484" y="3093412"/>
              <a:ext cx="321945" cy="322580"/>
            </a:xfrm>
            <a:custGeom>
              <a:avLst/>
              <a:gdLst/>
              <a:ahLst/>
              <a:cxnLst/>
              <a:rect l="l" t="t" r="r" b="b"/>
              <a:pathLst>
                <a:path w="321944" h="322579">
                  <a:moveTo>
                    <a:pt x="161101" y="0"/>
                  </a:moveTo>
                  <a:lnTo>
                    <a:pt x="160949" y="0"/>
                  </a:lnTo>
                  <a:lnTo>
                    <a:pt x="118127" y="5767"/>
                  </a:lnTo>
                  <a:lnTo>
                    <a:pt x="79684" y="22011"/>
                  </a:lnTo>
                  <a:lnTo>
                    <a:pt x="47119" y="47195"/>
                  </a:lnTo>
                  <a:lnTo>
                    <a:pt x="21964" y="79784"/>
                  </a:lnTo>
                  <a:lnTo>
                    <a:pt x="5747" y="118244"/>
                  </a:lnTo>
                  <a:lnTo>
                    <a:pt x="0" y="161037"/>
                  </a:lnTo>
                  <a:lnTo>
                    <a:pt x="5749" y="203847"/>
                  </a:lnTo>
                  <a:lnTo>
                    <a:pt x="21974" y="242316"/>
                  </a:lnTo>
                  <a:lnTo>
                    <a:pt x="47141" y="274908"/>
                  </a:lnTo>
                  <a:lnTo>
                    <a:pt x="79715" y="300089"/>
                  </a:lnTo>
                  <a:lnTo>
                    <a:pt x="118163" y="316323"/>
                  </a:lnTo>
                  <a:lnTo>
                    <a:pt x="160949" y="322075"/>
                  </a:lnTo>
                  <a:lnTo>
                    <a:pt x="203735" y="316323"/>
                  </a:lnTo>
                  <a:lnTo>
                    <a:pt x="210195" y="313595"/>
                  </a:lnTo>
                  <a:lnTo>
                    <a:pt x="160949" y="313595"/>
                  </a:lnTo>
                  <a:lnTo>
                    <a:pt x="112755" y="305818"/>
                  </a:lnTo>
                  <a:lnTo>
                    <a:pt x="70900" y="284160"/>
                  </a:lnTo>
                  <a:lnTo>
                    <a:pt x="37894" y="251136"/>
                  </a:lnTo>
                  <a:lnTo>
                    <a:pt x="16248" y="209258"/>
                  </a:lnTo>
                  <a:lnTo>
                    <a:pt x="8475" y="161037"/>
                  </a:lnTo>
                  <a:lnTo>
                    <a:pt x="16303" y="112817"/>
                  </a:lnTo>
                  <a:lnTo>
                    <a:pt x="37949" y="70986"/>
                  </a:lnTo>
                  <a:lnTo>
                    <a:pt x="70946" y="37971"/>
                  </a:lnTo>
                  <a:lnTo>
                    <a:pt x="112781" y="16302"/>
                  </a:lnTo>
                  <a:lnTo>
                    <a:pt x="160949" y="8480"/>
                  </a:lnTo>
                  <a:lnTo>
                    <a:pt x="210281" y="8480"/>
                  </a:lnTo>
                  <a:lnTo>
                    <a:pt x="203865" y="5767"/>
                  </a:lnTo>
                  <a:lnTo>
                    <a:pt x="161101" y="0"/>
                  </a:lnTo>
                  <a:close/>
                </a:path>
                <a:path w="321944" h="322579">
                  <a:moveTo>
                    <a:pt x="210281" y="8480"/>
                  </a:moveTo>
                  <a:lnTo>
                    <a:pt x="160949" y="8480"/>
                  </a:lnTo>
                  <a:lnTo>
                    <a:pt x="209142" y="16257"/>
                  </a:lnTo>
                  <a:lnTo>
                    <a:pt x="250998" y="37914"/>
                  </a:lnTo>
                  <a:lnTo>
                    <a:pt x="284004" y="70939"/>
                  </a:lnTo>
                  <a:lnTo>
                    <a:pt x="305653" y="112842"/>
                  </a:lnTo>
                  <a:lnTo>
                    <a:pt x="313423" y="161037"/>
                  </a:lnTo>
                  <a:lnTo>
                    <a:pt x="305649" y="209258"/>
                  </a:lnTo>
                  <a:lnTo>
                    <a:pt x="284004" y="251136"/>
                  </a:lnTo>
                  <a:lnTo>
                    <a:pt x="250998" y="284160"/>
                  </a:lnTo>
                  <a:lnTo>
                    <a:pt x="209142" y="305818"/>
                  </a:lnTo>
                  <a:lnTo>
                    <a:pt x="160949" y="313595"/>
                  </a:lnTo>
                  <a:lnTo>
                    <a:pt x="210195" y="313595"/>
                  </a:lnTo>
                  <a:lnTo>
                    <a:pt x="274757" y="274908"/>
                  </a:lnTo>
                  <a:lnTo>
                    <a:pt x="299924" y="242316"/>
                  </a:lnTo>
                  <a:lnTo>
                    <a:pt x="316149" y="203847"/>
                  </a:lnTo>
                  <a:lnTo>
                    <a:pt x="321898" y="161037"/>
                  </a:lnTo>
                  <a:lnTo>
                    <a:pt x="316163" y="118228"/>
                  </a:lnTo>
                  <a:lnTo>
                    <a:pt x="299951" y="79759"/>
                  </a:lnTo>
                  <a:lnTo>
                    <a:pt x="274795" y="47167"/>
                  </a:lnTo>
                  <a:lnTo>
                    <a:pt x="242286" y="22011"/>
                  </a:lnTo>
                  <a:lnTo>
                    <a:pt x="210281" y="848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637" y="3183197"/>
              <a:ext cx="76704" cy="14446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39852" y="3814571"/>
            <a:ext cx="8206740" cy="746760"/>
            <a:chOff x="339852" y="3814571"/>
            <a:chExt cx="8206740" cy="746760"/>
          </a:xfrm>
        </p:grpSpPr>
        <p:sp>
          <p:nvSpPr>
            <p:cNvPr id="15" name="object 15"/>
            <p:cNvSpPr/>
            <p:nvPr/>
          </p:nvSpPr>
          <p:spPr>
            <a:xfrm>
              <a:off x="339852" y="3814571"/>
              <a:ext cx="8206740" cy="746760"/>
            </a:xfrm>
            <a:custGeom>
              <a:avLst/>
              <a:gdLst/>
              <a:ahLst/>
              <a:cxnLst/>
              <a:rect l="l" t="t" r="r" b="b"/>
              <a:pathLst>
                <a:path w="8206740" h="746760">
                  <a:moveTo>
                    <a:pt x="8132064" y="0"/>
                  </a:moveTo>
                  <a:lnTo>
                    <a:pt x="74675" y="0"/>
                  </a:lnTo>
                  <a:lnTo>
                    <a:pt x="45605" y="5863"/>
                  </a:lnTo>
                  <a:lnTo>
                    <a:pt x="21869" y="21859"/>
                  </a:lnTo>
                  <a:lnTo>
                    <a:pt x="5867" y="45594"/>
                  </a:lnTo>
                  <a:lnTo>
                    <a:pt x="0" y="74675"/>
                  </a:lnTo>
                  <a:lnTo>
                    <a:pt x="0" y="672083"/>
                  </a:lnTo>
                  <a:lnTo>
                    <a:pt x="5867" y="701154"/>
                  </a:lnTo>
                  <a:lnTo>
                    <a:pt x="21869" y="724890"/>
                  </a:lnTo>
                  <a:lnTo>
                    <a:pt x="45605" y="740892"/>
                  </a:lnTo>
                  <a:lnTo>
                    <a:pt x="74675" y="746759"/>
                  </a:lnTo>
                  <a:lnTo>
                    <a:pt x="8132064" y="746759"/>
                  </a:lnTo>
                  <a:lnTo>
                    <a:pt x="8161145" y="740892"/>
                  </a:lnTo>
                  <a:lnTo>
                    <a:pt x="8184880" y="724890"/>
                  </a:lnTo>
                  <a:lnTo>
                    <a:pt x="8200876" y="701154"/>
                  </a:lnTo>
                  <a:lnTo>
                    <a:pt x="8206740" y="672083"/>
                  </a:lnTo>
                  <a:lnTo>
                    <a:pt x="8206740" y="74675"/>
                  </a:lnTo>
                  <a:lnTo>
                    <a:pt x="8200876" y="45594"/>
                  </a:lnTo>
                  <a:lnTo>
                    <a:pt x="8184880" y="21859"/>
                  </a:lnTo>
                  <a:lnTo>
                    <a:pt x="8161145" y="5863"/>
                  </a:lnTo>
                  <a:lnTo>
                    <a:pt x="8132064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2484" y="4027624"/>
              <a:ext cx="321945" cy="322580"/>
            </a:xfrm>
            <a:custGeom>
              <a:avLst/>
              <a:gdLst/>
              <a:ahLst/>
              <a:cxnLst/>
              <a:rect l="l" t="t" r="r" b="b"/>
              <a:pathLst>
                <a:path w="321944" h="322579">
                  <a:moveTo>
                    <a:pt x="161101" y="0"/>
                  </a:moveTo>
                  <a:lnTo>
                    <a:pt x="160949" y="0"/>
                  </a:lnTo>
                  <a:lnTo>
                    <a:pt x="118127" y="5767"/>
                  </a:lnTo>
                  <a:lnTo>
                    <a:pt x="79684" y="22011"/>
                  </a:lnTo>
                  <a:lnTo>
                    <a:pt x="47119" y="47195"/>
                  </a:lnTo>
                  <a:lnTo>
                    <a:pt x="21964" y="79784"/>
                  </a:lnTo>
                  <a:lnTo>
                    <a:pt x="5747" y="118244"/>
                  </a:lnTo>
                  <a:lnTo>
                    <a:pt x="0" y="161037"/>
                  </a:lnTo>
                  <a:lnTo>
                    <a:pt x="5749" y="203847"/>
                  </a:lnTo>
                  <a:lnTo>
                    <a:pt x="21974" y="242316"/>
                  </a:lnTo>
                  <a:lnTo>
                    <a:pt x="47141" y="274908"/>
                  </a:lnTo>
                  <a:lnTo>
                    <a:pt x="79715" y="300089"/>
                  </a:lnTo>
                  <a:lnTo>
                    <a:pt x="118163" y="316323"/>
                  </a:lnTo>
                  <a:lnTo>
                    <a:pt x="160949" y="322075"/>
                  </a:lnTo>
                  <a:lnTo>
                    <a:pt x="203735" y="316323"/>
                  </a:lnTo>
                  <a:lnTo>
                    <a:pt x="210195" y="313595"/>
                  </a:lnTo>
                  <a:lnTo>
                    <a:pt x="160949" y="313595"/>
                  </a:lnTo>
                  <a:lnTo>
                    <a:pt x="112755" y="305818"/>
                  </a:lnTo>
                  <a:lnTo>
                    <a:pt x="70900" y="284160"/>
                  </a:lnTo>
                  <a:lnTo>
                    <a:pt x="37894" y="251136"/>
                  </a:lnTo>
                  <a:lnTo>
                    <a:pt x="16248" y="209258"/>
                  </a:lnTo>
                  <a:lnTo>
                    <a:pt x="8475" y="161037"/>
                  </a:lnTo>
                  <a:lnTo>
                    <a:pt x="16303" y="112817"/>
                  </a:lnTo>
                  <a:lnTo>
                    <a:pt x="37949" y="70986"/>
                  </a:lnTo>
                  <a:lnTo>
                    <a:pt x="70946" y="37971"/>
                  </a:lnTo>
                  <a:lnTo>
                    <a:pt x="112781" y="16302"/>
                  </a:lnTo>
                  <a:lnTo>
                    <a:pt x="160949" y="8480"/>
                  </a:lnTo>
                  <a:lnTo>
                    <a:pt x="210281" y="8480"/>
                  </a:lnTo>
                  <a:lnTo>
                    <a:pt x="203865" y="5767"/>
                  </a:lnTo>
                  <a:lnTo>
                    <a:pt x="161101" y="0"/>
                  </a:lnTo>
                  <a:close/>
                </a:path>
                <a:path w="321944" h="322579">
                  <a:moveTo>
                    <a:pt x="210281" y="8480"/>
                  </a:moveTo>
                  <a:lnTo>
                    <a:pt x="160949" y="8480"/>
                  </a:lnTo>
                  <a:lnTo>
                    <a:pt x="209142" y="16257"/>
                  </a:lnTo>
                  <a:lnTo>
                    <a:pt x="250998" y="37914"/>
                  </a:lnTo>
                  <a:lnTo>
                    <a:pt x="284004" y="70939"/>
                  </a:lnTo>
                  <a:lnTo>
                    <a:pt x="305653" y="112842"/>
                  </a:lnTo>
                  <a:lnTo>
                    <a:pt x="313423" y="161037"/>
                  </a:lnTo>
                  <a:lnTo>
                    <a:pt x="305649" y="209258"/>
                  </a:lnTo>
                  <a:lnTo>
                    <a:pt x="284004" y="251136"/>
                  </a:lnTo>
                  <a:lnTo>
                    <a:pt x="250998" y="284160"/>
                  </a:lnTo>
                  <a:lnTo>
                    <a:pt x="209142" y="305818"/>
                  </a:lnTo>
                  <a:lnTo>
                    <a:pt x="160949" y="313595"/>
                  </a:lnTo>
                  <a:lnTo>
                    <a:pt x="210195" y="313595"/>
                  </a:lnTo>
                  <a:lnTo>
                    <a:pt x="274757" y="274908"/>
                  </a:lnTo>
                  <a:lnTo>
                    <a:pt x="299924" y="242316"/>
                  </a:lnTo>
                  <a:lnTo>
                    <a:pt x="316149" y="203847"/>
                  </a:lnTo>
                  <a:lnTo>
                    <a:pt x="321898" y="161037"/>
                  </a:lnTo>
                  <a:lnTo>
                    <a:pt x="316163" y="118228"/>
                  </a:lnTo>
                  <a:lnTo>
                    <a:pt x="299951" y="79759"/>
                  </a:lnTo>
                  <a:lnTo>
                    <a:pt x="274795" y="47167"/>
                  </a:lnTo>
                  <a:lnTo>
                    <a:pt x="242286" y="22011"/>
                  </a:lnTo>
                  <a:lnTo>
                    <a:pt x="210281" y="848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675" y="4115565"/>
              <a:ext cx="99341" cy="13954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70508" y="1209547"/>
            <a:ext cx="6849745" cy="3134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20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endpoints</a:t>
            </a:r>
            <a:r>
              <a:rPr sz="20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are</a:t>
            </a:r>
            <a:r>
              <a:rPr sz="20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also</a:t>
            </a:r>
            <a:r>
              <a:rPr sz="20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spc="5" dirty="0">
                <a:solidFill>
                  <a:srgbClr val="464646"/>
                </a:solidFill>
                <a:latin typeface="Arial MT"/>
                <a:cs typeface="Arial MT"/>
              </a:rPr>
              <a:t>known</a:t>
            </a:r>
            <a:r>
              <a:rPr sz="20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as PrivateLink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Privately</a:t>
            </a:r>
            <a:r>
              <a:rPr sz="20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interact</a:t>
            </a:r>
            <a:r>
              <a:rPr sz="20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with</a:t>
            </a:r>
            <a:r>
              <a:rPr sz="20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many</a:t>
            </a:r>
            <a:r>
              <a:rPr sz="2000" spc="-1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20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services</a:t>
            </a:r>
            <a:r>
              <a:rPr sz="20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(same-region)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ts val="2300"/>
              </a:lnSpc>
              <a:spcBef>
                <a:spcPts val="1440"/>
              </a:spcBef>
            </a:pP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20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endpoint</a:t>
            </a:r>
            <a:r>
              <a:rPr sz="20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creates</a:t>
            </a:r>
            <a:r>
              <a:rPr sz="20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20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network</a:t>
            </a:r>
            <a:r>
              <a:rPr sz="20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20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with</a:t>
            </a:r>
            <a:r>
              <a:rPr sz="20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20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IP </a:t>
            </a:r>
            <a:r>
              <a:rPr sz="2000" spc="-5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(easy</a:t>
            </a:r>
            <a:r>
              <a:rPr sz="20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20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remember)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Flexibility</a:t>
            </a:r>
            <a:r>
              <a:rPr sz="20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20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expose</a:t>
            </a:r>
            <a:r>
              <a:rPr sz="20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20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service</a:t>
            </a:r>
            <a:r>
              <a:rPr sz="20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20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other</a:t>
            </a:r>
            <a:r>
              <a:rPr sz="20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customers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7107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Summary</a:t>
            </a:r>
            <a:r>
              <a:rPr sz="2800" spc="20" dirty="0"/>
              <a:t> </a:t>
            </a:r>
            <a:r>
              <a:rPr sz="2800" spc="-5" dirty="0"/>
              <a:t>–</a:t>
            </a:r>
            <a:r>
              <a:rPr sz="2800" dirty="0"/>
              <a:t> </a:t>
            </a:r>
            <a:r>
              <a:rPr sz="2800" spc="-5" dirty="0"/>
              <a:t>Integrating</a:t>
            </a:r>
            <a:r>
              <a:rPr sz="2800" spc="10" dirty="0"/>
              <a:t> </a:t>
            </a:r>
            <a:r>
              <a:rPr sz="2800" spc="-5" dirty="0"/>
              <a:t>with</a:t>
            </a:r>
            <a:r>
              <a:rPr sz="2800" spc="-114" dirty="0"/>
              <a:t> </a:t>
            </a:r>
            <a:r>
              <a:rPr sz="2800" spc="-60" dirty="0"/>
              <a:t>AWS</a:t>
            </a:r>
            <a:r>
              <a:rPr sz="2800" dirty="0"/>
              <a:t> services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336804" y="1010411"/>
            <a:ext cx="8208645" cy="1041400"/>
            <a:chOff x="336804" y="1010411"/>
            <a:chExt cx="8208645" cy="1041400"/>
          </a:xfrm>
        </p:grpSpPr>
        <p:sp>
          <p:nvSpPr>
            <p:cNvPr id="5" name="object 5"/>
            <p:cNvSpPr/>
            <p:nvPr/>
          </p:nvSpPr>
          <p:spPr>
            <a:xfrm>
              <a:off x="336804" y="1010411"/>
              <a:ext cx="8208645" cy="1041400"/>
            </a:xfrm>
            <a:custGeom>
              <a:avLst/>
              <a:gdLst/>
              <a:ahLst/>
              <a:cxnLst/>
              <a:rect l="l" t="t" r="r" b="b"/>
              <a:pathLst>
                <a:path w="8208645" h="1041400">
                  <a:moveTo>
                    <a:pt x="8104124" y="0"/>
                  </a:moveTo>
                  <a:lnTo>
                    <a:pt x="104089" y="0"/>
                  </a:lnTo>
                  <a:lnTo>
                    <a:pt x="63575" y="8181"/>
                  </a:lnTo>
                  <a:lnTo>
                    <a:pt x="30489" y="30495"/>
                  </a:lnTo>
                  <a:lnTo>
                    <a:pt x="8180" y="63597"/>
                  </a:lnTo>
                  <a:lnTo>
                    <a:pt x="0" y="104139"/>
                  </a:lnTo>
                  <a:lnTo>
                    <a:pt x="0" y="936751"/>
                  </a:lnTo>
                  <a:lnTo>
                    <a:pt x="8180" y="977294"/>
                  </a:lnTo>
                  <a:lnTo>
                    <a:pt x="30489" y="1010396"/>
                  </a:lnTo>
                  <a:lnTo>
                    <a:pt x="63575" y="1032710"/>
                  </a:lnTo>
                  <a:lnTo>
                    <a:pt x="104089" y="1040892"/>
                  </a:lnTo>
                  <a:lnTo>
                    <a:pt x="8104124" y="1040892"/>
                  </a:lnTo>
                  <a:lnTo>
                    <a:pt x="8144666" y="1032710"/>
                  </a:lnTo>
                  <a:lnTo>
                    <a:pt x="8177768" y="1010396"/>
                  </a:lnTo>
                  <a:lnTo>
                    <a:pt x="8200082" y="977294"/>
                  </a:lnTo>
                  <a:lnTo>
                    <a:pt x="8208264" y="936751"/>
                  </a:lnTo>
                  <a:lnTo>
                    <a:pt x="8208264" y="104139"/>
                  </a:lnTo>
                  <a:lnTo>
                    <a:pt x="8200082" y="63597"/>
                  </a:lnTo>
                  <a:lnTo>
                    <a:pt x="8177768" y="30495"/>
                  </a:lnTo>
                  <a:lnTo>
                    <a:pt x="8144666" y="8181"/>
                  </a:lnTo>
                  <a:lnTo>
                    <a:pt x="8104124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6239" y="1286395"/>
              <a:ext cx="485140" cy="487045"/>
            </a:xfrm>
            <a:custGeom>
              <a:avLst/>
              <a:gdLst/>
              <a:ahLst/>
              <a:cxnLst/>
              <a:rect l="l" t="t" r="r" b="b"/>
              <a:pathLst>
                <a:path w="485140" h="487044">
                  <a:moveTo>
                    <a:pt x="283273" y="240868"/>
                  </a:moveTo>
                  <a:lnTo>
                    <a:pt x="281813" y="233451"/>
                  </a:lnTo>
                  <a:lnTo>
                    <a:pt x="277812" y="227469"/>
                  </a:lnTo>
                  <a:lnTo>
                    <a:pt x="271818" y="223469"/>
                  </a:lnTo>
                  <a:lnTo>
                    <a:pt x="264388" y="222021"/>
                  </a:lnTo>
                  <a:lnTo>
                    <a:pt x="247865" y="222021"/>
                  </a:lnTo>
                  <a:lnTo>
                    <a:pt x="247865" y="257352"/>
                  </a:lnTo>
                  <a:lnTo>
                    <a:pt x="247865" y="392811"/>
                  </a:lnTo>
                  <a:lnTo>
                    <a:pt x="35407" y="392811"/>
                  </a:lnTo>
                  <a:lnTo>
                    <a:pt x="35407" y="257352"/>
                  </a:lnTo>
                  <a:lnTo>
                    <a:pt x="247865" y="257352"/>
                  </a:lnTo>
                  <a:lnTo>
                    <a:pt x="247865" y="222021"/>
                  </a:lnTo>
                  <a:lnTo>
                    <a:pt x="18884" y="222021"/>
                  </a:lnTo>
                  <a:lnTo>
                    <a:pt x="11442" y="223469"/>
                  </a:lnTo>
                  <a:lnTo>
                    <a:pt x="5448" y="227469"/>
                  </a:lnTo>
                  <a:lnTo>
                    <a:pt x="1447" y="233451"/>
                  </a:lnTo>
                  <a:lnTo>
                    <a:pt x="0" y="240868"/>
                  </a:lnTo>
                  <a:lnTo>
                    <a:pt x="0" y="409295"/>
                  </a:lnTo>
                  <a:lnTo>
                    <a:pt x="1447" y="416712"/>
                  </a:lnTo>
                  <a:lnTo>
                    <a:pt x="5448" y="422694"/>
                  </a:lnTo>
                  <a:lnTo>
                    <a:pt x="11442" y="426681"/>
                  </a:lnTo>
                  <a:lnTo>
                    <a:pt x="18884" y="428142"/>
                  </a:lnTo>
                  <a:lnTo>
                    <a:pt x="112128" y="428142"/>
                  </a:lnTo>
                  <a:lnTo>
                    <a:pt x="112128" y="451700"/>
                  </a:lnTo>
                  <a:lnTo>
                    <a:pt x="70815" y="451700"/>
                  </a:lnTo>
                  <a:lnTo>
                    <a:pt x="70815" y="487032"/>
                  </a:lnTo>
                  <a:lnTo>
                    <a:pt x="212445" y="487032"/>
                  </a:lnTo>
                  <a:lnTo>
                    <a:pt x="212445" y="451700"/>
                  </a:lnTo>
                  <a:lnTo>
                    <a:pt x="171145" y="451700"/>
                  </a:lnTo>
                  <a:lnTo>
                    <a:pt x="171145" y="428142"/>
                  </a:lnTo>
                  <a:lnTo>
                    <a:pt x="264388" y="428142"/>
                  </a:lnTo>
                  <a:lnTo>
                    <a:pt x="271818" y="426681"/>
                  </a:lnTo>
                  <a:lnTo>
                    <a:pt x="277812" y="422694"/>
                  </a:lnTo>
                  <a:lnTo>
                    <a:pt x="281813" y="416712"/>
                  </a:lnTo>
                  <a:lnTo>
                    <a:pt x="283273" y="409295"/>
                  </a:lnTo>
                  <a:lnTo>
                    <a:pt x="283273" y="392811"/>
                  </a:lnTo>
                  <a:lnTo>
                    <a:pt x="283273" y="257352"/>
                  </a:lnTo>
                  <a:lnTo>
                    <a:pt x="283273" y="240868"/>
                  </a:lnTo>
                  <a:close/>
                </a:path>
                <a:path w="485140" h="487044">
                  <a:moveTo>
                    <a:pt x="484517" y="136626"/>
                  </a:moveTo>
                  <a:lnTo>
                    <a:pt x="481050" y="116459"/>
                  </a:lnTo>
                  <a:lnTo>
                    <a:pt x="471538" y="99161"/>
                  </a:lnTo>
                  <a:lnTo>
                    <a:pt x="457123" y="85699"/>
                  </a:lnTo>
                  <a:lnTo>
                    <a:pt x="449694" y="82181"/>
                  </a:lnTo>
                  <a:lnTo>
                    <a:pt x="449694" y="136042"/>
                  </a:lnTo>
                  <a:lnTo>
                    <a:pt x="447179" y="146481"/>
                  </a:lnTo>
                  <a:lnTo>
                    <a:pt x="441071" y="155105"/>
                  </a:lnTo>
                  <a:lnTo>
                    <a:pt x="432181" y="160972"/>
                  </a:lnTo>
                  <a:lnTo>
                    <a:pt x="421373" y="163131"/>
                  </a:lnTo>
                  <a:lnTo>
                    <a:pt x="246684" y="163131"/>
                  </a:lnTo>
                  <a:lnTo>
                    <a:pt x="212648" y="132981"/>
                  </a:lnTo>
                  <a:lnTo>
                    <a:pt x="212382" y="123228"/>
                  </a:lnTo>
                  <a:lnTo>
                    <a:pt x="214655" y="113703"/>
                  </a:lnTo>
                  <a:lnTo>
                    <a:pt x="248450" y="90106"/>
                  </a:lnTo>
                  <a:lnTo>
                    <a:pt x="252577" y="90106"/>
                  </a:lnTo>
                  <a:lnTo>
                    <a:pt x="254355" y="90690"/>
                  </a:lnTo>
                  <a:lnTo>
                    <a:pt x="264972" y="92456"/>
                  </a:lnTo>
                  <a:lnTo>
                    <a:pt x="264972" y="90106"/>
                  </a:lnTo>
                  <a:lnTo>
                    <a:pt x="264972" y="80683"/>
                  </a:lnTo>
                  <a:lnTo>
                    <a:pt x="267512" y="65493"/>
                  </a:lnTo>
                  <a:lnTo>
                    <a:pt x="274637" y="52412"/>
                  </a:lnTo>
                  <a:lnTo>
                    <a:pt x="285635" y="42418"/>
                  </a:lnTo>
                  <a:lnTo>
                    <a:pt x="299796" y="36512"/>
                  </a:lnTo>
                  <a:lnTo>
                    <a:pt x="306882" y="35331"/>
                  </a:lnTo>
                  <a:lnTo>
                    <a:pt x="310413" y="35331"/>
                  </a:lnTo>
                  <a:lnTo>
                    <a:pt x="350545" y="60071"/>
                  </a:lnTo>
                  <a:lnTo>
                    <a:pt x="354088" y="67132"/>
                  </a:lnTo>
                  <a:lnTo>
                    <a:pt x="361759" y="64198"/>
                  </a:lnTo>
                  <a:lnTo>
                    <a:pt x="365302" y="63017"/>
                  </a:lnTo>
                  <a:lnTo>
                    <a:pt x="369430" y="62420"/>
                  </a:lnTo>
                  <a:lnTo>
                    <a:pt x="381241" y="62420"/>
                  </a:lnTo>
                  <a:lnTo>
                    <a:pt x="409079" y="90271"/>
                  </a:lnTo>
                  <a:lnTo>
                    <a:pt x="410159" y="108356"/>
                  </a:lnTo>
                  <a:lnTo>
                    <a:pt x="421957" y="108356"/>
                  </a:lnTo>
                  <a:lnTo>
                    <a:pt x="432765" y="110528"/>
                  </a:lnTo>
                  <a:lnTo>
                    <a:pt x="441604" y="116484"/>
                  </a:lnTo>
                  <a:lnTo>
                    <a:pt x="447522" y="125260"/>
                  </a:lnTo>
                  <a:lnTo>
                    <a:pt x="449694" y="136042"/>
                  </a:lnTo>
                  <a:lnTo>
                    <a:pt x="449694" y="82181"/>
                  </a:lnTo>
                  <a:lnTo>
                    <a:pt x="439077" y="77152"/>
                  </a:lnTo>
                  <a:lnTo>
                    <a:pt x="433692" y="62420"/>
                  </a:lnTo>
                  <a:lnTo>
                    <a:pt x="432015" y="57835"/>
                  </a:lnTo>
                  <a:lnTo>
                    <a:pt x="401307" y="32016"/>
                  </a:lnTo>
                  <a:lnTo>
                    <a:pt x="380644" y="28270"/>
                  </a:lnTo>
                  <a:lnTo>
                    <a:pt x="377698" y="28270"/>
                  </a:lnTo>
                  <a:lnTo>
                    <a:pt x="374154" y="28854"/>
                  </a:lnTo>
                  <a:lnTo>
                    <a:pt x="371208" y="28854"/>
                  </a:lnTo>
                  <a:lnTo>
                    <a:pt x="359219" y="16891"/>
                  </a:lnTo>
                  <a:lnTo>
                    <a:pt x="344792" y="7810"/>
                  </a:lnTo>
                  <a:lnTo>
                    <a:pt x="328383" y="2032"/>
                  </a:lnTo>
                  <a:lnTo>
                    <a:pt x="310413" y="0"/>
                  </a:lnTo>
                  <a:lnTo>
                    <a:pt x="284759" y="4292"/>
                  </a:lnTo>
                  <a:lnTo>
                    <a:pt x="262686" y="16192"/>
                  </a:lnTo>
                  <a:lnTo>
                    <a:pt x="245605" y="34290"/>
                  </a:lnTo>
                  <a:lnTo>
                    <a:pt x="234873" y="57124"/>
                  </a:lnTo>
                  <a:lnTo>
                    <a:pt x="211899" y="65925"/>
                  </a:lnTo>
                  <a:lnTo>
                    <a:pt x="193560" y="81572"/>
                  </a:lnTo>
                  <a:lnTo>
                    <a:pt x="181432" y="102514"/>
                  </a:lnTo>
                  <a:lnTo>
                    <a:pt x="177038" y="127203"/>
                  </a:lnTo>
                  <a:lnTo>
                    <a:pt x="182626" y="154990"/>
                  </a:lnTo>
                  <a:lnTo>
                    <a:pt x="197840" y="177634"/>
                  </a:lnTo>
                  <a:lnTo>
                    <a:pt x="220357" y="192874"/>
                  </a:lnTo>
                  <a:lnTo>
                    <a:pt x="247865" y="198462"/>
                  </a:lnTo>
                  <a:lnTo>
                    <a:pt x="424903" y="198462"/>
                  </a:lnTo>
                  <a:lnTo>
                    <a:pt x="448665" y="193611"/>
                  </a:lnTo>
                  <a:lnTo>
                    <a:pt x="467550" y="180352"/>
                  </a:lnTo>
                  <a:lnTo>
                    <a:pt x="478472" y="163131"/>
                  </a:lnTo>
                  <a:lnTo>
                    <a:pt x="480021" y="160705"/>
                  </a:lnTo>
                  <a:lnTo>
                    <a:pt x="484517" y="136626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7254" y="1508410"/>
              <a:ext cx="103333" cy="1307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347" y="1354115"/>
              <a:ext cx="103333" cy="13073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29809" y="1164183"/>
            <a:ext cx="3070860" cy="67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099"/>
              </a:lnSpc>
              <a:spcBef>
                <a:spcPts val="100"/>
              </a:spcBef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Useful</a:t>
            </a:r>
            <a:r>
              <a:rPr sz="11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5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11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both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cross-region,</a:t>
            </a:r>
            <a:r>
              <a:rPr sz="11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same-region</a:t>
            </a:r>
            <a:r>
              <a:rPr sz="11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access </a:t>
            </a:r>
            <a:r>
              <a:rPr sz="1100" spc="-2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 instances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1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instances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NAT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+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1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6804" y="2311907"/>
            <a:ext cx="8208645" cy="1039494"/>
            <a:chOff x="336804" y="2311907"/>
            <a:chExt cx="8208645" cy="1039494"/>
          </a:xfrm>
        </p:grpSpPr>
        <p:sp>
          <p:nvSpPr>
            <p:cNvPr id="11" name="object 11"/>
            <p:cNvSpPr/>
            <p:nvPr/>
          </p:nvSpPr>
          <p:spPr>
            <a:xfrm>
              <a:off x="336804" y="2311907"/>
              <a:ext cx="8208645" cy="1039494"/>
            </a:xfrm>
            <a:custGeom>
              <a:avLst/>
              <a:gdLst/>
              <a:ahLst/>
              <a:cxnLst/>
              <a:rect l="l" t="t" r="r" b="b"/>
              <a:pathLst>
                <a:path w="8208645" h="1039495">
                  <a:moveTo>
                    <a:pt x="8104378" y="0"/>
                  </a:moveTo>
                  <a:lnTo>
                    <a:pt x="103936" y="0"/>
                  </a:lnTo>
                  <a:lnTo>
                    <a:pt x="63479" y="8159"/>
                  </a:lnTo>
                  <a:lnTo>
                    <a:pt x="30441" y="30416"/>
                  </a:lnTo>
                  <a:lnTo>
                    <a:pt x="8167" y="63436"/>
                  </a:lnTo>
                  <a:lnTo>
                    <a:pt x="0" y="103886"/>
                  </a:lnTo>
                  <a:lnTo>
                    <a:pt x="0" y="935482"/>
                  </a:lnTo>
                  <a:lnTo>
                    <a:pt x="8167" y="975931"/>
                  </a:lnTo>
                  <a:lnTo>
                    <a:pt x="30441" y="1008951"/>
                  </a:lnTo>
                  <a:lnTo>
                    <a:pt x="63479" y="1031208"/>
                  </a:lnTo>
                  <a:lnTo>
                    <a:pt x="103936" y="1039368"/>
                  </a:lnTo>
                  <a:lnTo>
                    <a:pt x="8104378" y="1039368"/>
                  </a:lnTo>
                  <a:lnTo>
                    <a:pt x="8144827" y="1031208"/>
                  </a:lnTo>
                  <a:lnTo>
                    <a:pt x="8177847" y="1008951"/>
                  </a:lnTo>
                  <a:lnTo>
                    <a:pt x="8200104" y="975931"/>
                  </a:lnTo>
                  <a:lnTo>
                    <a:pt x="8208264" y="935482"/>
                  </a:lnTo>
                  <a:lnTo>
                    <a:pt x="8208264" y="103886"/>
                  </a:lnTo>
                  <a:lnTo>
                    <a:pt x="8200104" y="63436"/>
                  </a:lnTo>
                  <a:lnTo>
                    <a:pt x="8177847" y="30416"/>
                  </a:lnTo>
                  <a:lnTo>
                    <a:pt x="8144827" y="8159"/>
                  </a:lnTo>
                  <a:lnTo>
                    <a:pt x="8104378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1491" y="2632306"/>
              <a:ext cx="353695" cy="401320"/>
            </a:xfrm>
            <a:custGeom>
              <a:avLst/>
              <a:gdLst/>
              <a:ahLst/>
              <a:cxnLst/>
              <a:rect l="l" t="t" r="r" b="b"/>
              <a:pathLst>
                <a:path w="353694" h="401319">
                  <a:moveTo>
                    <a:pt x="182615" y="52774"/>
                  </a:moveTo>
                  <a:lnTo>
                    <a:pt x="170812" y="52774"/>
                  </a:lnTo>
                  <a:lnTo>
                    <a:pt x="170812" y="153565"/>
                  </a:lnTo>
                  <a:lnTo>
                    <a:pt x="153054" y="159528"/>
                  </a:lnTo>
                  <a:lnTo>
                    <a:pt x="139434" y="171428"/>
                  </a:lnTo>
                  <a:lnTo>
                    <a:pt x="131266" y="187571"/>
                  </a:lnTo>
                  <a:lnTo>
                    <a:pt x="129869" y="206261"/>
                  </a:lnTo>
                  <a:lnTo>
                    <a:pt x="134387" y="221319"/>
                  </a:lnTo>
                  <a:lnTo>
                    <a:pt x="143319" y="233768"/>
                  </a:lnTo>
                  <a:lnTo>
                    <a:pt x="155762" y="242705"/>
                  </a:lnTo>
                  <a:lnTo>
                    <a:pt x="170812" y="247226"/>
                  </a:lnTo>
                  <a:lnTo>
                    <a:pt x="170812" y="359826"/>
                  </a:lnTo>
                  <a:lnTo>
                    <a:pt x="259744" y="359826"/>
                  </a:lnTo>
                  <a:lnTo>
                    <a:pt x="265723" y="377605"/>
                  </a:lnTo>
                  <a:lnTo>
                    <a:pt x="277637" y="391237"/>
                  </a:lnTo>
                  <a:lnTo>
                    <a:pt x="293791" y="399405"/>
                  </a:lnTo>
                  <a:lnTo>
                    <a:pt x="312490" y="400791"/>
                  </a:lnTo>
                  <a:lnTo>
                    <a:pt x="330258" y="394809"/>
                  </a:lnTo>
                  <a:lnTo>
                    <a:pt x="336495" y="389351"/>
                  </a:lnTo>
                  <a:lnTo>
                    <a:pt x="306549" y="389351"/>
                  </a:lnTo>
                  <a:lnTo>
                    <a:pt x="292750" y="386555"/>
                  </a:lnTo>
                  <a:lnTo>
                    <a:pt x="281504" y="378962"/>
                  </a:lnTo>
                  <a:lnTo>
                    <a:pt x="273921" y="367706"/>
                  </a:lnTo>
                  <a:lnTo>
                    <a:pt x="271139" y="353922"/>
                  </a:lnTo>
                  <a:lnTo>
                    <a:pt x="272331" y="348017"/>
                  </a:lnTo>
                  <a:lnTo>
                    <a:pt x="182615" y="348017"/>
                  </a:lnTo>
                  <a:lnTo>
                    <a:pt x="182615" y="247226"/>
                  </a:lnTo>
                  <a:lnTo>
                    <a:pt x="200372" y="241263"/>
                  </a:lnTo>
                  <a:lnTo>
                    <a:pt x="206597" y="235825"/>
                  </a:lnTo>
                  <a:lnTo>
                    <a:pt x="176713" y="235825"/>
                  </a:lnTo>
                  <a:lnTo>
                    <a:pt x="162937" y="233029"/>
                  </a:lnTo>
                  <a:lnTo>
                    <a:pt x="151687" y="225436"/>
                  </a:lnTo>
                  <a:lnTo>
                    <a:pt x="144098" y="214180"/>
                  </a:lnTo>
                  <a:lnTo>
                    <a:pt x="141304" y="200395"/>
                  </a:lnTo>
                  <a:lnTo>
                    <a:pt x="144087" y="186606"/>
                  </a:lnTo>
                  <a:lnTo>
                    <a:pt x="151676" y="175344"/>
                  </a:lnTo>
                  <a:lnTo>
                    <a:pt x="162931" y="167751"/>
                  </a:lnTo>
                  <a:lnTo>
                    <a:pt x="176713" y="164966"/>
                  </a:lnTo>
                  <a:lnTo>
                    <a:pt x="207244" y="164966"/>
                  </a:lnTo>
                  <a:lnTo>
                    <a:pt x="197665" y="158086"/>
                  </a:lnTo>
                  <a:lnTo>
                    <a:pt x="182615" y="153565"/>
                  </a:lnTo>
                  <a:lnTo>
                    <a:pt x="182615" y="52774"/>
                  </a:lnTo>
                  <a:close/>
                </a:path>
                <a:path w="353694" h="401319">
                  <a:moveTo>
                    <a:pt x="337810" y="318492"/>
                  </a:moveTo>
                  <a:lnTo>
                    <a:pt x="306549" y="318492"/>
                  </a:lnTo>
                  <a:lnTo>
                    <a:pt x="320331" y="321277"/>
                  </a:lnTo>
                  <a:lnTo>
                    <a:pt x="331586" y="328870"/>
                  </a:lnTo>
                  <a:lnTo>
                    <a:pt x="339175" y="340132"/>
                  </a:lnTo>
                  <a:lnTo>
                    <a:pt x="341958" y="353922"/>
                  </a:lnTo>
                  <a:lnTo>
                    <a:pt x="339160" y="367711"/>
                  </a:lnTo>
                  <a:lnTo>
                    <a:pt x="331559" y="378973"/>
                  </a:lnTo>
                  <a:lnTo>
                    <a:pt x="320325" y="386555"/>
                  </a:lnTo>
                  <a:lnTo>
                    <a:pt x="306549" y="389351"/>
                  </a:lnTo>
                  <a:lnTo>
                    <a:pt x="336495" y="389351"/>
                  </a:lnTo>
                  <a:lnTo>
                    <a:pt x="343882" y="382887"/>
                  </a:lnTo>
                  <a:lnTo>
                    <a:pt x="352044" y="366723"/>
                  </a:lnTo>
                  <a:lnTo>
                    <a:pt x="353427" y="348017"/>
                  </a:lnTo>
                  <a:lnTo>
                    <a:pt x="348195" y="331585"/>
                  </a:lnTo>
                  <a:lnTo>
                    <a:pt x="337810" y="318492"/>
                  </a:lnTo>
                  <a:close/>
                </a:path>
                <a:path w="353694" h="401319">
                  <a:moveTo>
                    <a:pt x="306549" y="306683"/>
                  </a:moveTo>
                  <a:lnTo>
                    <a:pt x="289622" y="309830"/>
                  </a:lnTo>
                  <a:lnTo>
                    <a:pt x="275346" y="318505"/>
                  </a:lnTo>
                  <a:lnTo>
                    <a:pt x="264971" y="331603"/>
                  </a:lnTo>
                  <a:lnTo>
                    <a:pt x="259749" y="348017"/>
                  </a:lnTo>
                  <a:lnTo>
                    <a:pt x="272331" y="348017"/>
                  </a:lnTo>
                  <a:lnTo>
                    <a:pt x="273922" y="340132"/>
                  </a:lnTo>
                  <a:lnTo>
                    <a:pt x="281511" y="328870"/>
                  </a:lnTo>
                  <a:lnTo>
                    <a:pt x="292766" y="321277"/>
                  </a:lnTo>
                  <a:lnTo>
                    <a:pt x="306549" y="318492"/>
                  </a:lnTo>
                  <a:lnTo>
                    <a:pt x="337810" y="318492"/>
                  </a:lnTo>
                  <a:lnTo>
                    <a:pt x="323499" y="309809"/>
                  </a:lnTo>
                  <a:lnTo>
                    <a:pt x="306549" y="306683"/>
                  </a:lnTo>
                  <a:close/>
                </a:path>
                <a:path w="353694" h="401319">
                  <a:moveTo>
                    <a:pt x="207244" y="164966"/>
                  </a:moveTo>
                  <a:lnTo>
                    <a:pt x="176713" y="164966"/>
                  </a:lnTo>
                  <a:lnTo>
                    <a:pt x="190495" y="167751"/>
                  </a:lnTo>
                  <a:lnTo>
                    <a:pt x="201751" y="175344"/>
                  </a:lnTo>
                  <a:lnTo>
                    <a:pt x="209340" y="186606"/>
                  </a:lnTo>
                  <a:lnTo>
                    <a:pt x="212123" y="200395"/>
                  </a:lnTo>
                  <a:lnTo>
                    <a:pt x="209340" y="214185"/>
                  </a:lnTo>
                  <a:lnTo>
                    <a:pt x="201751" y="225447"/>
                  </a:lnTo>
                  <a:lnTo>
                    <a:pt x="190495" y="233040"/>
                  </a:lnTo>
                  <a:lnTo>
                    <a:pt x="176713" y="235825"/>
                  </a:lnTo>
                  <a:lnTo>
                    <a:pt x="206597" y="235825"/>
                  </a:lnTo>
                  <a:lnTo>
                    <a:pt x="213993" y="229362"/>
                  </a:lnTo>
                  <a:lnTo>
                    <a:pt x="222160" y="213219"/>
                  </a:lnTo>
                  <a:lnTo>
                    <a:pt x="223557" y="194530"/>
                  </a:lnTo>
                  <a:lnTo>
                    <a:pt x="219039" y="179472"/>
                  </a:lnTo>
                  <a:lnTo>
                    <a:pt x="210107" y="167023"/>
                  </a:lnTo>
                  <a:lnTo>
                    <a:pt x="207244" y="164966"/>
                  </a:lnTo>
                  <a:close/>
                </a:path>
                <a:path w="353694" h="401319">
                  <a:moveTo>
                    <a:pt x="40937" y="0"/>
                  </a:moveTo>
                  <a:lnTo>
                    <a:pt x="23169" y="5982"/>
                  </a:lnTo>
                  <a:lnTo>
                    <a:pt x="9545" y="17904"/>
                  </a:lnTo>
                  <a:lnTo>
                    <a:pt x="1383" y="34068"/>
                  </a:lnTo>
                  <a:lnTo>
                    <a:pt x="0" y="52774"/>
                  </a:lnTo>
                  <a:lnTo>
                    <a:pt x="5978" y="70552"/>
                  </a:lnTo>
                  <a:lnTo>
                    <a:pt x="17892" y="84184"/>
                  </a:lnTo>
                  <a:lnTo>
                    <a:pt x="34045" y="92352"/>
                  </a:lnTo>
                  <a:lnTo>
                    <a:pt x="52740" y="93739"/>
                  </a:lnTo>
                  <a:lnTo>
                    <a:pt x="67786" y="89211"/>
                  </a:lnTo>
                  <a:lnTo>
                    <a:pt x="77408" y="82298"/>
                  </a:lnTo>
                  <a:lnTo>
                    <a:pt x="46878" y="82298"/>
                  </a:lnTo>
                  <a:lnTo>
                    <a:pt x="33079" y="79503"/>
                  </a:lnTo>
                  <a:lnTo>
                    <a:pt x="21833" y="71910"/>
                  </a:lnTo>
                  <a:lnTo>
                    <a:pt x="14250" y="60653"/>
                  </a:lnTo>
                  <a:lnTo>
                    <a:pt x="11468" y="46869"/>
                  </a:lnTo>
                  <a:lnTo>
                    <a:pt x="14251" y="33080"/>
                  </a:lnTo>
                  <a:lnTo>
                    <a:pt x="21840" y="21818"/>
                  </a:lnTo>
                  <a:lnTo>
                    <a:pt x="33096" y="14225"/>
                  </a:lnTo>
                  <a:lnTo>
                    <a:pt x="46878" y="11440"/>
                  </a:lnTo>
                  <a:lnTo>
                    <a:pt x="77438" y="11440"/>
                  </a:lnTo>
                  <a:lnTo>
                    <a:pt x="75790" y="9554"/>
                  </a:lnTo>
                  <a:lnTo>
                    <a:pt x="59635" y="1386"/>
                  </a:lnTo>
                  <a:lnTo>
                    <a:pt x="40937" y="0"/>
                  </a:lnTo>
                  <a:close/>
                </a:path>
                <a:path w="353694" h="401319">
                  <a:moveTo>
                    <a:pt x="77438" y="11440"/>
                  </a:moveTo>
                  <a:lnTo>
                    <a:pt x="46878" y="11440"/>
                  </a:lnTo>
                  <a:lnTo>
                    <a:pt x="60660" y="14225"/>
                  </a:lnTo>
                  <a:lnTo>
                    <a:pt x="71915" y="21818"/>
                  </a:lnTo>
                  <a:lnTo>
                    <a:pt x="79505" y="33080"/>
                  </a:lnTo>
                  <a:lnTo>
                    <a:pt x="82288" y="46869"/>
                  </a:lnTo>
                  <a:lnTo>
                    <a:pt x="79490" y="60659"/>
                  </a:lnTo>
                  <a:lnTo>
                    <a:pt x="71888" y="71921"/>
                  </a:lnTo>
                  <a:lnTo>
                    <a:pt x="60654" y="79503"/>
                  </a:lnTo>
                  <a:lnTo>
                    <a:pt x="46878" y="82298"/>
                  </a:lnTo>
                  <a:lnTo>
                    <a:pt x="77408" y="82298"/>
                  </a:lnTo>
                  <a:lnTo>
                    <a:pt x="80225" y="80274"/>
                  </a:lnTo>
                  <a:lnTo>
                    <a:pt x="89157" y="67828"/>
                  </a:lnTo>
                  <a:lnTo>
                    <a:pt x="93683" y="52774"/>
                  </a:lnTo>
                  <a:lnTo>
                    <a:pt x="182615" y="52774"/>
                  </a:lnTo>
                  <a:lnTo>
                    <a:pt x="182615" y="40964"/>
                  </a:lnTo>
                  <a:lnTo>
                    <a:pt x="93683" y="40964"/>
                  </a:lnTo>
                  <a:lnTo>
                    <a:pt x="87704" y="23186"/>
                  </a:lnTo>
                  <a:lnTo>
                    <a:pt x="77438" y="1144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29809" y="2541270"/>
            <a:ext cx="2766695" cy="57213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260"/>
              </a:lnSpc>
              <a:spcBef>
                <a:spcPts val="195"/>
              </a:spcBef>
            </a:pP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Private connectivity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to S3,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DynamoDB in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the </a:t>
            </a:r>
            <a:r>
              <a:rPr sz="1100" spc="-2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same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region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other</a:t>
            </a:r>
            <a:r>
              <a:rPr sz="11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regions,</a:t>
            </a:r>
            <a:r>
              <a:rPr sz="11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use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6804" y="3611879"/>
            <a:ext cx="8208645" cy="1039494"/>
            <a:chOff x="336804" y="3611879"/>
            <a:chExt cx="8208645" cy="1039494"/>
          </a:xfrm>
        </p:grpSpPr>
        <p:sp>
          <p:nvSpPr>
            <p:cNvPr id="15" name="object 15"/>
            <p:cNvSpPr/>
            <p:nvPr/>
          </p:nvSpPr>
          <p:spPr>
            <a:xfrm>
              <a:off x="336804" y="3611879"/>
              <a:ext cx="8208645" cy="1039494"/>
            </a:xfrm>
            <a:custGeom>
              <a:avLst/>
              <a:gdLst/>
              <a:ahLst/>
              <a:cxnLst/>
              <a:rect l="l" t="t" r="r" b="b"/>
              <a:pathLst>
                <a:path w="8208645" h="1039495">
                  <a:moveTo>
                    <a:pt x="8104378" y="0"/>
                  </a:moveTo>
                  <a:lnTo>
                    <a:pt x="103936" y="0"/>
                  </a:lnTo>
                  <a:lnTo>
                    <a:pt x="63479" y="8159"/>
                  </a:lnTo>
                  <a:lnTo>
                    <a:pt x="30441" y="30416"/>
                  </a:lnTo>
                  <a:lnTo>
                    <a:pt x="8167" y="63436"/>
                  </a:lnTo>
                  <a:lnTo>
                    <a:pt x="0" y="103886"/>
                  </a:lnTo>
                  <a:lnTo>
                    <a:pt x="0" y="935431"/>
                  </a:lnTo>
                  <a:lnTo>
                    <a:pt x="8167" y="975888"/>
                  </a:lnTo>
                  <a:lnTo>
                    <a:pt x="30441" y="1008926"/>
                  </a:lnTo>
                  <a:lnTo>
                    <a:pt x="63479" y="1031200"/>
                  </a:lnTo>
                  <a:lnTo>
                    <a:pt x="103936" y="1039368"/>
                  </a:lnTo>
                  <a:lnTo>
                    <a:pt x="8104378" y="1039380"/>
                  </a:lnTo>
                  <a:lnTo>
                    <a:pt x="8144827" y="1031211"/>
                  </a:lnTo>
                  <a:lnTo>
                    <a:pt x="8177847" y="1008932"/>
                  </a:lnTo>
                  <a:lnTo>
                    <a:pt x="8200104" y="975890"/>
                  </a:lnTo>
                  <a:lnTo>
                    <a:pt x="8208264" y="935431"/>
                  </a:lnTo>
                  <a:lnTo>
                    <a:pt x="8208264" y="103886"/>
                  </a:lnTo>
                  <a:lnTo>
                    <a:pt x="8200104" y="63436"/>
                  </a:lnTo>
                  <a:lnTo>
                    <a:pt x="8177847" y="30416"/>
                  </a:lnTo>
                  <a:lnTo>
                    <a:pt x="8144827" y="8159"/>
                  </a:lnTo>
                  <a:lnTo>
                    <a:pt x="8104378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7878" y="3961433"/>
              <a:ext cx="200660" cy="330835"/>
            </a:xfrm>
            <a:custGeom>
              <a:avLst/>
              <a:gdLst/>
              <a:ahLst/>
              <a:cxnLst/>
              <a:rect l="l" t="t" r="r" b="b"/>
              <a:pathLst>
                <a:path w="200659" h="330835">
                  <a:moveTo>
                    <a:pt x="106228" y="0"/>
                  </a:moveTo>
                  <a:lnTo>
                    <a:pt x="0" y="0"/>
                  </a:lnTo>
                  <a:lnTo>
                    <a:pt x="0" y="11809"/>
                  </a:lnTo>
                  <a:lnTo>
                    <a:pt x="94425" y="11809"/>
                  </a:lnTo>
                  <a:lnTo>
                    <a:pt x="94425" y="159431"/>
                  </a:lnTo>
                  <a:lnTo>
                    <a:pt x="0" y="159431"/>
                  </a:lnTo>
                  <a:lnTo>
                    <a:pt x="0" y="171240"/>
                  </a:lnTo>
                  <a:lnTo>
                    <a:pt x="94425" y="171240"/>
                  </a:lnTo>
                  <a:lnTo>
                    <a:pt x="94425" y="318862"/>
                  </a:lnTo>
                  <a:lnTo>
                    <a:pt x="0" y="318862"/>
                  </a:lnTo>
                  <a:lnTo>
                    <a:pt x="0" y="330671"/>
                  </a:lnTo>
                  <a:lnTo>
                    <a:pt x="106228" y="330671"/>
                  </a:lnTo>
                  <a:lnTo>
                    <a:pt x="106228" y="171240"/>
                  </a:lnTo>
                  <a:lnTo>
                    <a:pt x="200654" y="171240"/>
                  </a:lnTo>
                  <a:lnTo>
                    <a:pt x="200654" y="159431"/>
                  </a:lnTo>
                  <a:lnTo>
                    <a:pt x="106228" y="159431"/>
                  </a:lnTo>
                  <a:lnTo>
                    <a:pt x="106228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550" y="3926004"/>
              <a:ext cx="82622" cy="8266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550" y="4085435"/>
              <a:ext cx="82622" cy="8266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550" y="4244866"/>
              <a:ext cx="82622" cy="8266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6237" y="4085435"/>
              <a:ext cx="82622" cy="82667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Internet</a:t>
            </a:r>
          </a:p>
          <a:p>
            <a:pPr marL="12700" marR="5080">
              <a:lnSpc>
                <a:spcPct val="341400"/>
              </a:lnSpc>
            </a:pPr>
            <a:r>
              <a:rPr spc="-5" dirty="0"/>
              <a:t>Gateway</a:t>
            </a:r>
            <a:r>
              <a:rPr spc="-60" dirty="0"/>
              <a:t> </a:t>
            </a:r>
            <a:r>
              <a:rPr dirty="0"/>
              <a:t>Endpoint </a:t>
            </a:r>
            <a:r>
              <a:rPr spc="-680" dirty="0"/>
              <a:t> </a:t>
            </a:r>
            <a:r>
              <a:rPr spc="-5" dirty="0"/>
              <a:t>Interface</a:t>
            </a:r>
            <a:r>
              <a:rPr spc="-35" dirty="0"/>
              <a:t> </a:t>
            </a:r>
            <a:r>
              <a:rPr dirty="0"/>
              <a:t>Endpoint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329809" y="3732987"/>
            <a:ext cx="305498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105"/>
              </a:spcBef>
            </a:pP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connectivity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many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1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services</a:t>
            </a:r>
            <a:r>
              <a:rPr sz="11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in the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90"/>
              </a:lnSpc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same</a:t>
            </a:r>
            <a:r>
              <a:rPr sz="11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region</a:t>
            </a:r>
            <a:endParaRPr sz="1100">
              <a:latin typeface="Arial MT"/>
              <a:cs typeface="Arial MT"/>
            </a:endParaRPr>
          </a:p>
          <a:p>
            <a:pPr marL="12700" marR="74295">
              <a:lnSpc>
                <a:spcPct val="129099"/>
              </a:lnSpc>
              <a:spcBef>
                <a:spcPts val="10"/>
              </a:spcBef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HA,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create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an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11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endpoint in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each AZ </a:t>
            </a:r>
            <a:r>
              <a:rPr sz="1100" spc="-2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other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regions,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use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2103881"/>
            <a:ext cx="43662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Log</a:t>
            </a:r>
            <a:r>
              <a:rPr sz="4000" spc="-40" dirty="0"/>
              <a:t> </a:t>
            </a:r>
            <a:r>
              <a:rPr sz="4000" spc="-5" dirty="0"/>
              <a:t>in</a:t>
            </a:r>
            <a:r>
              <a:rPr sz="4000" spc="-25" dirty="0"/>
              <a:t> </a:t>
            </a:r>
            <a:r>
              <a:rPr sz="4000" spc="-5" dirty="0"/>
              <a:t>to</a:t>
            </a:r>
            <a:r>
              <a:rPr sz="4000" spc="-25" dirty="0"/>
              <a:t> </a:t>
            </a:r>
            <a:r>
              <a:rPr sz="4000" spc="-5" dirty="0"/>
              <a:t>instance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5284" y="2872573"/>
            <a:ext cx="3896995" cy="93091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Directly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login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(Public</a:t>
            </a:r>
            <a:r>
              <a:rPr sz="1800" spc="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Instances)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Bastion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Host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Systems</a:t>
            </a:r>
            <a:r>
              <a:rPr sz="1800" spc="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Manager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 –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Session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Manager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4791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How</a:t>
            </a:r>
            <a:r>
              <a:rPr sz="2400" spc="-20" dirty="0"/>
              <a:t> </a:t>
            </a:r>
            <a:r>
              <a:rPr sz="2400" dirty="0"/>
              <a:t>to</a:t>
            </a:r>
            <a:r>
              <a:rPr sz="2400" spc="-10" dirty="0"/>
              <a:t> </a:t>
            </a:r>
            <a:r>
              <a:rPr sz="2400" dirty="0"/>
              <a:t>log</a:t>
            </a:r>
            <a:r>
              <a:rPr sz="2400" spc="-35" dirty="0"/>
              <a:t> </a:t>
            </a:r>
            <a:r>
              <a:rPr sz="2400" dirty="0"/>
              <a:t>in</a:t>
            </a:r>
            <a:r>
              <a:rPr sz="2400" spc="-35" dirty="0"/>
              <a:t> </a:t>
            </a:r>
            <a:r>
              <a:rPr sz="2400" dirty="0"/>
              <a:t>to</a:t>
            </a:r>
            <a:r>
              <a:rPr sz="2400" spc="-10" dirty="0"/>
              <a:t> </a:t>
            </a:r>
            <a:r>
              <a:rPr sz="2400" spc="-5" dirty="0"/>
              <a:t>public</a:t>
            </a:r>
            <a:r>
              <a:rPr sz="2400" spc="-25" dirty="0"/>
              <a:t> </a:t>
            </a:r>
            <a:r>
              <a:rPr sz="2400" dirty="0"/>
              <a:t>instance?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4884673" y="1112774"/>
            <a:ext cx="4134485" cy="3609975"/>
            <a:chOff x="4884673" y="1112774"/>
            <a:chExt cx="4134485" cy="3609975"/>
          </a:xfrm>
        </p:grpSpPr>
        <p:sp>
          <p:nvSpPr>
            <p:cNvPr id="4" name="object 4"/>
            <p:cNvSpPr/>
            <p:nvPr/>
          </p:nvSpPr>
          <p:spPr>
            <a:xfrm>
              <a:off x="4897373" y="1125474"/>
              <a:ext cx="4109085" cy="3584575"/>
            </a:xfrm>
            <a:custGeom>
              <a:avLst/>
              <a:gdLst/>
              <a:ahLst/>
              <a:cxnLst/>
              <a:rect l="l" t="t" r="r" b="b"/>
              <a:pathLst>
                <a:path w="4109084" h="3584575">
                  <a:moveTo>
                    <a:pt x="4108704" y="0"/>
                  </a:moveTo>
                  <a:lnTo>
                    <a:pt x="0" y="0"/>
                  </a:lnTo>
                  <a:lnTo>
                    <a:pt x="0" y="3584448"/>
                  </a:lnTo>
                  <a:lnTo>
                    <a:pt x="4108704" y="3584448"/>
                  </a:lnTo>
                  <a:lnTo>
                    <a:pt x="4108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97373" y="1125474"/>
              <a:ext cx="4109085" cy="3584575"/>
            </a:xfrm>
            <a:custGeom>
              <a:avLst/>
              <a:gdLst/>
              <a:ahLst/>
              <a:cxnLst/>
              <a:rect l="l" t="t" r="r" b="b"/>
              <a:pathLst>
                <a:path w="4109084" h="3584575">
                  <a:moveTo>
                    <a:pt x="0" y="3584448"/>
                  </a:moveTo>
                  <a:lnTo>
                    <a:pt x="4108704" y="3584448"/>
                  </a:lnTo>
                  <a:lnTo>
                    <a:pt x="4108704" y="0"/>
                  </a:lnTo>
                  <a:lnTo>
                    <a:pt x="0" y="0"/>
                  </a:lnTo>
                  <a:lnTo>
                    <a:pt x="0" y="3584448"/>
                  </a:lnTo>
                  <a:close/>
                </a:path>
              </a:pathLst>
            </a:custGeom>
            <a:ln w="25399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78217" y="1856994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29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5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7" y="735329"/>
                  </a:lnTo>
                  <a:lnTo>
                    <a:pt x="1725167" y="147065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78217" y="1856994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7" y="147065"/>
                  </a:lnTo>
                  <a:lnTo>
                    <a:pt x="1725167" y="735329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5" y="882395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29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78217" y="2974086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1520952" y="0"/>
                  </a:moveTo>
                  <a:lnTo>
                    <a:pt x="204215" y="0"/>
                  </a:ln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5"/>
                  </a:lnTo>
                  <a:lnTo>
                    <a:pt x="0" y="1021079"/>
                  </a:lnTo>
                  <a:lnTo>
                    <a:pt x="5393" y="1067905"/>
                  </a:lnTo>
                  <a:lnTo>
                    <a:pt x="20758" y="1110890"/>
                  </a:lnTo>
                  <a:lnTo>
                    <a:pt x="44866" y="1148808"/>
                  </a:lnTo>
                  <a:lnTo>
                    <a:pt x="76493" y="1180433"/>
                  </a:lnTo>
                  <a:lnTo>
                    <a:pt x="114411" y="1204539"/>
                  </a:lnTo>
                  <a:lnTo>
                    <a:pt x="157394" y="1219902"/>
                  </a:lnTo>
                  <a:lnTo>
                    <a:pt x="204215" y="1225295"/>
                  </a:lnTo>
                  <a:lnTo>
                    <a:pt x="1520952" y="1225295"/>
                  </a:lnTo>
                  <a:lnTo>
                    <a:pt x="1567773" y="1219902"/>
                  </a:lnTo>
                  <a:lnTo>
                    <a:pt x="1610756" y="1204539"/>
                  </a:lnTo>
                  <a:lnTo>
                    <a:pt x="1648674" y="1180433"/>
                  </a:lnTo>
                  <a:lnTo>
                    <a:pt x="1680301" y="1148808"/>
                  </a:lnTo>
                  <a:lnTo>
                    <a:pt x="1704409" y="1110890"/>
                  </a:lnTo>
                  <a:lnTo>
                    <a:pt x="1719774" y="1067905"/>
                  </a:lnTo>
                  <a:lnTo>
                    <a:pt x="1725167" y="1021079"/>
                  </a:lnTo>
                  <a:lnTo>
                    <a:pt x="1725167" y="204215"/>
                  </a:lnTo>
                  <a:lnTo>
                    <a:pt x="1719774" y="157394"/>
                  </a:lnTo>
                  <a:lnTo>
                    <a:pt x="1704409" y="114411"/>
                  </a:lnTo>
                  <a:lnTo>
                    <a:pt x="1680301" y="76493"/>
                  </a:lnTo>
                  <a:lnTo>
                    <a:pt x="1648674" y="44866"/>
                  </a:lnTo>
                  <a:lnTo>
                    <a:pt x="1610756" y="20758"/>
                  </a:lnTo>
                  <a:lnTo>
                    <a:pt x="1567773" y="5393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78217" y="2974086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0" y="204215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5" y="0"/>
                  </a:lnTo>
                  <a:lnTo>
                    <a:pt x="1520952" y="0"/>
                  </a:lnTo>
                  <a:lnTo>
                    <a:pt x="1567773" y="5393"/>
                  </a:lnTo>
                  <a:lnTo>
                    <a:pt x="1610756" y="20758"/>
                  </a:lnTo>
                  <a:lnTo>
                    <a:pt x="1648674" y="44866"/>
                  </a:lnTo>
                  <a:lnTo>
                    <a:pt x="1680301" y="76493"/>
                  </a:lnTo>
                  <a:lnTo>
                    <a:pt x="1704409" y="114411"/>
                  </a:lnTo>
                  <a:lnTo>
                    <a:pt x="1719774" y="157394"/>
                  </a:lnTo>
                  <a:lnTo>
                    <a:pt x="1725167" y="204215"/>
                  </a:lnTo>
                  <a:lnTo>
                    <a:pt x="1725167" y="1021079"/>
                  </a:lnTo>
                  <a:lnTo>
                    <a:pt x="1719774" y="1067905"/>
                  </a:lnTo>
                  <a:lnTo>
                    <a:pt x="1704409" y="1110890"/>
                  </a:lnTo>
                  <a:lnTo>
                    <a:pt x="1680301" y="1148808"/>
                  </a:lnTo>
                  <a:lnTo>
                    <a:pt x="1648674" y="1180433"/>
                  </a:lnTo>
                  <a:lnTo>
                    <a:pt x="1610756" y="1204539"/>
                  </a:lnTo>
                  <a:lnTo>
                    <a:pt x="1567773" y="1219902"/>
                  </a:lnTo>
                  <a:lnTo>
                    <a:pt x="1520952" y="1225295"/>
                  </a:lnTo>
                  <a:lnTo>
                    <a:pt x="204215" y="1225295"/>
                  </a:lnTo>
                  <a:lnTo>
                    <a:pt x="157394" y="1219902"/>
                  </a:lnTo>
                  <a:lnTo>
                    <a:pt x="114411" y="1204539"/>
                  </a:lnTo>
                  <a:lnTo>
                    <a:pt x="76493" y="1180433"/>
                  </a:lnTo>
                  <a:lnTo>
                    <a:pt x="44866" y="1148808"/>
                  </a:lnTo>
                  <a:lnTo>
                    <a:pt x="20758" y="1110890"/>
                  </a:lnTo>
                  <a:lnTo>
                    <a:pt x="5393" y="1067905"/>
                  </a:lnTo>
                  <a:lnTo>
                    <a:pt x="0" y="1021079"/>
                  </a:lnTo>
                  <a:lnTo>
                    <a:pt x="0" y="20421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31657" y="322402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5084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4" y="215900"/>
                  </a:lnTo>
                  <a:lnTo>
                    <a:pt x="588264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31657" y="322402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79"/>
                  </a:lnTo>
                  <a:lnTo>
                    <a:pt x="588264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9277" y="3569969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79"/>
                  </a:lnTo>
                  <a:lnTo>
                    <a:pt x="545083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4" y="215899"/>
                  </a:lnTo>
                  <a:lnTo>
                    <a:pt x="588264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39277" y="3569969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79"/>
                  </a:lnTo>
                  <a:lnTo>
                    <a:pt x="588264" y="215899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79"/>
                  </a:lnTo>
                  <a:lnTo>
                    <a:pt x="43179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43647" y="3228213"/>
            <a:ext cx="1193165" cy="87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263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765175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51296" y="4364227"/>
            <a:ext cx="1804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90414" y="1344422"/>
            <a:ext cx="3726179" cy="383540"/>
            <a:chOff x="5090414" y="1344422"/>
            <a:chExt cx="3726179" cy="383540"/>
          </a:xfrm>
        </p:grpSpPr>
        <p:sp>
          <p:nvSpPr>
            <p:cNvPr id="17" name="object 17"/>
            <p:cNvSpPr/>
            <p:nvPr/>
          </p:nvSpPr>
          <p:spPr>
            <a:xfrm>
              <a:off x="5103114" y="1357122"/>
              <a:ext cx="3700779" cy="358140"/>
            </a:xfrm>
            <a:custGeom>
              <a:avLst/>
              <a:gdLst/>
              <a:ahLst/>
              <a:cxnLst/>
              <a:rect l="l" t="t" r="r" b="b"/>
              <a:pathLst>
                <a:path w="3700779" h="358139">
                  <a:moveTo>
                    <a:pt x="3640582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39"/>
                  </a:lnTo>
                  <a:lnTo>
                    <a:pt x="3640582" y="358139"/>
                  </a:lnTo>
                  <a:lnTo>
                    <a:pt x="3663838" y="353456"/>
                  </a:lnTo>
                  <a:lnTo>
                    <a:pt x="3682809" y="340677"/>
                  </a:lnTo>
                  <a:lnTo>
                    <a:pt x="3695588" y="321706"/>
                  </a:lnTo>
                  <a:lnTo>
                    <a:pt x="3700271" y="298450"/>
                  </a:lnTo>
                  <a:lnTo>
                    <a:pt x="3700271" y="59689"/>
                  </a:lnTo>
                  <a:lnTo>
                    <a:pt x="3695588" y="36433"/>
                  </a:lnTo>
                  <a:lnTo>
                    <a:pt x="3682809" y="17462"/>
                  </a:lnTo>
                  <a:lnTo>
                    <a:pt x="3663838" y="4683"/>
                  </a:lnTo>
                  <a:lnTo>
                    <a:pt x="3640582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03114" y="1357122"/>
              <a:ext cx="3700779" cy="358140"/>
            </a:xfrm>
            <a:custGeom>
              <a:avLst/>
              <a:gdLst/>
              <a:ahLst/>
              <a:cxnLst/>
              <a:rect l="l" t="t" r="r" b="b"/>
              <a:pathLst>
                <a:path w="3700779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3640582" y="0"/>
                  </a:lnTo>
                  <a:lnTo>
                    <a:pt x="3663838" y="4683"/>
                  </a:lnTo>
                  <a:lnTo>
                    <a:pt x="3682809" y="17462"/>
                  </a:lnTo>
                  <a:lnTo>
                    <a:pt x="3695588" y="36433"/>
                  </a:lnTo>
                  <a:lnTo>
                    <a:pt x="3700271" y="59689"/>
                  </a:lnTo>
                  <a:lnTo>
                    <a:pt x="3700271" y="298450"/>
                  </a:lnTo>
                  <a:lnTo>
                    <a:pt x="3695588" y="321706"/>
                  </a:lnTo>
                  <a:lnTo>
                    <a:pt x="3682809" y="340677"/>
                  </a:lnTo>
                  <a:lnTo>
                    <a:pt x="3663838" y="353456"/>
                  </a:lnTo>
                  <a:lnTo>
                    <a:pt x="3640582" y="358139"/>
                  </a:lnTo>
                  <a:lnTo>
                    <a:pt x="59689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65545" y="1409522"/>
            <a:ext cx="1376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Intern</a:t>
            </a:r>
            <a:r>
              <a:rPr sz="1400" spc="-2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r>
              <a:rPr sz="14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Gate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ay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926578" y="2066798"/>
            <a:ext cx="614045" cy="284480"/>
            <a:chOff x="7926578" y="2066798"/>
            <a:chExt cx="614045" cy="284480"/>
          </a:xfrm>
        </p:grpSpPr>
        <p:sp>
          <p:nvSpPr>
            <p:cNvPr id="21" name="object 21"/>
            <p:cNvSpPr/>
            <p:nvPr/>
          </p:nvSpPr>
          <p:spPr>
            <a:xfrm>
              <a:off x="7939278" y="2079498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79"/>
                  </a:lnTo>
                  <a:lnTo>
                    <a:pt x="545083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4" y="215900"/>
                  </a:lnTo>
                  <a:lnTo>
                    <a:pt x="588264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39278" y="2079498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79"/>
                  </a:lnTo>
                  <a:lnTo>
                    <a:pt x="588264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79"/>
                  </a:lnTo>
                  <a:lnTo>
                    <a:pt x="43179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378700" y="1963521"/>
            <a:ext cx="1123950" cy="69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8495">
              <a:lnSpc>
                <a:spcPct val="1566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 Public</a:t>
            </a:r>
            <a:r>
              <a:rPr sz="1400" spc="-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90414" y="1858010"/>
            <a:ext cx="1750695" cy="2367915"/>
            <a:chOff x="5090414" y="1858010"/>
            <a:chExt cx="1750695" cy="2367915"/>
          </a:xfrm>
        </p:grpSpPr>
        <p:sp>
          <p:nvSpPr>
            <p:cNvPr id="25" name="object 25"/>
            <p:cNvSpPr/>
            <p:nvPr/>
          </p:nvSpPr>
          <p:spPr>
            <a:xfrm>
              <a:off x="5103114" y="1870710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29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5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7" y="735329"/>
                  </a:lnTo>
                  <a:lnTo>
                    <a:pt x="1725167" y="147065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03114" y="1870710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7" y="147065"/>
                  </a:lnTo>
                  <a:lnTo>
                    <a:pt x="1725167" y="735329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5" y="882395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29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03114" y="2989326"/>
              <a:ext cx="1725295" cy="1224280"/>
            </a:xfrm>
            <a:custGeom>
              <a:avLst/>
              <a:gdLst/>
              <a:ahLst/>
              <a:cxnLst/>
              <a:rect l="l" t="t" r="r" b="b"/>
              <a:pathLst>
                <a:path w="1725295" h="1224279">
                  <a:moveTo>
                    <a:pt x="1521206" y="0"/>
                  </a:moveTo>
                  <a:lnTo>
                    <a:pt x="203962" y="0"/>
                  </a:lnTo>
                  <a:lnTo>
                    <a:pt x="157194" y="5386"/>
                  </a:lnTo>
                  <a:lnTo>
                    <a:pt x="114262" y="20730"/>
                  </a:lnTo>
                  <a:lnTo>
                    <a:pt x="76392" y="44806"/>
                  </a:lnTo>
                  <a:lnTo>
                    <a:pt x="44806" y="76392"/>
                  </a:lnTo>
                  <a:lnTo>
                    <a:pt x="20730" y="114262"/>
                  </a:lnTo>
                  <a:lnTo>
                    <a:pt x="5386" y="157194"/>
                  </a:lnTo>
                  <a:lnTo>
                    <a:pt x="0" y="203962"/>
                  </a:lnTo>
                  <a:lnTo>
                    <a:pt x="0" y="1019810"/>
                  </a:lnTo>
                  <a:lnTo>
                    <a:pt x="5386" y="1066577"/>
                  </a:lnTo>
                  <a:lnTo>
                    <a:pt x="20730" y="1109509"/>
                  </a:lnTo>
                  <a:lnTo>
                    <a:pt x="44806" y="1147379"/>
                  </a:lnTo>
                  <a:lnTo>
                    <a:pt x="76392" y="1178965"/>
                  </a:lnTo>
                  <a:lnTo>
                    <a:pt x="114262" y="1203041"/>
                  </a:lnTo>
                  <a:lnTo>
                    <a:pt x="157194" y="1218385"/>
                  </a:lnTo>
                  <a:lnTo>
                    <a:pt x="203962" y="1223772"/>
                  </a:lnTo>
                  <a:lnTo>
                    <a:pt x="1521206" y="1223772"/>
                  </a:lnTo>
                  <a:lnTo>
                    <a:pt x="1567973" y="1218385"/>
                  </a:lnTo>
                  <a:lnTo>
                    <a:pt x="1610905" y="1203041"/>
                  </a:lnTo>
                  <a:lnTo>
                    <a:pt x="1648775" y="1178965"/>
                  </a:lnTo>
                  <a:lnTo>
                    <a:pt x="1680361" y="1147379"/>
                  </a:lnTo>
                  <a:lnTo>
                    <a:pt x="1704437" y="1109509"/>
                  </a:lnTo>
                  <a:lnTo>
                    <a:pt x="1719781" y="1066577"/>
                  </a:lnTo>
                  <a:lnTo>
                    <a:pt x="1725167" y="1019810"/>
                  </a:lnTo>
                  <a:lnTo>
                    <a:pt x="1725167" y="203962"/>
                  </a:lnTo>
                  <a:lnTo>
                    <a:pt x="1719781" y="157194"/>
                  </a:lnTo>
                  <a:lnTo>
                    <a:pt x="1704437" y="114262"/>
                  </a:lnTo>
                  <a:lnTo>
                    <a:pt x="1680361" y="76392"/>
                  </a:lnTo>
                  <a:lnTo>
                    <a:pt x="1648775" y="44806"/>
                  </a:lnTo>
                  <a:lnTo>
                    <a:pt x="1610905" y="20730"/>
                  </a:lnTo>
                  <a:lnTo>
                    <a:pt x="1567973" y="5386"/>
                  </a:lnTo>
                  <a:lnTo>
                    <a:pt x="1521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03114" y="2989326"/>
              <a:ext cx="1725295" cy="1224280"/>
            </a:xfrm>
            <a:custGeom>
              <a:avLst/>
              <a:gdLst/>
              <a:ahLst/>
              <a:cxnLst/>
              <a:rect l="l" t="t" r="r" b="b"/>
              <a:pathLst>
                <a:path w="1725295" h="1224279">
                  <a:moveTo>
                    <a:pt x="0" y="203962"/>
                  </a:moveTo>
                  <a:lnTo>
                    <a:pt x="5386" y="157194"/>
                  </a:lnTo>
                  <a:lnTo>
                    <a:pt x="20730" y="114262"/>
                  </a:lnTo>
                  <a:lnTo>
                    <a:pt x="44806" y="76392"/>
                  </a:lnTo>
                  <a:lnTo>
                    <a:pt x="76392" y="44806"/>
                  </a:lnTo>
                  <a:lnTo>
                    <a:pt x="114262" y="20730"/>
                  </a:lnTo>
                  <a:lnTo>
                    <a:pt x="157194" y="5386"/>
                  </a:lnTo>
                  <a:lnTo>
                    <a:pt x="203962" y="0"/>
                  </a:lnTo>
                  <a:lnTo>
                    <a:pt x="1521206" y="0"/>
                  </a:lnTo>
                  <a:lnTo>
                    <a:pt x="1567973" y="5386"/>
                  </a:lnTo>
                  <a:lnTo>
                    <a:pt x="1610905" y="20730"/>
                  </a:lnTo>
                  <a:lnTo>
                    <a:pt x="1648775" y="44806"/>
                  </a:lnTo>
                  <a:lnTo>
                    <a:pt x="1680361" y="76392"/>
                  </a:lnTo>
                  <a:lnTo>
                    <a:pt x="1704437" y="114262"/>
                  </a:lnTo>
                  <a:lnTo>
                    <a:pt x="1719781" y="157194"/>
                  </a:lnTo>
                  <a:lnTo>
                    <a:pt x="1725167" y="203962"/>
                  </a:lnTo>
                  <a:lnTo>
                    <a:pt x="1725167" y="1019810"/>
                  </a:lnTo>
                  <a:lnTo>
                    <a:pt x="1719781" y="1066577"/>
                  </a:lnTo>
                  <a:lnTo>
                    <a:pt x="1704437" y="1109509"/>
                  </a:lnTo>
                  <a:lnTo>
                    <a:pt x="1680361" y="1147379"/>
                  </a:lnTo>
                  <a:lnTo>
                    <a:pt x="1648775" y="1178965"/>
                  </a:lnTo>
                  <a:lnTo>
                    <a:pt x="1610905" y="1203041"/>
                  </a:lnTo>
                  <a:lnTo>
                    <a:pt x="1567973" y="1218385"/>
                  </a:lnTo>
                  <a:lnTo>
                    <a:pt x="1521206" y="1223772"/>
                  </a:lnTo>
                  <a:lnTo>
                    <a:pt x="203962" y="1223772"/>
                  </a:lnTo>
                  <a:lnTo>
                    <a:pt x="157194" y="1218385"/>
                  </a:lnTo>
                  <a:lnTo>
                    <a:pt x="114262" y="1203041"/>
                  </a:lnTo>
                  <a:lnTo>
                    <a:pt x="76392" y="1178965"/>
                  </a:lnTo>
                  <a:lnTo>
                    <a:pt x="44806" y="1147379"/>
                  </a:lnTo>
                  <a:lnTo>
                    <a:pt x="20730" y="1109509"/>
                  </a:lnTo>
                  <a:lnTo>
                    <a:pt x="5386" y="1066577"/>
                  </a:lnTo>
                  <a:lnTo>
                    <a:pt x="0" y="1019810"/>
                  </a:lnTo>
                  <a:lnTo>
                    <a:pt x="0" y="20396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65698" y="3224022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79"/>
                  </a:lnTo>
                  <a:lnTo>
                    <a:pt x="546607" y="259079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7" y="215900"/>
                  </a:lnTo>
                  <a:lnTo>
                    <a:pt x="589787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65698" y="3224022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7" y="43179"/>
                  </a:lnTo>
                  <a:lnTo>
                    <a:pt x="589787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79"/>
                  </a:lnTo>
                  <a:lnTo>
                    <a:pt x="43179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73318" y="356997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546608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6608" y="259079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899"/>
                  </a:lnTo>
                  <a:lnTo>
                    <a:pt x="589788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73318" y="356997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79"/>
                  </a:lnTo>
                  <a:lnTo>
                    <a:pt x="589788" y="215899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8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368797" y="3228213"/>
            <a:ext cx="1192530" cy="88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775335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952997" y="2072894"/>
            <a:ext cx="615315" cy="284480"/>
            <a:chOff x="5952997" y="2072894"/>
            <a:chExt cx="615315" cy="284480"/>
          </a:xfrm>
        </p:grpSpPr>
        <p:sp>
          <p:nvSpPr>
            <p:cNvPr id="35" name="object 35"/>
            <p:cNvSpPr/>
            <p:nvPr/>
          </p:nvSpPr>
          <p:spPr>
            <a:xfrm>
              <a:off x="5965697" y="2085594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7" y="215900"/>
                  </a:lnTo>
                  <a:lnTo>
                    <a:pt x="589787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65697" y="2085594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7" y="43180"/>
                  </a:lnTo>
                  <a:lnTo>
                    <a:pt x="589787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403850" y="2089785"/>
            <a:ext cx="1123950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59713" y="1452448"/>
            <a:ext cx="866775" cy="527685"/>
          </a:xfrm>
          <a:custGeom>
            <a:avLst/>
            <a:gdLst/>
            <a:ahLst/>
            <a:cxnLst/>
            <a:rect l="l" t="t" r="r" b="b"/>
            <a:pathLst>
              <a:path w="866775" h="527685">
                <a:moveTo>
                  <a:pt x="753389" y="37693"/>
                </a:moveTo>
                <a:lnTo>
                  <a:pt x="750417" y="23050"/>
                </a:lnTo>
                <a:lnTo>
                  <a:pt x="742327" y="11074"/>
                </a:lnTo>
                <a:lnTo>
                  <a:pt x="730351" y="2971"/>
                </a:lnTo>
                <a:lnTo>
                  <a:pt x="715721" y="0"/>
                </a:lnTo>
                <a:lnTo>
                  <a:pt x="696887" y="0"/>
                </a:lnTo>
                <a:lnTo>
                  <a:pt x="696887" y="56540"/>
                </a:lnTo>
                <a:lnTo>
                  <a:pt x="696887" y="376897"/>
                </a:lnTo>
                <a:lnTo>
                  <a:pt x="169506" y="376897"/>
                </a:lnTo>
                <a:lnTo>
                  <a:pt x="169506" y="56540"/>
                </a:lnTo>
                <a:lnTo>
                  <a:pt x="696887" y="56540"/>
                </a:lnTo>
                <a:lnTo>
                  <a:pt x="696887" y="0"/>
                </a:lnTo>
                <a:lnTo>
                  <a:pt x="150672" y="0"/>
                </a:lnTo>
                <a:lnTo>
                  <a:pt x="136055" y="2971"/>
                </a:lnTo>
                <a:lnTo>
                  <a:pt x="124066" y="11074"/>
                </a:lnTo>
                <a:lnTo>
                  <a:pt x="115976" y="23050"/>
                </a:lnTo>
                <a:lnTo>
                  <a:pt x="113004" y="37693"/>
                </a:lnTo>
                <a:lnTo>
                  <a:pt x="113004" y="433438"/>
                </a:lnTo>
                <a:lnTo>
                  <a:pt x="753389" y="433438"/>
                </a:lnTo>
                <a:lnTo>
                  <a:pt x="753389" y="376897"/>
                </a:lnTo>
                <a:lnTo>
                  <a:pt x="753389" y="56540"/>
                </a:lnTo>
                <a:lnTo>
                  <a:pt x="753389" y="37693"/>
                </a:lnTo>
                <a:close/>
              </a:path>
              <a:path w="866775" h="527685">
                <a:moveTo>
                  <a:pt x="866394" y="471131"/>
                </a:moveTo>
                <a:lnTo>
                  <a:pt x="489699" y="471131"/>
                </a:lnTo>
                <a:lnTo>
                  <a:pt x="489699" y="486206"/>
                </a:lnTo>
                <a:lnTo>
                  <a:pt x="485940" y="489978"/>
                </a:lnTo>
                <a:lnTo>
                  <a:pt x="380466" y="489978"/>
                </a:lnTo>
                <a:lnTo>
                  <a:pt x="376694" y="486206"/>
                </a:lnTo>
                <a:lnTo>
                  <a:pt x="376694" y="471131"/>
                </a:lnTo>
                <a:lnTo>
                  <a:pt x="0" y="471131"/>
                </a:lnTo>
                <a:lnTo>
                  <a:pt x="0" y="489978"/>
                </a:lnTo>
                <a:lnTo>
                  <a:pt x="2971" y="504609"/>
                </a:lnTo>
                <a:lnTo>
                  <a:pt x="11061" y="516597"/>
                </a:lnTo>
                <a:lnTo>
                  <a:pt x="23037" y="524687"/>
                </a:lnTo>
                <a:lnTo>
                  <a:pt x="37668" y="527659"/>
                </a:lnTo>
                <a:lnTo>
                  <a:pt x="828725" y="527659"/>
                </a:lnTo>
                <a:lnTo>
                  <a:pt x="843356" y="524687"/>
                </a:lnTo>
                <a:lnTo>
                  <a:pt x="855332" y="516597"/>
                </a:lnTo>
                <a:lnTo>
                  <a:pt x="863422" y="504609"/>
                </a:lnTo>
                <a:lnTo>
                  <a:pt x="866394" y="489978"/>
                </a:lnTo>
                <a:lnTo>
                  <a:pt x="866394" y="47113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137769" y="2779776"/>
          <a:ext cx="4548503" cy="163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219075" marR="210185" indent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ng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0.0.0.0/0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22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SSH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99.29.0.0/16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22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SSH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99.29.0.0/16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3389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RDP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0" name="object 40"/>
          <p:cNvGrpSpPr/>
          <p:nvPr/>
        </p:nvGrpSpPr>
        <p:grpSpPr>
          <a:xfrm>
            <a:off x="1385061" y="646977"/>
            <a:ext cx="5619115" cy="1859280"/>
            <a:chOff x="1385061" y="646977"/>
            <a:chExt cx="5619115" cy="1859280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061" y="646977"/>
              <a:ext cx="2253413" cy="60930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649980" y="815085"/>
              <a:ext cx="3354070" cy="1270635"/>
            </a:xfrm>
            <a:custGeom>
              <a:avLst/>
              <a:gdLst/>
              <a:ahLst/>
              <a:cxnLst/>
              <a:rect l="l" t="t" r="r" b="b"/>
              <a:pathLst>
                <a:path w="3354070" h="1270635">
                  <a:moveTo>
                    <a:pt x="3309747" y="899414"/>
                  </a:moveTo>
                  <a:lnTo>
                    <a:pt x="3297047" y="899414"/>
                  </a:lnTo>
                  <a:lnTo>
                    <a:pt x="3297047" y="1143889"/>
                  </a:lnTo>
                  <a:lnTo>
                    <a:pt x="2607056" y="1143889"/>
                  </a:lnTo>
                  <a:lnTo>
                    <a:pt x="2604262" y="1146810"/>
                  </a:lnTo>
                  <a:lnTo>
                    <a:pt x="2604262" y="1234516"/>
                  </a:lnTo>
                  <a:lnTo>
                    <a:pt x="2569845" y="1175512"/>
                  </a:lnTo>
                  <a:lnTo>
                    <a:pt x="2566035" y="1174496"/>
                  </a:lnTo>
                  <a:lnTo>
                    <a:pt x="2559939" y="1178052"/>
                  </a:lnTo>
                  <a:lnTo>
                    <a:pt x="2558923" y="1181862"/>
                  </a:lnTo>
                  <a:lnTo>
                    <a:pt x="2610612" y="1270508"/>
                  </a:lnTo>
                  <a:lnTo>
                    <a:pt x="2617940" y="1257935"/>
                  </a:lnTo>
                  <a:lnTo>
                    <a:pt x="2662301" y="1181862"/>
                  </a:lnTo>
                  <a:lnTo>
                    <a:pt x="2661285" y="1178052"/>
                  </a:lnTo>
                  <a:lnTo>
                    <a:pt x="2655189" y="1174496"/>
                  </a:lnTo>
                  <a:lnTo>
                    <a:pt x="2651379" y="1175512"/>
                  </a:lnTo>
                  <a:lnTo>
                    <a:pt x="2616962" y="1234516"/>
                  </a:lnTo>
                  <a:lnTo>
                    <a:pt x="2616962" y="1156589"/>
                  </a:lnTo>
                  <a:lnTo>
                    <a:pt x="3306826" y="1156589"/>
                  </a:lnTo>
                  <a:lnTo>
                    <a:pt x="3309747" y="1153795"/>
                  </a:lnTo>
                  <a:lnTo>
                    <a:pt x="3309747" y="1143889"/>
                  </a:lnTo>
                  <a:lnTo>
                    <a:pt x="3309747" y="899414"/>
                  </a:lnTo>
                  <a:close/>
                </a:path>
                <a:path w="3354070" h="1270635">
                  <a:moveTo>
                    <a:pt x="3353689" y="451485"/>
                  </a:moveTo>
                  <a:lnTo>
                    <a:pt x="3352673" y="447548"/>
                  </a:lnTo>
                  <a:lnTo>
                    <a:pt x="3349625" y="445770"/>
                  </a:lnTo>
                  <a:lnTo>
                    <a:pt x="3346577" y="444119"/>
                  </a:lnTo>
                  <a:lnTo>
                    <a:pt x="3342640" y="445135"/>
                  </a:lnTo>
                  <a:lnTo>
                    <a:pt x="3340862" y="448056"/>
                  </a:lnTo>
                  <a:lnTo>
                    <a:pt x="3308350" y="503796"/>
                  </a:lnTo>
                  <a:lnTo>
                    <a:pt x="3308223" y="504012"/>
                  </a:lnTo>
                  <a:lnTo>
                    <a:pt x="3308350" y="12700"/>
                  </a:lnTo>
                  <a:lnTo>
                    <a:pt x="3308350" y="6350"/>
                  </a:lnTo>
                  <a:lnTo>
                    <a:pt x="3308350" y="2794"/>
                  </a:lnTo>
                  <a:lnTo>
                    <a:pt x="3305429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3295650" y="12700"/>
                  </a:lnTo>
                  <a:lnTo>
                    <a:pt x="3295650" y="504012"/>
                  </a:lnTo>
                  <a:lnTo>
                    <a:pt x="3295650" y="527558"/>
                  </a:lnTo>
                  <a:lnTo>
                    <a:pt x="3295523" y="503796"/>
                  </a:lnTo>
                  <a:lnTo>
                    <a:pt x="3263011" y="448056"/>
                  </a:lnTo>
                  <a:lnTo>
                    <a:pt x="3261233" y="445135"/>
                  </a:lnTo>
                  <a:lnTo>
                    <a:pt x="3257296" y="444119"/>
                  </a:lnTo>
                  <a:lnTo>
                    <a:pt x="3254248" y="445770"/>
                  </a:lnTo>
                  <a:lnTo>
                    <a:pt x="3251327" y="447548"/>
                  </a:lnTo>
                  <a:lnTo>
                    <a:pt x="3250311" y="451485"/>
                  </a:lnTo>
                  <a:lnTo>
                    <a:pt x="3251962" y="454533"/>
                  </a:lnTo>
                  <a:lnTo>
                    <a:pt x="3302000" y="540131"/>
                  </a:lnTo>
                  <a:lnTo>
                    <a:pt x="3309328" y="527558"/>
                  </a:lnTo>
                  <a:lnTo>
                    <a:pt x="3353689" y="451485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93920" y="2214371"/>
              <a:ext cx="1271905" cy="287020"/>
            </a:xfrm>
            <a:custGeom>
              <a:avLst/>
              <a:gdLst/>
              <a:ahLst/>
              <a:cxnLst/>
              <a:rect l="l" t="t" r="r" b="b"/>
              <a:pathLst>
                <a:path w="1271904" h="287019">
                  <a:moveTo>
                    <a:pt x="0" y="286892"/>
                  </a:moveTo>
                  <a:lnTo>
                    <a:pt x="1271396" y="0"/>
                  </a:lnTo>
                </a:path>
              </a:pathLst>
            </a:custGeom>
            <a:ln w="9525">
              <a:solidFill>
                <a:srgbClr val="999A97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92860" y="2170938"/>
            <a:ext cx="304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5975" marR="5080" indent="-803910">
              <a:lnSpc>
                <a:spcPct val="100000"/>
              </a:lnSpc>
              <a:spcBef>
                <a:spcPts val="100"/>
              </a:spcBef>
            </a:pP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nc</a:t>
            </a:r>
            <a:r>
              <a:rPr sz="1800" b="1" spc="-19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it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up 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5153" y="3347355"/>
            <a:ext cx="269741" cy="269955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1570762" y="3890129"/>
            <a:ext cx="293370" cy="208279"/>
            <a:chOff x="1570762" y="3890129"/>
            <a:chExt cx="293370" cy="208279"/>
          </a:xfrm>
        </p:grpSpPr>
        <p:sp>
          <p:nvSpPr>
            <p:cNvPr id="47" name="object 47"/>
            <p:cNvSpPr/>
            <p:nvPr/>
          </p:nvSpPr>
          <p:spPr>
            <a:xfrm>
              <a:off x="1572982" y="3892338"/>
              <a:ext cx="288925" cy="203835"/>
            </a:xfrm>
            <a:custGeom>
              <a:avLst/>
              <a:gdLst/>
              <a:ahLst/>
              <a:cxnLst/>
              <a:rect l="l" t="t" r="r" b="b"/>
              <a:pathLst>
                <a:path w="288925" h="203835">
                  <a:moveTo>
                    <a:pt x="263308" y="0"/>
                  </a:moveTo>
                  <a:lnTo>
                    <a:pt x="103386" y="152016"/>
                  </a:lnTo>
                  <a:lnTo>
                    <a:pt x="26549" y="72867"/>
                  </a:lnTo>
                  <a:lnTo>
                    <a:pt x="0" y="98308"/>
                  </a:lnTo>
                  <a:lnTo>
                    <a:pt x="102137" y="203839"/>
                  </a:lnTo>
                  <a:lnTo>
                    <a:pt x="128999" y="178713"/>
                  </a:lnTo>
                  <a:lnTo>
                    <a:pt x="288608" y="26382"/>
                  </a:lnTo>
                  <a:lnTo>
                    <a:pt x="263308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70762" y="3890129"/>
              <a:ext cx="293370" cy="208279"/>
            </a:xfrm>
            <a:custGeom>
              <a:avLst/>
              <a:gdLst/>
              <a:ahLst/>
              <a:cxnLst/>
              <a:rect l="l" t="t" r="r" b="b"/>
              <a:pathLst>
                <a:path w="293369" h="208279">
                  <a:moveTo>
                    <a:pt x="28808" y="72869"/>
                  </a:moveTo>
                  <a:lnTo>
                    <a:pt x="0" y="100475"/>
                  </a:lnTo>
                  <a:lnTo>
                    <a:pt x="104302" y="208244"/>
                  </a:lnTo>
                  <a:lnTo>
                    <a:pt x="107820" y="204954"/>
                  </a:lnTo>
                  <a:lnTo>
                    <a:pt x="105476" y="204954"/>
                  </a:lnTo>
                  <a:lnTo>
                    <a:pt x="103292" y="204899"/>
                  </a:lnTo>
                  <a:lnTo>
                    <a:pt x="104411" y="203853"/>
                  </a:lnTo>
                  <a:lnTo>
                    <a:pt x="5497" y="101652"/>
                  </a:lnTo>
                  <a:lnTo>
                    <a:pt x="3297" y="101652"/>
                  </a:lnTo>
                  <a:lnTo>
                    <a:pt x="3339" y="99422"/>
                  </a:lnTo>
                  <a:lnTo>
                    <a:pt x="5624" y="99422"/>
                  </a:lnTo>
                  <a:lnTo>
                    <a:pt x="28730" y="77282"/>
                  </a:lnTo>
                  <a:lnTo>
                    <a:pt x="27652" y="76172"/>
                  </a:lnTo>
                  <a:lnTo>
                    <a:pt x="32015" y="76172"/>
                  </a:lnTo>
                  <a:lnTo>
                    <a:pt x="28808" y="72869"/>
                  </a:lnTo>
                  <a:close/>
                </a:path>
                <a:path w="293369" h="208279">
                  <a:moveTo>
                    <a:pt x="104411" y="203853"/>
                  </a:moveTo>
                  <a:lnTo>
                    <a:pt x="103292" y="204899"/>
                  </a:lnTo>
                  <a:lnTo>
                    <a:pt x="105476" y="204954"/>
                  </a:lnTo>
                  <a:lnTo>
                    <a:pt x="104411" y="203853"/>
                  </a:lnTo>
                  <a:close/>
                </a:path>
                <a:path w="293369" h="208279">
                  <a:moveTo>
                    <a:pt x="288617" y="28545"/>
                  </a:moveTo>
                  <a:lnTo>
                    <a:pt x="130144" y="179783"/>
                  </a:lnTo>
                  <a:lnTo>
                    <a:pt x="104411" y="203853"/>
                  </a:lnTo>
                  <a:lnTo>
                    <a:pt x="105476" y="204954"/>
                  </a:lnTo>
                  <a:lnTo>
                    <a:pt x="107820" y="204954"/>
                  </a:lnTo>
                  <a:lnTo>
                    <a:pt x="132289" y="182066"/>
                  </a:lnTo>
                  <a:lnTo>
                    <a:pt x="291949" y="29683"/>
                  </a:lnTo>
                  <a:lnTo>
                    <a:pt x="289709" y="29683"/>
                  </a:lnTo>
                  <a:lnTo>
                    <a:pt x="288617" y="28545"/>
                  </a:lnTo>
                  <a:close/>
                </a:path>
                <a:path w="293369" h="208279">
                  <a:moveTo>
                    <a:pt x="32015" y="76172"/>
                  </a:moveTo>
                  <a:lnTo>
                    <a:pt x="27652" y="76172"/>
                  </a:lnTo>
                  <a:lnTo>
                    <a:pt x="29847" y="76212"/>
                  </a:lnTo>
                  <a:lnTo>
                    <a:pt x="28730" y="77282"/>
                  </a:lnTo>
                  <a:lnTo>
                    <a:pt x="105562" y="156429"/>
                  </a:lnTo>
                  <a:lnTo>
                    <a:pt x="109034" y="153128"/>
                  </a:lnTo>
                  <a:lnTo>
                    <a:pt x="106723" y="153128"/>
                  </a:lnTo>
                  <a:lnTo>
                    <a:pt x="104534" y="153084"/>
                  </a:lnTo>
                  <a:lnTo>
                    <a:pt x="105650" y="152023"/>
                  </a:lnTo>
                  <a:lnTo>
                    <a:pt x="32015" y="76172"/>
                  </a:lnTo>
                  <a:close/>
                </a:path>
                <a:path w="293369" h="208279">
                  <a:moveTo>
                    <a:pt x="105650" y="152023"/>
                  </a:moveTo>
                  <a:lnTo>
                    <a:pt x="104534" y="153084"/>
                  </a:lnTo>
                  <a:lnTo>
                    <a:pt x="106723" y="153128"/>
                  </a:lnTo>
                  <a:lnTo>
                    <a:pt x="105650" y="152023"/>
                  </a:lnTo>
                  <a:close/>
                </a:path>
                <a:path w="293369" h="208279">
                  <a:moveTo>
                    <a:pt x="265580" y="0"/>
                  </a:moveTo>
                  <a:lnTo>
                    <a:pt x="105650" y="152023"/>
                  </a:lnTo>
                  <a:lnTo>
                    <a:pt x="106723" y="153128"/>
                  </a:lnTo>
                  <a:lnTo>
                    <a:pt x="109034" y="153128"/>
                  </a:lnTo>
                  <a:lnTo>
                    <a:pt x="265476" y="4413"/>
                  </a:lnTo>
                  <a:lnTo>
                    <a:pt x="264409" y="3300"/>
                  </a:lnTo>
                  <a:lnTo>
                    <a:pt x="268745" y="3300"/>
                  </a:lnTo>
                  <a:lnTo>
                    <a:pt x="265580" y="0"/>
                  </a:lnTo>
                  <a:close/>
                </a:path>
                <a:path w="293369" h="208279">
                  <a:moveTo>
                    <a:pt x="3339" y="99422"/>
                  </a:moveTo>
                  <a:lnTo>
                    <a:pt x="3297" y="101652"/>
                  </a:lnTo>
                  <a:lnTo>
                    <a:pt x="4438" y="100559"/>
                  </a:lnTo>
                  <a:lnTo>
                    <a:pt x="3339" y="99422"/>
                  </a:lnTo>
                  <a:close/>
                </a:path>
                <a:path w="293369" h="208279">
                  <a:moveTo>
                    <a:pt x="4438" y="100559"/>
                  </a:moveTo>
                  <a:lnTo>
                    <a:pt x="3297" y="101652"/>
                  </a:lnTo>
                  <a:lnTo>
                    <a:pt x="5497" y="101652"/>
                  </a:lnTo>
                  <a:lnTo>
                    <a:pt x="4438" y="100559"/>
                  </a:lnTo>
                  <a:close/>
                </a:path>
                <a:path w="293369" h="208279">
                  <a:moveTo>
                    <a:pt x="5624" y="99422"/>
                  </a:moveTo>
                  <a:lnTo>
                    <a:pt x="3339" y="99422"/>
                  </a:lnTo>
                  <a:lnTo>
                    <a:pt x="4438" y="100559"/>
                  </a:lnTo>
                  <a:lnTo>
                    <a:pt x="5624" y="99422"/>
                  </a:lnTo>
                  <a:close/>
                </a:path>
                <a:path w="293369" h="208279">
                  <a:moveTo>
                    <a:pt x="27652" y="76172"/>
                  </a:moveTo>
                  <a:lnTo>
                    <a:pt x="28730" y="77282"/>
                  </a:lnTo>
                  <a:lnTo>
                    <a:pt x="29847" y="76212"/>
                  </a:lnTo>
                  <a:lnTo>
                    <a:pt x="27652" y="76172"/>
                  </a:lnTo>
                  <a:close/>
                </a:path>
                <a:path w="293369" h="208279">
                  <a:moveTo>
                    <a:pt x="289761" y="27453"/>
                  </a:moveTo>
                  <a:lnTo>
                    <a:pt x="288617" y="28545"/>
                  </a:lnTo>
                  <a:lnTo>
                    <a:pt x="289709" y="29683"/>
                  </a:lnTo>
                  <a:lnTo>
                    <a:pt x="289761" y="27453"/>
                  </a:lnTo>
                  <a:close/>
                </a:path>
                <a:path w="293369" h="208279">
                  <a:moveTo>
                    <a:pt x="291901" y="27453"/>
                  </a:moveTo>
                  <a:lnTo>
                    <a:pt x="289761" y="27453"/>
                  </a:lnTo>
                  <a:lnTo>
                    <a:pt x="289709" y="29683"/>
                  </a:lnTo>
                  <a:lnTo>
                    <a:pt x="291949" y="29683"/>
                  </a:lnTo>
                  <a:lnTo>
                    <a:pt x="293041" y="28641"/>
                  </a:lnTo>
                  <a:lnTo>
                    <a:pt x="291901" y="27453"/>
                  </a:lnTo>
                  <a:close/>
                </a:path>
                <a:path w="293369" h="208279">
                  <a:moveTo>
                    <a:pt x="268745" y="3300"/>
                  </a:moveTo>
                  <a:lnTo>
                    <a:pt x="264409" y="3300"/>
                  </a:lnTo>
                  <a:lnTo>
                    <a:pt x="266595" y="3350"/>
                  </a:lnTo>
                  <a:lnTo>
                    <a:pt x="265476" y="4413"/>
                  </a:lnTo>
                  <a:lnTo>
                    <a:pt x="288617" y="28545"/>
                  </a:lnTo>
                  <a:lnTo>
                    <a:pt x="289761" y="27453"/>
                  </a:lnTo>
                  <a:lnTo>
                    <a:pt x="291901" y="27453"/>
                  </a:lnTo>
                  <a:lnTo>
                    <a:pt x="268745" y="3300"/>
                  </a:lnTo>
                  <a:close/>
                </a:path>
                <a:path w="293369" h="208279">
                  <a:moveTo>
                    <a:pt x="264409" y="3300"/>
                  </a:moveTo>
                  <a:lnTo>
                    <a:pt x="265476" y="4413"/>
                  </a:lnTo>
                  <a:lnTo>
                    <a:pt x="266595" y="3350"/>
                  </a:lnTo>
                  <a:lnTo>
                    <a:pt x="264409" y="330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2135885"/>
            <a:ext cx="75190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How</a:t>
            </a:r>
            <a:r>
              <a:rPr sz="3600" spc="-10" dirty="0"/>
              <a:t> </a:t>
            </a:r>
            <a:r>
              <a:rPr sz="3600" dirty="0"/>
              <a:t>to</a:t>
            </a:r>
            <a:r>
              <a:rPr sz="3600" spc="-5" dirty="0"/>
              <a:t> </a:t>
            </a:r>
            <a:r>
              <a:rPr sz="3600" dirty="0"/>
              <a:t>Log</a:t>
            </a:r>
            <a:r>
              <a:rPr sz="3600" spc="-5" dirty="0"/>
              <a:t> </a:t>
            </a:r>
            <a:r>
              <a:rPr sz="3600" dirty="0"/>
              <a:t>in</a:t>
            </a:r>
            <a:r>
              <a:rPr sz="3600" spc="-5" dirty="0"/>
              <a:t> </a:t>
            </a:r>
            <a:r>
              <a:rPr sz="3600" dirty="0"/>
              <a:t>to</a:t>
            </a:r>
            <a:r>
              <a:rPr sz="3600" spc="-5" dirty="0"/>
              <a:t> Private instance?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5284" y="2872609"/>
            <a:ext cx="389699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Bastion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Host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Systems</a:t>
            </a:r>
            <a:r>
              <a:rPr sz="1800" spc="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Manager</a:t>
            </a:r>
            <a:r>
              <a:rPr sz="1800" spc="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–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Session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Manager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7364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How</a:t>
            </a:r>
            <a:r>
              <a:rPr sz="2400" spc="-10" dirty="0"/>
              <a:t> </a:t>
            </a:r>
            <a:r>
              <a:rPr sz="2400" dirty="0"/>
              <a:t>to</a:t>
            </a:r>
            <a:r>
              <a:rPr sz="2400" spc="-5" dirty="0"/>
              <a:t> </a:t>
            </a:r>
            <a:r>
              <a:rPr sz="2400" dirty="0"/>
              <a:t>log</a:t>
            </a:r>
            <a:r>
              <a:rPr sz="2400" spc="-30" dirty="0"/>
              <a:t> </a:t>
            </a:r>
            <a:r>
              <a:rPr sz="2400" dirty="0"/>
              <a:t>in</a:t>
            </a:r>
            <a:r>
              <a:rPr sz="2400" spc="-20" dirty="0"/>
              <a:t> </a:t>
            </a:r>
            <a:r>
              <a:rPr sz="2400" dirty="0"/>
              <a:t>to</a:t>
            </a:r>
            <a:r>
              <a:rPr sz="2400" spc="-5" dirty="0"/>
              <a:t> </a:t>
            </a:r>
            <a:r>
              <a:rPr sz="2400" dirty="0"/>
              <a:t>private</a:t>
            </a:r>
            <a:r>
              <a:rPr sz="2400" spc="-5" dirty="0"/>
              <a:t> instance</a:t>
            </a:r>
            <a:r>
              <a:rPr sz="2400" spc="-10" dirty="0"/>
              <a:t> </a:t>
            </a:r>
            <a:r>
              <a:rPr sz="2400" spc="5" dirty="0"/>
              <a:t>with</a:t>
            </a:r>
            <a:r>
              <a:rPr sz="2400" spc="-55" dirty="0"/>
              <a:t> </a:t>
            </a:r>
            <a:r>
              <a:rPr sz="2400" spc="-5" dirty="0"/>
              <a:t>Bastion </a:t>
            </a:r>
            <a:r>
              <a:rPr sz="2400" dirty="0"/>
              <a:t>Host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4884673" y="1112774"/>
            <a:ext cx="4134485" cy="3609975"/>
            <a:chOff x="4884673" y="1112774"/>
            <a:chExt cx="4134485" cy="3609975"/>
          </a:xfrm>
        </p:grpSpPr>
        <p:sp>
          <p:nvSpPr>
            <p:cNvPr id="4" name="object 4"/>
            <p:cNvSpPr/>
            <p:nvPr/>
          </p:nvSpPr>
          <p:spPr>
            <a:xfrm>
              <a:off x="4897373" y="1125474"/>
              <a:ext cx="4109085" cy="3584575"/>
            </a:xfrm>
            <a:custGeom>
              <a:avLst/>
              <a:gdLst/>
              <a:ahLst/>
              <a:cxnLst/>
              <a:rect l="l" t="t" r="r" b="b"/>
              <a:pathLst>
                <a:path w="4109084" h="3584575">
                  <a:moveTo>
                    <a:pt x="4108704" y="0"/>
                  </a:moveTo>
                  <a:lnTo>
                    <a:pt x="0" y="0"/>
                  </a:lnTo>
                  <a:lnTo>
                    <a:pt x="0" y="3584448"/>
                  </a:lnTo>
                  <a:lnTo>
                    <a:pt x="4108704" y="3584448"/>
                  </a:lnTo>
                  <a:lnTo>
                    <a:pt x="4108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97373" y="1125474"/>
              <a:ext cx="4109085" cy="3584575"/>
            </a:xfrm>
            <a:custGeom>
              <a:avLst/>
              <a:gdLst/>
              <a:ahLst/>
              <a:cxnLst/>
              <a:rect l="l" t="t" r="r" b="b"/>
              <a:pathLst>
                <a:path w="4109084" h="3584575">
                  <a:moveTo>
                    <a:pt x="0" y="3584448"/>
                  </a:moveTo>
                  <a:lnTo>
                    <a:pt x="4108704" y="3584448"/>
                  </a:lnTo>
                  <a:lnTo>
                    <a:pt x="4108704" y="0"/>
                  </a:lnTo>
                  <a:lnTo>
                    <a:pt x="0" y="0"/>
                  </a:lnTo>
                  <a:lnTo>
                    <a:pt x="0" y="3584448"/>
                  </a:lnTo>
                  <a:close/>
                </a:path>
              </a:pathLst>
            </a:custGeom>
            <a:ln w="25399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78217" y="1856994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29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5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7" y="735329"/>
                  </a:lnTo>
                  <a:lnTo>
                    <a:pt x="1725167" y="147065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78217" y="1856994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7" y="147065"/>
                  </a:lnTo>
                  <a:lnTo>
                    <a:pt x="1725167" y="735329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5" y="882395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29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78217" y="2974086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1520952" y="0"/>
                  </a:moveTo>
                  <a:lnTo>
                    <a:pt x="204215" y="0"/>
                  </a:ln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5"/>
                  </a:lnTo>
                  <a:lnTo>
                    <a:pt x="0" y="1021079"/>
                  </a:lnTo>
                  <a:lnTo>
                    <a:pt x="5393" y="1067905"/>
                  </a:lnTo>
                  <a:lnTo>
                    <a:pt x="20758" y="1110890"/>
                  </a:lnTo>
                  <a:lnTo>
                    <a:pt x="44866" y="1148808"/>
                  </a:lnTo>
                  <a:lnTo>
                    <a:pt x="76493" y="1180433"/>
                  </a:lnTo>
                  <a:lnTo>
                    <a:pt x="114411" y="1204539"/>
                  </a:lnTo>
                  <a:lnTo>
                    <a:pt x="157394" y="1219902"/>
                  </a:lnTo>
                  <a:lnTo>
                    <a:pt x="204215" y="1225295"/>
                  </a:lnTo>
                  <a:lnTo>
                    <a:pt x="1520952" y="1225295"/>
                  </a:lnTo>
                  <a:lnTo>
                    <a:pt x="1567773" y="1219902"/>
                  </a:lnTo>
                  <a:lnTo>
                    <a:pt x="1610756" y="1204539"/>
                  </a:lnTo>
                  <a:lnTo>
                    <a:pt x="1648674" y="1180433"/>
                  </a:lnTo>
                  <a:lnTo>
                    <a:pt x="1680301" y="1148808"/>
                  </a:lnTo>
                  <a:lnTo>
                    <a:pt x="1704409" y="1110890"/>
                  </a:lnTo>
                  <a:lnTo>
                    <a:pt x="1719774" y="1067905"/>
                  </a:lnTo>
                  <a:lnTo>
                    <a:pt x="1725167" y="1021079"/>
                  </a:lnTo>
                  <a:lnTo>
                    <a:pt x="1725167" y="204215"/>
                  </a:lnTo>
                  <a:lnTo>
                    <a:pt x="1719774" y="157394"/>
                  </a:lnTo>
                  <a:lnTo>
                    <a:pt x="1704409" y="114411"/>
                  </a:lnTo>
                  <a:lnTo>
                    <a:pt x="1680301" y="76493"/>
                  </a:lnTo>
                  <a:lnTo>
                    <a:pt x="1648674" y="44866"/>
                  </a:lnTo>
                  <a:lnTo>
                    <a:pt x="1610756" y="20758"/>
                  </a:lnTo>
                  <a:lnTo>
                    <a:pt x="1567773" y="5393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78217" y="2974086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0" y="204215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5" y="0"/>
                  </a:lnTo>
                  <a:lnTo>
                    <a:pt x="1520952" y="0"/>
                  </a:lnTo>
                  <a:lnTo>
                    <a:pt x="1567773" y="5393"/>
                  </a:lnTo>
                  <a:lnTo>
                    <a:pt x="1610756" y="20758"/>
                  </a:lnTo>
                  <a:lnTo>
                    <a:pt x="1648674" y="44866"/>
                  </a:lnTo>
                  <a:lnTo>
                    <a:pt x="1680301" y="76493"/>
                  </a:lnTo>
                  <a:lnTo>
                    <a:pt x="1704409" y="114411"/>
                  </a:lnTo>
                  <a:lnTo>
                    <a:pt x="1719774" y="157394"/>
                  </a:lnTo>
                  <a:lnTo>
                    <a:pt x="1725167" y="204215"/>
                  </a:lnTo>
                  <a:lnTo>
                    <a:pt x="1725167" y="1021079"/>
                  </a:lnTo>
                  <a:lnTo>
                    <a:pt x="1719774" y="1067905"/>
                  </a:lnTo>
                  <a:lnTo>
                    <a:pt x="1704409" y="1110890"/>
                  </a:lnTo>
                  <a:lnTo>
                    <a:pt x="1680301" y="1148808"/>
                  </a:lnTo>
                  <a:lnTo>
                    <a:pt x="1648674" y="1180433"/>
                  </a:lnTo>
                  <a:lnTo>
                    <a:pt x="1610756" y="1204539"/>
                  </a:lnTo>
                  <a:lnTo>
                    <a:pt x="1567773" y="1219902"/>
                  </a:lnTo>
                  <a:lnTo>
                    <a:pt x="1520952" y="1225295"/>
                  </a:lnTo>
                  <a:lnTo>
                    <a:pt x="204215" y="1225295"/>
                  </a:lnTo>
                  <a:lnTo>
                    <a:pt x="157394" y="1219902"/>
                  </a:lnTo>
                  <a:lnTo>
                    <a:pt x="114411" y="1204539"/>
                  </a:lnTo>
                  <a:lnTo>
                    <a:pt x="76493" y="1180433"/>
                  </a:lnTo>
                  <a:lnTo>
                    <a:pt x="44866" y="1148808"/>
                  </a:lnTo>
                  <a:lnTo>
                    <a:pt x="20758" y="1110890"/>
                  </a:lnTo>
                  <a:lnTo>
                    <a:pt x="5393" y="1067905"/>
                  </a:lnTo>
                  <a:lnTo>
                    <a:pt x="0" y="1021079"/>
                  </a:lnTo>
                  <a:lnTo>
                    <a:pt x="0" y="20421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31657" y="322402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5084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4" y="215900"/>
                  </a:lnTo>
                  <a:lnTo>
                    <a:pt x="588264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31657" y="322402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79"/>
                  </a:lnTo>
                  <a:lnTo>
                    <a:pt x="588264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9277" y="3569969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79"/>
                  </a:lnTo>
                  <a:lnTo>
                    <a:pt x="545083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4" y="215899"/>
                  </a:lnTo>
                  <a:lnTo>
                    <a:pt x="588264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39277" y="3569969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79"/>
                  </a:lnTo>
                  <a:lnTo>
                    <a:pt x="588264" y="215899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79"/>
                  </a:lnTo>
                  <a:lnTo>
                    <a:pt x="43179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43647" y="3228213"/>
            <a:ext cx="1193165" cy="87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263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765175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51296" y="4364227"/>
            <a:ext cx="1804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90414" y="1344422"/>
            <a:ext cx="3726179" cy="383540"/>
            <a:chOff x="5090414" y="1344422"/>
            <a:chExt cx="3726179" cy="383540"/>
          </a:xfrm>
        </p:grpSpPr>
        <p:sp>
          <p:nvSpPr>
            <p:cNvPr id="17" name="object 17"/>
            <p:cNvSpPr/>
            <p:nvPr/>
          </p:nvSpPr>
          <p:spPr>
            <a:xfrm>
              <a:off x="5103114" y="1357122"/>
              <a:ext cx="3700779" cy="358140"/>
            </a:xfrm>
            <a:custGeom>
              <a:avLst/>
              <a:gdLst/>
              <a:ahLst/>
              <a:cxnLst/>
              <a:rect l="l" t="t" r="r" b="b"/>
              <a:pathLst>
                <a:path w="3700779" h="358139">
                  <a:moveTo>
                    <a:pt x="3640582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39"/>
                  </a:lnTo>
                  <a:lnTo>
                    <a:pt x="3640582" y="358139"/>
                  </a:lnTo>
                  <a:lnTo>
                    <a:pt x="3663838" y="353456"/>
                  </a:lnTo>
                  <a:lnTo>
                    <a:pt x="3682809" y="340677"/>
                  </a:lnTo>
                  <a:lnTo>
                    <a:pt x="3695588" y="321706"/>
                  </a:lnTo>
                  <a:lnTo>
                    <a:pt x="3700271" y="298450"/>
                  </a:lnTo>
                  <a:lnTo>
                    <a:pt x="3700271" y="59689"/>
                  </a:lnTo>
                  <a:lnTo>
                    <a:pt x="3695588" y="36433"/>
                  </a:lnTo>
                  <a:lnTo>
                    <a:pt x="3682809" y="17462"/>
                  </a:lnTo>
                  <a:lnTo>
                    <a:pt x="3663838" y="4683"/>
                  </a:lnTo>
                  <a:lnTo>
                    <a:pt x="3640582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03114" y="1357122"/>
              <a:ext cx="3700779" cy="358140"/>
            </a:xfrm>
            <a:custGeom>
              <a:avLst/>
              <a:gdLst/>
              <a:ahLst/>
              <a:cxnLst/>
              <a:rect l="l" t="t" r="r" b="b"/>
              <a:pathLst>
                <a:path w="3700779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3640582" y="0"/>
                  </a:lnTo>
                  <a:lnTo>
                    <a:pt x="3663838" y="4683"/>
                  </a:lnTo>
                  <a:lnTo>
                    <a:pt x="3682809" y="17462"/>
                  </a:lnTo>
                  <a:lnTo>
                    <a:pt x="3695588" y="36433"/>
                  </a:lnTo>
                  <a:lnTo>
                    <a:pt x="3700271" y="59689"/>
                  </a:lnTo>
                  <a:lnTo>
                    <a:pt x="3700271" y="298450"/>
                  </a:lnTo>
                  <a:lnTo>
                    <a:pt x="3695588" y="321706"/>
                  </a:lnTo>
                  <a:lnTo>
                    <a:pt x="3682809" y="340677"/>
                  </a:lnTo>
                  <a:lnTo>
                    <a:pt x="3663838" y="353456"/>
                  </a:lnTo>
                  <a:lnTo>
                    <a:pt x="3640582" y="358139"/>
                  </a:lnTo>
                  <a:lnTo>
                    <a:pt x="59689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65545" y="1409522"/>
            <a:ext cx="1376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Intern</a:t>
            </a:r>
            <a:r>
              <a:rPr sz="1400" spc="-2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r>
              <a:rPr sz="14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Gate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ay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90414" y="1858010"/>
            <a:ext cx="3449954" cy="2367915"/>
            <a:chOff x="5090414" y="1858010"/>
            <a:chExt cx="3449954" cy="2367915"/>
          </a:xfrm>
        </p:grpSpPr>
        <p:sp>
          <p:nvSpPr>
            <p:cNvPr id="21" name="object 21"/>
            <p:cNvSpPr/>
            <p:nvPr/>
          </p:nvSpPr>
          <p:spPr>
            <a:xfrm>
              <a:off x="7939278" y="2079498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79"/>
                  </a:lnTo>
                  <a:lnTo>
                    <a:pt x="545083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4" y="215900"/>
                  </a:lnTo>
                  <a:lnTo>
                    <a:pt x="588264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39278" y="2079498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79"/>
                  </a:lnTo>
                  <a:lnTo>
                    <a:pt x="588264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79"/>
                  </a:lnTo>
                  <a:lnTo>
                    <a:pt x="43179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03114" y="1870710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2" y="0"/>
                  </a:moveTo>
                  <a:lnTo>
                    <a:pt x="147065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29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5" y="882395"/>
                  </a:lnTo>
                  <a:lnTo>
                    <a:pt x="1578102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7" y="735329"/>
                  </a:lnTo>
                  <a:lnTo>
                    <a:pt x="1725167" y="147065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03114" y="1870710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5" y="0"/>
                  </a:lnTo>
                  <a:lnTo>
                    <a:pt x="1578102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7" y="147065"/>
                  </a:lnTo>
                  <a:lnTo>
                    <a:pt x="1725167" y="735329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2" y="882395"/>
                  </a:lnTo>
                  <a:lnTo>
                    <a:pt x="147065" y="882395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29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03114" y="2989326"/>
              <a:ext cx="1725295" cy="1224280"/>
            </a:xfrm>
            <a:custGeom>
              <a:avLst/>
              <a:gdLst/>
              <a:ahLst/>
              <a:cxnLst/>
              <a:rect l="l" t="t" r="r" b="b"/>
              <a:pathLst>
                <a:path w="1725295" h="1224279">
                  <a:moveTo>
                    <a:pt x="1521206" y="0"/>
                  </a:moveTo>
                  <a:lnTo>
                    <a:pt x="203962" y="0"/>
                  </a:lnTo>
                  <a:lnTo>
                    <a:pt x="157194" y="5386"/>
                  </a:lnTo>
                  <a:lnTo>
                    <a:pt x="114262" y="20730"/>
                  </a:lnTo>
                  <a:lnTo>
                    <a:pt x="76392" y="44806"/>
                  </a:lnTo>
                  <a:lnTo>
                    <a:pt x="44806" y="76392"/>
                  </a:lnTo>
                  <a:lnTo>
                    <a:pt x="20730" y="114262"/>
                  </a:lnTo>
                  <a:lnTo>
                    <a:pt x="5386" y="157194"/>
                  </a:lnTo>
                  <a:lnTo>
                    <a:pt x="0" y="203962"/>
                  </a:lnTo>
                  <a:lnTo>
                    <a:pt x="0" y="1019810"/>
                  </a:lnTo>
                  <a:lnTo>
                    <a:pt x="5386" y="1066577"/>
                  </a:lnTo>
                  <a:lnTo>
                    <a:pt x="20730" y="1109509"/>
                  </a:lnTo>
                  <a:lnTo>
                    <a:pt x="44806" y="1147379"/>
                  </a:lnTo>
                  <a:lnTo>
                    <a:pt x="76392" y="1178965"/>
                  </a:lnTo>
                  <a:lnTo>
                    <a:pt x="114262" y="1203041"/>
                  </a:lnTo>
                  <a:lnTo>
                    <a:pt x="157194" y="1218385"/>
                  </a:lnTo>
                  <a:lnTo>
                    <a:pt x="203962" y="1223772"/>
                  </a:lnTo>
                  <a:lnTo>
                    <a:pt x="1521206" y="1223772"/>
                  </a:lnTo>
                  <a:lnTo>
                    <a:pt x="1567973" y="1218385"/>
                  </a:lnTo>
                  <a:lnTo>
                    <a:pt x="1610905" y="1203041"/>
                  </a:lnTo>
                  <a:lnTo>
                    <a:pt x="1648775" y="1178965"/>
                  </a:lnTo>
                  <a:lnTo>
                    <a:pt x="1680361" y="1147379"/>
                  </a:lnTo>
                  <a:lnTo>
                    <a:pt x="1704437" y="1109509"/>
                  </a:lnTo>
                  <a:lnTo>
                    <a:pt x="1719781" y="1066577"/>
                  </a:lnTo>
                  <a:lnTo>
                    <a:pt x="1725167" y="1019810"/>
                  </a:lnTo>
                  <a:lnTo>
                    <a:pt x="1725167" y="203962"/>
                  </a:lnTo>
                  <a:lnTo>
                    <a:pt x="1719781" y="157194"/>
                  </a:lnTo>
                  <a:lnTo>
                    <a:pt x="1704437" y="114262"/>
                  </a:lnTo>
                  <a:lnTo>
                    <a:pt x="1680361" y="76392"/>
                  </a:lnTo>
                  <a:lnTo>
                    <a:pt x="1648775" y="44806"/>
                  </a:lnTo>
                  <a:lnTo>
                    <a:pt x="1610905" y="20730"/>
                  </a:lnTo>
                  <a:lnTo>
                    <a:pt x="1567973" y="5386"/>
                  </a:lnTo>
                  <a:lnTo>
                    <a:pt x="1521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03114" y="2989326"/>
              <a:ext cx="1725295" cy="1224280"/>
            </a:xfrm>
            <a:custGeom>
              <a:avLst/>
              <a:gdLst/>
              <a:ahLst/>
              <a:cxnLst/>
              <a:rect l="l" t="t" r="r" b="b"/>
              <a:pathLst>
                <a:path w="1725295" h="1224279">
                  <a:moveTo>
                    <a:pt x="0" y="203962"/>
                  </a:moveTo>
                  <a:lnTo>
                    <a:pt x="5386" y="157194"/>
                  </a:lnTo>
                  <a:lnTo>
                    <a:pt x="20730" y="114262"/>
                  </a:lnTo>
                  <a:lnTo>
                    <a:pt x="44806" y="76392"/>
                  </a:lnTo>
                  <a:lnTo>
                    <a:pt x="76392" y="44806"/>
                  </a:lnTo>
                  <a:lnTo>
                    <a:pt x="114262" y="20730"/>
                  </a:lnTo>
                  <a:lnTo>
                    <a:pt x="157194" y="5386"/>
                  </a:lnTo>
                  <a:lnTo>
                    <a:pt x="203962" y="0"/>
                  </a:lnTo>
                  <a:lnTo>
                    <a:pt x="1521206" y="0"/>
                  </a:lnTo>
                  <a:lnTo>
                    <a:pt x="1567973" y="5386"/>
                  </a:lnTo>
                  <a:lnTo>
                    <a:pt x="1610905" y="20730"/>
                  </a:lnTo>
                  <a:lnTo>
                    <a:pt x="1648775" y="44806"/>
                  </a:lnTo>
                  <a:lnTo>
                    <a:pt x="1680361" y="76392"/>
                  </a:lnTo>
                  <a:lnTo>
                    <a:pt x="1704437" y="114262"/>
                  </a:lnTo>
                  <a:lnTo>
                    <a:pt x="1719781" y="157194"/>
                  </a:lnTo>
                  <a:lnTo>
                    <a:pt x="1725167" y="203962"/>
                  </a:lnTo>
                  <a:lnTo>
                    <a:pt x="1725167" y="1019810"/>
                  </a:lnTo>
                  <a:lnTo>
                    <a:pt x="1719781" y="1066577"/>
                  </a:lnTo>
                  <a:lnTo>
                    <a:pt x="1704437" y="1109509"/>
                  </a:lnTo>
                  <a:lnTo>
                    <a:pt x="1680361" y="1147379"/>
                  </a:lnTo>
                  <a:lnTo>
                    <a:pt x="1648775" y="1178965"/>
                  </a:lnTo>
                  <a:lnTo>
                    <a:pt x="1610905" y="1203041"/>
                  </a:lnTo>
                  <a:lnTo>
                    <a:pt x="1567973" y="1218385"/>
                  </a:lnTo>
                  <a:lnTo>
                    <a:pt x="1521206" y="1223772"/>
                  </a:lnTo>
                  <a:lnTo>
                    <a:pt x="203962" y="1223772"/>
                  </a:lnTo>
                  <a:lnTo>
                    <a:pt x="157194" y="1218385"/>
                  </a:lnTo>
                  <a:lnTo>
                    <a:pt x="114262" y="1203041"/>
                  </a:lnTo>
                  <a:lnTo>
                    <a:pt x="76392" y="1178965"/>
                  </a:lnTo>
                  <a:lnTo>
                    <a:pt x="44806" y="1147379"/>
                  </a:lnTo>
                  <a:lnTo>
                    <a:pt x="20730" y="1109509"/>
                  </a:lnTo>
                  <a:lnTo>
                    <a:pt x="5386" y="1066577"/>
                  </a:lnTo>
                  <a:lnTo>
                    <a:pt x="0" y="1019810"/>
                  </a:lnTo>
                  <a:lnTo>
                    <a:pt x="0" y="20396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65698" y="3224022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79"/>
                  </a:lnTo>
                  <a:lnTo>
                    <a:pt x="546607" y="259079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7" y="215900"/>
                  </a:lnTo>
                  <a:lnTo>
                    <a:pt x="589787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65698" y="3224022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7" y="43179"/>
                  </a:lnTo>
                  <a:lnTo>
                    <a:pt x="589787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79"/>
                  </a:lnTo>
                  <a:lnTo>
                    <a:pt x="43179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73318" y="356997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546608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6608" y="259079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899"/>
                  </a:lnTo>
                  <a:lnTo>
                    <a:pt x="589788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73318" y="356997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79"/>
                  </a:lnTo>
                  <a:lnTo>
                    <a:pt x="589788" y="215899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8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368797" y="3228213"/>
            <a:ext cx="1192530" cy="88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775335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59713" y="1452448"/>
            <a:ext cx="866775" cy="527685"/>
          </a:xfrm>
          <a:custGeom>
            <a:avLst/>
            <a:gdLst/>
            <a:ahLst/>
            <a:cxnLst/>
            <a:rect l="l" t="t" r="r" b="b"/>
            <a:pathLst>
              <a:path w="866775" h="527685">
                <a:moveTo>
                  <a:pt x="753389" y="37693"/>
                </a:moveTo>
                <a:lnTo>
                  <a:pt x="750417" y="23050"/>
                </a:lnTo>
                <a:lnTo>
                  <a:pt x="742327" y="11074"/>
                </a:lnTo>
                <a:lnTo>
                  <a:pt x="730351" y="2971"/>
                </a:lnTo>
                <a:lnTo>
                  <a:pt x="715721" y="0"/>
                </a:lnTo>
                <a:lnTo>
                  <a:pt x="696887" y="0"/>
                </a:lnTo>
                <a:lnTo>
                  <a:pt x="696887" y="56540"/>
                </a:lnTo>
                <a:lnTo>
                  <a:pt x="696887" y="376897"/>
                </a:lnTo>
                <a:lnTo>
                  <a:pt x="169506" y="376897"/>
                </a:lnTo>
                <a:lnTo>
                  <a:pt x="169506" y="56540"/>
                </a:lnTo>
                <a:lnTo>
                  <a:pt x="696887" y="56540"/>
                </a:lnTo>
                <a:lnTo>
                  <a:pt x="696887" y="0"/>
                </a:lnTo>
                <a:lnTo>
                  <a:pt x="150672" y="0"/>
                </a:lnTo>
                <a:lnTo>
                  <a:pt x="136055" y="2971"/>
                </a:lnTo>
                <a:lnTo>
                  <a:pt x="124066" y="11074"/>
                </a:lnTo>
                <a:lnTo>
                  <a:pt x="115976" y="23050"/>
                </a:lnTo>
                <a:lnTo>
                  <a:pt x="113004" y="37693"/>
                </a:lnTo>
                <a:lnTo>
                  <a:pt x="113004" y="433438"/>
                </a:lnTo>
                <a:lnTo>
                  <a:pt x="753389" y="433438"/>
                </a:lnTo>
                <a:lnTo>
                  <a:pt x="753389" y="376897"/>
                </a:lnTo>
                <a:lnTo>
                  <a:pt x="753389" y="56540"/>
                </a:lnTo>
                <a:lnTo>
                  <a:pt x="753389" y="37693"/>
                </a:lnTo>
                <a:close/>
              </a:path>
              <a:path w="866775" h="527685">
                <a:moveTo>
                  <a:pt x="866394" y="471131"/>
                </a:moveTo>
                <a:lnTo>
                  <a:pt x="489699" y="471131"/>
                </a:lnTo>
                <a:lnTo>
                  <a:pt x="489699" y="486206"/>
                </a:lnTo>
                <a:lnTo>
                  <a:pt x="485940" y="489978"/>
                </a:lnTo>
                <a:lnTo>
                  <a:pt x="380466" y="489978"/>
                </a:lnTo>
                <a:lnTo>
                  <a:pt x="376694" y="486206"/>
                </a:lnTo>
                <a:lnTo>
                  <a:pt x="376694" y="471131"/>
                </a:lnTo>
                <a:lnTo>
                  <a:pt x="0" y="471131"/>
                </a:lnTo>
                <a:lnTo>
                  <a:pt x="0" y="489978"/>
                </a:lnTo>
                <a:lnTo>
                  <a:pt x="2971" y="504609"/>
                </a:lnTo>
                <a:lnTo>
                  <a:pt x="11061" y="516597"/>
                </a:lnTo>
                <a:lnTo>
                  <a:pt x="23037" y="524687"/>
                </a:lnTo>
                <a:lnTo>
                  <a:pt x="37668" y="527659"/>
                </a:lnTo>
                <a:lnTo>
                  <a:pt x="828725" y="527659"/>
                </a:lnTo>
                <a:lnTo>
                  <a:pt x="843356" y="524687"/>
                </a:lnTo>
                <a:lnTo>
                  <a:pt x="855332" y="516597"/>
                </a:lnTo>
                <a:lnTo>
                  <a:pt x="863422" y="504609"/>
                </a:lnTo>
                <a:lnTo>
                  <a:pt x="866394" y="489978"/>
                </a:lnTo>
                <a:lnTo>
                  <a:pt x="866394" y="47113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1385061" y="646977"/>
            <a:ext cx="5619115" cy="1710689"/>
            <a:chOff x="1385061" y="646977"/>
            <a:chExt cx="5619115" cy="1710689"/>
          </a:xfrm>
        </p:grpSpPr>
        <p:sp>
          <p:nvSpPr>
            <p:cNvPr id="34" name="object 34"/>
            <p:cNvSpPr/>
            <p:nvPr/>
          </p:nvSpPr>
          <p:spPr>
            <a:xfrm>
              <a:off x="5965697" y="2085593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7" y="215900"/>
                  </a:lnTo>
                  <a:lnTo>
                    <a:pt x="589787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65697" y="2085593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7" y="43180"/>
                  </a:lnTo>
                  <a:lnTo>
                    <a:pt x="589787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061" y="646977"/>
              <a:ext cx="2253413" cy="60930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649979" y="815085"/>
              <a:ext cx="3354070" cy="540385"/>
            </a:xfrm>
            <a:custGeom>
              <a:avLst/>
              <a:gdLst/>
              <a:ahLst/>
              <a:cxnLst/>
              <a:rect l="l" t="t" r="r" b="b"/>
              <a:pathLst>
                <a:path w="3354070" h="540385">
                  <a:moveTo>
                    <a:pt x="3257296" y="444118"/>
                  </a:moveTo>
                  <a:lnTo>
                    <a:pt x="3254248" y="445769"/>
                  </a:lnTo>
                  <a:lnTo>
                    <a:pt x="3251327" y="447548"/>
                  </a:lnTo>
                  <a:lnTo>
                    <a:pt x="3250311" y="451485"/>
                  </a:lnTo>
                  <a:lnTo>
                    <a:pt x="3251962" y="454533"/>
                  </a:lnTo>
                  <a:lnTo>
                    <a:pt x="3302000" y="540130"/>
                  </a:lnTo>
                  <a:lnTo>
                    <a:pt x="3309331" y="527558"/>
                  </a:lnTo>
                  <a:lnTo>
                    <a:pt x="3295650" y="527558"/>
                  </a:lnTo>
                  <a:lnTo>
                    <a:pt x="3295523" y="503790"/>
                  </a:lnTo>
                  <a:lnTo>
                    <a:pt x="3263011" y="448055"/>
                  </a:lnTo>
                  <a:lnTo>
                    <a:pt x="3261233" y="445135"/>
                  </a:lnTo>
                  <a:lnTo>
                    <a:pt x="3257296" y="444118"/>
                  </a:lnTo>
                  <a:close/>
                </a:path>
                <a:path w="3354070" h="540385">
                  <a:moveTo>
                    <a:pt x="3295650" y="504008"/>
                  </a:moveTo>
                  <a:lnTo>
                    <a:pt x="3295650" y="527558"/>
                  </a:lnTo>
                  <a:lnTo>
                    <a:pt x="3308350" y="527558"/>
                  </a:lnTo>
                  <a:lnTo>
                    <a:pt x="3308350" y="524255"/>
                  </a:lnTo>
                  <a:lnTo>
                    <a:pt x="3296412" y="524255"/>
                  </a:lnTo>
                  <a:lnTo>
                    <a:pt x="3301936" y="514785"/>
                  </a:lnTo>
                  <a:lnTo>
                    <a:pt x="3295650" y="504008"/>
                  </a:lnTo>
                  <a:close/>
                </a:path>
                <a:path w="3354070" h="540385">
                  <a:moveTo>
                    <a:pt x="3346577" y="444118"/>
                  </a:moveTo>
                  <a:lnTo>
                    <a:pt x="3342640" y="445135"/>
                  </a:lnTo>
                  <a:lnTo>
                    <a:pt x="3340862" y="448055"/>
                  </a:lnTo>
                  <a:lnTo>
                    <a:pt x="3308350" y="503790"/>
                  </a:lnTo>
                  <a:lnTo>
                    <a:pt x="3308350" y="527558"/>
                  </a:lnTo>
                  <a:lnTo>
                    <a:pt x="3309331" y="527558"/>
                  </a:lnTo>
                  <a:lnTo>
                    <a:pt x="3353689" y="451485"/>
                  </a:lnTo>
                  <a:lnTo>
                    <a:pt x="3352673" y="447548"/>
                  </a:lnTo>
                  <a:lnTo>
                    <a:pt x="3349625" y="445769"/>
                  </a:lnTo>
                  <a:lnTo>
                    <a:pt x="3346577" y="444118"/>
                  </a:lnTo>
                  <a:close/>
                </a:path>
                <a:path w="3354070" h="540385">
                  <a:moveTo>
                    <a:pt x="3301936" y="514785"/>
                  </a:moveTo>
                  <a:lnTo>
                    <a:pt x="3296412" y="524255"/>
                  </a:lnTo>
                  <a:lnTo>
                    <a:pt x="3307461" y="524255"/>
                  </a:lnTo>
                  <a:lnTo>
                    <a:pt x="3301936" y="514785"/>
                  </a:lnTo>
                  <a:close/>
                </a:path>
                <a:path w="3354070" h="540385">
                  <a:moveTo>
                    <a:pt x="3308350" y="503790"/>
                  </a:moveTo>
                  <a:lnTo>
                    <a:pt x="3301936" y="514785"/>
                  </a:lnTo>
                  <a:lnTo>
                    <a:pt x="3307461" y="524255"/>
                  </a:lnTo>
                  <a:lnTo>
                    <a:pt x="3308350" y="524255"/>
                  </a:lnTo>
                  <a:lnTo>
                    <a:pt x="3308350" y="503790"/>
                  </a:lnTo>
                  <a:close/>
                </a:path>
                <a:path w="3354070" h="540385">
                  <a:moveTo>
                    <a:pt x="3295650" y="6350"/>
                  </a:moveTo>
                  <a:lnTo>
                    <a:pt x="3295650" y="504008"/>
                  </a:lnTo>
                  <a:lnTo>
                    <a:pt x="3301936" y="514785"/>
                  </a:lnTo>
                  <a:lnTo>
                    <a:pt x="3308223" y="504008"/>
                  </a:lnTo>
                  <a:lnTo>
                    <a:pt x="3308350" y="12700"/>
                  </a:lnTo>
                  <a:lnTo>
                    <a:pt x="3302000" y="12700"/>
                  </a:lnTo>
                  <a:lnTo>
                    <a:pt x="3295650" y="6350"/>
                  </a:lnTo>
                  <a:close/>
                </a:path>
                <a:path w="3354070" h="540385">
                  <a:moveTo>
                    <a:pt x="3305429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295650" y="12700"/>
                  </a:lnTo>
                  <a:lnTo>
                    <a:pt x="3295650" y="6350"/>
                  </a:lnTo>
                  <a:lnTo>
                    <a:pt x="3308350" y="6350"/>
                  </a:lnTo>
                  <a:lnTo>
                    <a:pt x="3308350" y="2793"/>
                  </a:lnTo>
                  <a:lnTo>
                    <a:pt x="3305429" y="0"/>
                  </a:lnTo>
                  <a:close/>
                </a:path>
                <a:path w="3354070" h="540385">
                  <a:moveTo>
                    <a:pt x="3308350" y="6350"/>
                  </a:moveTo>
                  <a:lnTo>
                    <a:pt x="3295650" y="6350"/>
                  </a:lnTo>
                  <a:lnTo>
                    <a:pt x="3302000" y="12700"/>
                  </a:lnTo>
                  <a:lnTo>
                    <a:pt x="3308350" y="12700"/>
                  </a:lnTo>
                  <a:lnTo>
                    <a:pt x="3308350" y="635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73802" y="2079498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546608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6608" y="259079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73802" y="2079498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80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79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8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70128" y="2617470"/>
            <a:ext cx="408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Ba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ti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–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oo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ti</a:t>
            </a:r>
            <a:r>
              <a:rPr sz="1800" b="1" spc="-9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4032" y="3165805"/>
            <a:ext cx="40970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ss</a:t>
            </a:r>
            <a:r>
              <a:rPr sz="1800" b="1" spc="-1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Ba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ion</a:t>
            </a:r>
            <a:endParaRPr sz="18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5"/>
              </a:spcBef>
            </a:pP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an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7644" y="3989323"/>
            <a:ext cx="4212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1440" marR="5080" indent="-1349375">
              <a:lnSpc>
                <a:spcPct val="100000"/>
              </a:lnSpc>
              <a:spcBef>
                <a:spcPts val="100"/>
              </a:spcBef>
            </a:pP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li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x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dirty="0">
                <a:solidFill>
                  <a:srgbClr val="464646"/>
                </a:solidFill>
                <a:latin typeface="Arial"/>
                <a:cs typeface="Arial"/>
              </a:rPr>
              <a:t>tin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nn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ect 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15" dirty="0">
                <a:solidFill>
                  <a:srgbClr val="464646"/>
                </a:solidFill>
                <a:latin typeface="Arial"/>
                <a:cs typeface="Arial"/>
              </a:rPr>
              <a:t>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03850" y="2089785"/>
            <a:ext cx="1123950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  <a:tabLst>
                <a:tab pos="673100" algn="l"/>
              </a:tabLst>
            </a:pPr>
            <a:r>
              <a:rPr sz="2100" baseline="1984" dirty="0">
                <a:solidFill>
                  <a:srgbClr val="464646"/>
                </a:solidFill>
                <a:latin typeface="Arial MT"/>
                <a:cs typeface="Arial MT"/>
              </a:rPr>
              <a:t>BH	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515483" y="1714500"/>
            <a:ext cx="2760980" cy="1509395"/>
            <a:chOff x="5515483" y="1714500"/>
            <a:chExt cx="2760980" cy="1509395"/>
          </a:xfrm>
        </p:grpSpPr>
        <p:sp>
          <p:nvSpPr>
            <p:cNvPr id="45" name="object 45"/>
            <p:cNvSpPr/>
            <p:nvPr/>
          </p:nvSpPr>
          <p:spPr>
            <a:xfrm>
              <a:off x="5515483" y="1714499"/>
              <a:ext cx="2760980" cy="1509395"/>
            </a:xfrm>
            <a:custGeom>
              <a:avLst/>
              <a:gdLst/>
              <a:ahLst/>
              <a:cxnLst/>
              <a:rect l="l" t="t" r="r" b="b"/>
              <a:pathLst>
                <a:path w="2760979" h="1509395">
                  <a:moveTo>
                    <a:pt x="1442847" y="0"/>
                  </a:moveTo>
                  <a:lnTo>
                    <a:pt x="1430147" y="0"/>
                  </a:lnTo>
                  <a:lnTo>
                    <a:pt x="1430147" y="226949"/>
                  </a:lnTo>
                  <a:lnTo>
                    <a:pt x="48133" y="226949"/>
                  </a:lnTo>
                  <a:lnTo>
                    <a:pt x="45339" y="229743"/>
                  </a:lnTo>
                  <a:lnTo>
                    <a:pt x="45339" y="328879"/>
                  </a:lnTo>
                  <a:lnTo>
                    <a:pt x="12700" y="272923"/>
                  </a:lnTo>
                  <a:lnTo>
                    <a:pt x="10922" y="270002"/>
                  </a:lnTo>
                  <a:lnTo>
                    <a:pt x="7112" y="268986"/>
                  </a:lnTo>
                  <a:lnTo>
                    <a:pt x="4064" y="270637"/>
                  </a:lnTo>
                  <a:lnTo>
                    <a:pt x="1016" y="272415"/>
                  </a:lnTo>
                  <a:lnTo>
                    <a:pt x="0" y="276352"/>
                  </a:lnTo>
                  <a:lnTo>
                    <a:pt x="51689" y="364998"/>
                  </a:lnTo>
                  <a:lnTo>
                    <a:pt x="59016" y="352425"/>
                  </a:lnTo>
                  <a:lnTo>
                    <a:pt x="103378" y="276352"/>
                  </a:lnTo>
                  <a:lnTo>
                    <a:pt x="102362" y="272415"/>
                  </a:lnTo>
                  <a:lnTo>
                    <a:pt x="99314" y="270637"/>
                  </a:lnTo>
                  <a:lnTo>
                    <a:pt x="96266" y="268986"/>
                  </a:lnTo>
                  <a:lnTo>
                    <a:pt x="92456" y="270002"/>
                  </a:lnTo>
                  <a:lnTo>
                    <a:pt x="90678" y="272923"/>
                  </a:lnTo>
                  <a:lnTo>
                    <a:pt x="58039" y="328879"/>
                  </a:lnTo>
                  <a:lnTo>
                    <a:pt x="58039" y="239649"/>
                  </a:lnTo>
                  <a:lnTo>
                    <a:pt x="1439926" y="239649"/>
                  </a:lnTo>
                  <a:lnTo>
                    <a:pt x="1442847" y="236728"/>
                  </a:lnTo>
                  <a:lnTo>
                    <a:pt x="1442847" y="226949"/>
                  </a:lnTo>
                  <a:lnTo>
                    <a:pt x="1442847" y="0"/>
                  </a:lnTo>
                  <a:close/>
                </a:path>
                <a:path w="2760979" h="1509395">
                  <a:moveTo>
                    <a:pt x="2760472" y="1420241"/>
                  </a:moveTo>
                  <a:lnTo>
                    <a:pt x="2759456" y="1416431"/>
                  </a:lnTo>
                  <a:lnTo>
                    <a:pt x="2753360" y="1412875"/>
                  </a:lnTo>
                  <a:lnTo>
                    <a:pt x="2749550" y="1413891"/>
                  </a:lnTo>
                  <a:lnTo>
                    <a:pt x="2715133" y="1472895"/>
                  </a:lnTo>
                  <a:lnTo>
                    <a:pt x="2708783" y="1483779"/>
                  </a:lnTo>
                  <a:lnTo>
                    <a:pt x="2703322" y="1493139"/>
                  </a:lnTo>
                  <a:lnTo>
                    <a:pt x="2708770" y="1483779"/>
                  </a:lnTo>
                  <a:lnTo>
                    <a:pt x="2715120" y="1472895"/>
                  </a:lnTo>
                  <a:lnTo>
                    <a:pt x="2715133" y="1146810"/>
                  </a:lnTo>
                  <a:lnTo>
                    <a:pt x="2715133" y="1137031"/>
                  </a:lnTo>
                  <a:lnTo>
                    <a:pt x="2712339" y="1134110"/>
                  </a:lnTo>
                  <a:lnTo>
                    <a:pt x="749046" y="1134110"/>
                  </a:lnTo>
                  <a:lnTo>
                    <a:pt x="747268" y="1132332"/>
                  </a:lnTo>
                  <a:lnTo>
                    <a:pt x="58039" y="1132332"/>
                  </a:lnTo>
                  <a:lnTo>
                    <a:pt x="58039" y="623316"/>
                  </a:lnTo>
                  <a:lnTo>
                    <a:pt x="45339" y="623316"/>
                  </a:lnTo>
                  <a:lnTo>
                    <a:pt x="45339" y="1142238"/>
                  </a:lnTo>
                  <a:lnTo>
                    <a:pt x="45339" y="1144016"/>
                  </a:lnTo>
                  <a:lnTo>
                    <a:pt x="48133" y="1146810"/>
                  </a:lnTo>
                  <a:lnTo>
                    <a:pt x="737362" y="1146810"/>
                  </a:lnTo>
                  <a:lnTo>
                    <a:pt x="737362" y="1472895"/>
                  </a:lnTo>
                  <a:lnTo>
                    <a:pt x="702945" y="1413891"/>
                  </a:lnTo>
                  <a:lnTo>
                    <a:pt x="699135" y="1412875"/>
                  </a:lnTo>
                  <a:lnTo>
                    <a:pt x="693039" y="1416431"/>
                  </a:lnTo>
                  <a:lnTo>
                    <a:pt x="692023" y="1420241"/>
                  </a:lnTo>
                  <a:lnTo>
                    <a:pt x="743712" y="1508887"/>
                  </a:lnTo>
                  <a:lnTo>
                    <a:pt x="751039" y="1496314"/>
                  </a:lnTo>
                  <a:lnTo>
                    <a:pt x="795401" y="1420241"/>
                  </a:lnTo>
                  <a:lnTo>
                    <a:pt x="794385" y="1416431"/>
                  </a:lnTo>
                  <a:lnTo>
                    <a:pt x="788289" y="1412875"/>
                  </a:lnTo>
                  <a:lnTo>
                    <a:pt x="784479" y="1413891"/>
                  </a:lnTo>
                  <a:lnTo>
                    <a:pt x="750062" y="1472895"/>
                  </a:lnTo>
                  <a:lnTo>
                    <a:pt x="743712" y="1483779"/>
                  </a:lnTo>
                  <a:lnTo>
                    <a:pt x="750049" y="1472895"/>
                  </a:lnTo>
                  <a:lnTo>
                    <a:pt x="750049" y="1146810"/>
                  </a:lnTo>
                  <a:lnTo>
                    <a:pt x="2702433" y="1146810"/>
                  </a:lnTo>
                  <a:lnTo>
                    <a:pt x="2702433" y="1472895"/>
                  </a:lnTo>
                  <a:lnTo>
                    <a:pt x="2668016" y="1413891"/>
                  </a:lnTo>
                  <a:lnTo>
                    <a:pt x="2664206" y="1412875"/>
                  </a:lnTo>
                  <a:lnTo>
                    <a:pt x="2658110" y="1416431"/>
                  </a:lnTo>
                  <a:lnTo>
                    <a:pt x="2657094" y="1420241"/>
                  </a:lnTo>
                  <a:lnTo>
                    <a:pt x="2708783" y="1508887"/>
                  </a:lnTo>
                  <a:lnTo>
                    <a:pt x="2716111" y="1496314"/>
                  </a:lnTo>
                  <a:lnTo>
                    <a:pt x="2760472" y="1420241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47382" y="2073402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546608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8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247382" y="2073402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8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378700" y="1963521"/>
            <a:ext cx="1123950" cy="69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670">
              <a:lnSpc>
                <a:spcPct val="156600"/>
              </a:lnSpc>
              <a:spcBef>
                <a:spcPts val="100"/>
              </a:spcBef>
              <a:tabLst>
                <a:tab pos="671195" algn="l"/>
              </a:tabLst>
            </a:pPr>
            <a:r>
              <a:rPr sz="2100" baseline="1984" dirty="0">
                <a:solidFill>
                  <a:srgbClr val="464646"/>
                </a:solidFill>
                <a:latin typeface="Arial MT"/>
                <a:cs typeface="Arial MT"/>
              </a:rPr>
              <a:t>BH	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 Public</a:t>
            </a:r>
            <a:r>
              <a:rPr sz="1400" spc="-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22719" y="3069335"/>
            <a:ext cx="1742439" cy="1400810"/>
          </a:xfrm>
          <a:custGeom>
            <a:avLst/>
            <a:gdLst/>
            <a:ahLst/>
            <a:cxnLst/>
            <a:rect l="l" t="t" r="r" b="b"/>
            <a:pathLst>
              <a:path w="1742440" h="1400810">
                <a:moveTo>
                  <a:pt x="1508505" y="0"/>
                </a:moveTo>
                <a:lnTo>
                  <a:pt x="233425" y="0"/>
                </a:lnTo>
                <a:lnTo>
                  <a:pt x="186386" y="4742"/>
                </a:lnTo>
                <a:lnTo>
                  <a:pt x="142571" y="18345"/>
                </a:lnTo>
                <a:lnTo>
                  <a:pt x="102920" y="39868"/>
                </a:lnTo>
                <a:lnTo>
                  <a:pt x="68373" y="68373"/>
                </a:lnTo>
                <a:lnTo>
                  <a:pt x="39868" y="102920"/>
                </a:lnTo>
                <a:lnTo>
                  <a:pt x="18345" y="142571"/>
                </a:lnTo>
                <a:lnTo>
                  <a:pt x="4742" y="186386"/>
                </a:lnTo>
                <a:lnTo>
                  <a:pt x="0" y="233425"/>
                </a:lnTo>
                <a:lnTo>
                  <a:pt x="0" y="1167130"/>
                </a:lnTo>
                <a:lnTo>
                  <a:pt x="4742" y="1214173"/>
                </a:lnTo>
                <a:lnTo>
                  <a:pt x="18345" y="1257989"/>
                </a:lnTo>
                <a:lnTo>
                  <a:pt x="39868" y="1297640"/>
                </a:lnTo>
                <a:lnTo>
                  <a:pt x="68373" y="1332187"/>
                </a:lnTo>
                <a:lnTo>
                  <a:pt x="102920" y="1360690"/>
                </a:lnTo>
                <a:lnTo>
                  <a:pt x="142571" y="1382212"/>
                </a:lnTo>
                <a:lnTo>
                  <a:pt x="186386" y="1395813"/>
                </a:lnTo>
                <a:lnTo>
                  <a:pt x="233425" y="1400556"/>
                </a:lnTo>
                <a:lnTo>
                  <a:pt x="1508505" y="1400556"/>
                </a:lnTo>
                <a:lnTo>
                  <a:pt x="1555545" y="1395813"/>
                </a:lnTo>
                <a:lnTo>
                  <a:pt x="1599360" y="1382212"/>
                </a:lnTo>
                <a:lnTo>
                  <a:pt x="1639011" y="1360690"/>
                </a:lnTo>
                <a:lnTo>
                  <a:pt x="1673558" y="1332187"/>
                </a:lnTo>
                <a:lnTo>
                  <a:pt x="1702063" y="1297640"/>
                </a:lnTo>
                <a:lnTo>
                  <a:pt x="1723586" y="1257989"/>
                </a:lnTo>
                <a:lnTo>
                  <a:pt x="1737189" y="1214173"/>
                </a:lnTo>
                <a:lnTo>
                  <a:pt x="1741931" y="1167130"/>
                </a:lnTo>
                <a:lnTo>
                  <a:pt x="1741931" y="233425"/>
                </a:lnTo>
                <a:lnTo>
                  <a:pt x="1737189" y="186386"/>
                </a:lnTo>
                <a:lnTo>
                  <a:pt x="1723586" y="142571"/>
                </a:lnTo>
                <a:lnTo>
                  <a:pt x="1702063" y="102920"/>
                </a:lnTo>
                <a:lnTo>
                  <a:pt x="1673558" y="68373"/>
                </a:lnTo>
                <a:lnTo>
                  <a:pt x="1639011" y="39868"/>
                </a:lnTo>
                <a:lnTo>
                  <a:pt x="1599360" y="18345"/>
                </a:lnTo>
                <a:lnTo>
                  <a:pt x="1555545" y="4742"/>
                </a:lnTo>
                <a:lnTo>
                  <a:pt x="150850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15404" y="4171594"/>
            <a:ext cx="9582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31864" y="1010411"/>
            <a:ext cx="1742439" cy="1399540"/>
          </a:xfrm>
          <a:custGeom>
            <a:avLst/>
            <a:gdLst/>
            <a:ahLst/>
            <a:cxnLst/>
            <a:rect l="l" t="t" r="r" b="b"/>
            <a:pathLst>
              <a:path w="1742440" h="1399539">
                <a:moveTo>
                  <a:pt x="1508759" y="0"/>
                </a:moveTo>
                <a:lnTo>
                  <a:pt x="233171" y="0"/>
                </a:lnTo>
                <a:lnTo>
                  <a:pt x="186179" y="4737"/>
                </a:lnTo>
                <a:lnTo>
                  <a:pt x="142410" y="18323"/>
                </a:lnTo>
                <a:lnTo>
                  <a:pt x="102803" y="39821"/>
                </a:lnTo>
                <a:lnTo>
                  <a:pt x="68294" y="68294"/>
                </a:lnTo>
                <a:lnTo>
                  <a:pt x="39821" y="102803"/>
                </a:lnTo>
                <a:lnTo>
                  <a:pt x="18323" y="142410"/>
                </a:lnTo>
                <a:lnTo>
                  <a:pt x="4737" y="186179"/>
                </a:lnTo>
                <a:lnTo>
                  <a:pt x="0" y="233172"/>
                </a:lnTo>
                <a:lnTo>
                  <a:pt x="0" y="1165860"/>
                </a:lnTo>
                <a:lnTo>
                  <a:pt x="4737" y="1212852"/>
                </a:lnTo>
                <a:lnTo>
                  <a:pt x="18323" y="1256621"/>
                </a:lnTo>
                <a:lnTo>
                  <a:pt x="39821" y="1296228"/>
                </a:lnTo>
                <a:lnTo>
                  <a:pt x="68294" y="1330737"/>
                </a:lnTo>
                <a:lnTo>
                  <a:pt x="102803" y="1359210"/>
                </a:lnTo>
                <a:lnTo>
                  <a:pt x="142410" y="1380708"/>
                </a:lnTo>
                <a:lnTo>
                  <a:pt x="186179" y="1394294"/>
                </a:lnTo>
                <a:lnTo>
                  <a:pt x="233171" y="1399032"/>
                </a:lnTo>
                <a:lnTo>
                  <a:pt x="1508759" y="1399032"/>
                </a:lnTo>
                <a:lnTo>
                  <a:pt x="1555752" y="1394294"/>
                </a:lnTo>
                <a:lnTo>
                  <a:pt x="1599521" y="1380708"/>
                </a:lnTo>
                <a:lnTo>
                  <a:pt x="1639128" y="1359210"/>
                </a:lnTo>
                <a:lnTo>
                  <a:pt x="1673637" y="1330737"/>
                </a:lnTo>
                <a:lnTo>
                  <a:pt x="1702110" y="1296228"/>
                </a:lnTo>
                <a:lnTo>
                  <a:pt x="1723608" y="1256621"/>
                </a:lnTo>
                <a:lnTo>
                  <a:pt x="1737194" y="1212852"/>
                </a:lnTo>
                <a:lnTo>
                  <a:pt x="1741931" y="1165860"/>
                </a:lnTo>
                <a:lnTo>
                  <a:pt x="1741931" y="233172"/>
                </a:lnTo>
                <a:lnTo>
                  <a:pt x="1737194" y="186179"/>
                </a:lnTo>
                <a:lnTo>
                  <a:pt x="1723608" y="142410"/>
                </a:lnTo>
                <a:lnTo>
                  <a:pt x="1702110" y="102803"/>
                </a:lnTo>
                <a:lnTo>
                  <a:pt x="1673637" y="68294"/>
                </a:lnTo>
                <a:lnTo>
                  <a:pt x="1639128" y="39821"/>
                </a:lnTo>
                <a:lnTo>
                  <a:pt x="1599521" y="18323"/>
                </a:lnTo>
                <a:lnTo>
                  <a:pt x="1555752" y="4737"/>
                </a:lnTo>
                <a:lnTo>
                  <a:pt x="150875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23913" y="2111121"/>
            <a:ext cx="9582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593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Security</a:t>
            </a:r>
            <a:r>
              <a:rPr sz="2800" spc="-45" dirty="0"/>
              <a:t> </a:t>
            </a:r>
            <a:r>
              <a:rPr sz="2800" spc="-5" dirty="0"/>
              <a:t>Group</a:t>
            </a:r>
            <a:endParaRPr sz="28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31330" y="1096010"/>
          <a:ext cx="6278244" cy="11125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721">
                <a:tc rowSpan="2"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99.29.0.0/16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22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SSH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1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99.29.0.0/16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3389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RDP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68527" y="756919"/>
            <a:ext cx="39471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9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600" b="1" spc="-9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600" b="1" spc="-19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6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600" b="1" spc="4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600" b="1" spc="-1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600" b="1" spc="-1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6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600" b="1" spc="-32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600" b="1" spc="-19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600" b="1" spc="2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6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9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600" b="1" spc="-3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600" b="1" spc="-150" dirty="0">
                <a:solidFill>
                  <a:srgbClr val="464646"/>
                </a:solidFill>
                <a:latin typeface="Arial"/>
                <a:cs typeface="Arial"/>
              </a:rPr>
              <a:t>cu</a:t>
            </a:r>
            <a:r>
              <a:rPr sz="1600" b="1" spc="5" dirty="0">
                <a:solidFill>
                  <a:srgbClr val="464646"/>
                </a:solidFill>
                <a:latin typeface="Arial"/>
                <a:cs typeface="Arial"/>
              </a:rPr>
              <a:t>ri</a:t>
            </a:r>
            <a:r>
              <a:rPr sz="1600" b="1" spc="1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600" b="1" spc="12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6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6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600" b="1" spc="-32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600" b="1" spc="-6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600" b="1" spc="-26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600" b="1" spc="-3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10" dirty="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sz="1600" b="1" spc="-3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6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600" b="1" spc="-229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600" b="1" spc="-32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600" b="1" spc="-3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600" b="1" spc="-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600" b="1" spc="-105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6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600" b="1" spc="-6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6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600" b="1" spc="-3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600" b="1" spc="-20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99757" y="1187450"/>
            <a:ext cx="1406525" cy="924560"/>
            <a:chOff x="6699757" y="1187450"/>
            <a:chExt cx="1406525" cy="924560"/>
          </a:xfrm>
        </p:grpSpPr>
        <p:sp>
          <p:nvSpPr>
            <p:cNvPr id="10" name="object 10"/>
            <p:cNvSpPr/>
            <p:nvPr/>
          </p:nvSpPr>
          <p:spPr>
            <a:xfrm>
              <a:off x="6712457" y="1200150"/>
              <a:ext cx="1381125" cy="899160"/>
            </a:xfrm>
            <a:custGeom>
              <a:avLst/>
              <a:gdLst/>
              <a:ahLst/>
              <a:cxnLst/>
              <a:rect l="l" t="t" r="r" b="b"/>
              <a:pathLst>
                <a:path w="1381125" h="899160">
                  <a:moveTo>
                    <a:pt x="1230884" y="0"/>
                  </a:moveTo>
                  <a:lnTo>
                    <a:pt x="149860" y="0"/>
                  </a:lnTo>
                  <a:lnTo>
                    <a:pt x="102477" y="7636"/>
                  </a:lnTo>
                  <a:lnTo>
                    <a:pt x="61337" y="28903"/>
                  </a:lnTo>
                  <a:lnTo>
                    <a:pt x="28903" y="61337"/>
                  </a:lnTo>
                  <a:lnTo>
                    <a:pt x="7636" y="102477"/>
                  </a:lnTo>
                  <a:lnTo>
                    <a:pt x="0" y="149860"/>
                  </a:lnTo>
                  <a:lnTo>
                    <a:pt x="0" y="749300"/>
                  </a:lnTo>
                  <a:lnTo>
                    <a:pt x="7636" y="796682"/>
                  </a:lnTo>
                  <a:lnTo>
                    <a:pt x="28903" y="837822"/>
                  </a:lnTo>
                  <a:lnTo>
                    <a:pt x="61337" y="870256"/>
                  </a:lnTo>
                  <a:lnTo>
                    <a:pt x="102477" y="891523"/>
                  </a:lnTo>
                  <a:lnTo>
                    <a:pt x="149860" y="899160"/>
                  </a:lnTo>
                  <a:lnTo>
                    <a:pt x="1230884" y="899160"/>
                  </a:lnTo>
                  <a:lnTo>
                    <a:pt x="1278266" y="891523"/>
                  </a:lnTo>
                  <a:lnTo>
                    <a:pt x="1319406" y="870256"/>
                  </a:lnTo>
                  <a:lnTo>
                    <a:pt x="1351840" y="837822"/>
                  </a:lnTo>
                  <a:lnTo>
                    <a:pt x="1373107" y="796682"/>
                  </a:lnTo>
                  <a:lnTo>
                    <a:pt x="1380744" y="749300"/>
                  </a:lnTo>
                  <a:lnTo>
                    <a:pt x="1380744" y="149860"/>
                  </a:lnTo>
                  <a:lnTo>
                    <a:pt x="1373107" y="102477"/>
                  </a:lnTo>
                  <a:lnTo>
                    <a:pt x="1351840" y="61337"/>
                  </a:lnTo>
                  <a:lnTo>
                    <a:pt x="1319406" y="28903"/>
                  </a:lnTo>
                  <a:lnTo>
                    <a:pt x="1278266" y="7636"/>
                  </a:lnTo>
                  <a:lnTo>
                    <a:pt x="1230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12457" y="1200150"/>
              <a:ext cx="1381125" cy="899160"/>
            </a:xfrm>
            <a:custGeom>
              <a:avLst/>
              <a:gdLst/>
              <a:ahLst/>
              <a:cxnLst/>
              <a:rect l="l" t="t" r="r" b="b"/>
              <a:pathLst>
                <a:path w="1381125" h="899160">
                  <a:moveTo>
                    <a:pt x="0" y="149860"/>
                  </a:moveTo>
                  <a:lnTo>
                    <a:pt x="7636" y="102477"/>
                  </a:lnTo>
                  <a:lnTo>
                    <a:pt x="28903" y="61337"/>
                  </a:lnTo>
                  <a:lnTo>
                    <a:pt x="61337" y="28903"/>
                  </a:lnTo>
                  <a:lnTo>
                    <a:pt x="102477" y="7636"/>
                  </a:lnTo>
                  <a:lnTo>
                    <a:pt x="149860" y="0"/>
                  </a:lnTo>
                  <a:lnTo>
                    <a:pt x="1230884" y="0"/>
                  </a:lnTo>
                  <a:lnTo>
                    <a:pt x="1278266" y="7636"/>
                  </a:lnTo>
                  <a:lnTo>
                    <a:pt x="1319406" y="28903"/>
                  </a:lnTo>
                  <a:lnTo>
                    <a:pt x="1351840" y="61337"/>
                  </a:lnTo>
                  <a:lnTo>
                    <a:pt x="1373107" y="102477"/>
                  </a:lnTo>
                  <a:lnTo>
                    <a:pt x="1380744" y="149860"/>
                  </a:lnTo>
                  <a:lnTo>
                    <a:pt x="1380744" y="749300"/>
                  </a:lnTo>
                  <a:lnTo>
                    <a:pt x="1373107" y="796682"/>
                  </a:lnTo>
                  <a:lnTo>
                    <a:pt x="1351840" y="837822"/>
                  </a:lnTo>
                  <a:lnTo>
                    <a:pt x="1319406" y="870256"/>
                  </a:lnTo>
                  <a:lnTo>
                    <a:pt x="1278266" y="891523"/>
                  </a:lnTo>
                  <a:lnTo>
                    <a:pt x="1230884" y="899160"/>
                  </a:lnTo>
                  <a:lnTo>
                    <a:pt x="149860" y="899160"/>
                  </a:lnTo>
                  <a:lnTo>
                    <a:pt x="102477" y="891523"/>
                  </a:lnTo>
                  <a:lnTo>
                    <a:pt x="61337" y="870256"/>
                  </a:lnTo>
                  <a:lnTo>
                    <a:pt x="28903" y="837822"/>
                  </a:lnTo>
                  <a:lnTo>
                    <a:pt x="7636" y="796682"/>
                  </a:lnTo>
                  <a:lnTo>
                    <a:pt x="0" y="749300"/>
                  </a:lnTo>
                  <a:lnTo>
                    <a:pt x="0" y="14986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86193" y="1523745"/>
            <a:ext cx="103314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Bastion</a:t>
            </a:r>
            <a:r>
              <a:rPr sz="140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Host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90614" y="3221989"/>
            <a:ext cx="1407795" cy="924560"/>
            <a:chOff x="6690614" y="3221989"/>
            <a:chExt cx="1407795" cy="924560"/>
          </a:xfrm>
        </p:grpSpPr>
        <p:sp>
          <p:nvSpPr>
            <p:cNvPr id="14" name="object 14"/>
            <p:cNvSpPr/>
            <p:nvPr/>
          </p:nvSpPr>
          <p:spPr>
            <a:xfrm>
              <a:off x="6703314" y="3234689"/>
              <a:ext cx="1382395" cy="899160"/>
            </a:xfrm>
            <a:custGeom>
              <a:avLst/>
              <a:gdLst/>
              <a:ahLst/>
              <a:cxnLst/>
              <a:rect l="l" t="t" r="r" b="b"/>
              <a:pathLst>
                <a:path w="1382395" h="899160">
                  <a:moveTo>
                    <a:pt x="1232407" y="0"/>
                  </a:moveTo>
                  <a:lnTo>
                    <a:pt x="149859" y="0"/>
                  </a:lnTo>
                  <a:lnTo>
                    <a:pt x="102477" y="7636"/>
                  </a:lnTo>
                  <a:lnTo>
                    <a:pt x="61337" y="28903"/>
                  </a:lnTo>
                  <a:lnTo>
                    <a:pt x="28903" y="61337"/>
                  </a:lnTo>
                  <a:lnTo>
                    <a:pt x="7636" y="102477"/>
                  </a:lnTo>
                  <a:lnTo>
                    <a:pt x="0" y="149860"/>
                  </a:lnTo>
                  <a:lnTo>
                    <a:pt x="0" y="749300"/>
                  </a:lnTo>
                  <a:lnTo>
                    <a:pt x="7636" y="796667"/>
                  </a:lnTo>
                  <a:lnTo>
                    <a:pt x="28903" y="837805"/>
                  </a:lnTo>
                  <a:lnTo>
                    <a:pt x="61337" y="870245"/>
                  </a:lnTo>
                  <a:lnTo>
                    <a:pt x="102477" y="891520"/>
                  </a:lnTo>
                  <a:lnTo>
                    <a:pt x="149859" y="899160"/>
                  </a:lnTo>
                  <a:lnTo>
                    <a:pt x="1232407" y="899160"/>
                  </a:lnTo>
                  <a:lnTo>
                    <a:pt x="1279790" y="891520"/>
                  </a:lnTo>
                  <a:lnTo>
                    <a:pt x="1320930" y="870245"/>
                  </a:lnTo>
                  <a:lnTo>
                    <a:pt x="1353364" y="837805"/>
                  </a:lnTo>
                  <a:lnTo>
                    <a:pt x="1374631" y="796667"/>
                  </a:lnTo>
                  <a:lnTo>
                    <a:pt x="1382267" y="749300"/>
                  </a:lnTo>
                  <a:lnTo>
                    <a:pt x="1382267" y="149860"/>
                  </a:lnTo>
                  <a:lnTo>
                    <a:pt x="1374631" y="102477"/>
                  </a:lnTo>
                  <a:lnTo>
                    <a:pt x="1353364" y="61337"/>
                  </a:lnTo>
                  <a:lnTo>
                    <a:pt x="1320930" y="28903"/>
                  </a:lnTo>
                  <a:lnTo>
                    <a:pt x="1279790" y="7636"/>
                  </a:lnTo>
                  <a:lnTo>
                    <a:pt x="12324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03314" y="3234689"/>
              <a:ext cx="1382395" cy="899160"/>
            </a:xfrm>
            <a:custGeom>
              <a:avLst/>
              <a:gdLst/>
              <a:ahLst/>
              <a:cxnLst/>
              <a:rect l="l" t="t" r="r" b="b"/>
              <a:pathLst>
                <a:path w="1382395" h="899160">
                  <a:moveTo>
                    <a:pt x="0" y="149860"/>
                  </a:moveTo>
                  <a:lnTo>
                    <a:pt x="7636" y="102477"/>
                  </a:lnTo>
                  <a:lnTo>
                    <a:pt x="28903" y="61337"/>
                  </a:lnTo>
                  <a:lnTo>
                    <a:pt x="61337" y="28903"/>
                  </a:lnTo>
                  <a:lnTo>
                    <a:pt x="102477" y="7636"/>
                  </a:lnTo>
                  <a:lnTo>
                    <a:pt x="149859" y="0"/>
                  </a:lnTo>
                  <a:lnTo>
                    <a:pt x="1232407" y="0"/>
                  </a:lnTo>
                  <a:lnTo>
                    <a:pt x="1279790" y="7636"/>
                  </a:lnTo>
                  <a:lnTo>
                    <a:pt x="1320930" y="28903"/>
                  </a:lnTo>
                  <a:lnTo>
                    <a:pt x="1353364" y="61337"/>
                  </a:lnTo>
                  <a:lnTo>
                    <a:pt x="1374631" y="102477"/>
                  </a:lnTo>
                  <a:lnTo>
                    <a:pt x="1382267" y="149860"/>
                  </a:lnTo>
                  <a:lnTo>
                    <a:pt x="1382267" y="749300"/>
                  </a:lnTo>
                  <a:lnTo>
                    <a:pt x="1374631" y="796667"/>
                  </a:lnTo>
                  <a:lnTo>
                    <a:pt x="1353364" y="837805"/>
                  </a:lnTo>
                  <a:lnTo>
                    <a:pt x="1320930" y="870245"/>
                  </a:lnTo>
                  <a:lnTo>
                    <a:pt x="1279790" y="891520"/>
                  </a:lnTo>
                  <a:lnTo>
                    <a:pt x="1232407" y="899160"/>
                  </a:lnTo>
                  <a:lnTo>
                    <a:pt x="149859" y="899160"/>
                  </a:lnTo>
                  <a:lnTo>
                    <a:pt x="102477" y="891520"/>
                  </a:lnTo>
                  <a:lnTo>
                    <a:pt x="61337" y="870245"/>
                  </a:lnTo>
                  <a:lnTo>
                    <a:pt x="28903" y="837805"/>
                  </a:lnTo>
                  <a:lnTo>
                    <a:pt x="7636" y="796667"/>
                  </a:lnTo>
                  <a:lnTo>
                    <a:pt x="0" y="749300"/>
                  </a:lnTo>
                  <a:lnTo>
                    <a:pt x="0" y="14986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53173" y="3452622"/>
            <a:ext cx="10833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605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Instances </a:t>
            </a:r>
            <a:r>
              <a:rPr sz="14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(</a:t>
            </a:r>
            <a:r>
              <a:rPr sz="1400" spc="-2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)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22732" y="3348228"/>
          <a:ext cx="5644513" cy="1112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7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4140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BastionHost-SG-id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22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4362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SSH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BastionHost-SG-id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TCP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3389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4362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RDP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748995" y="2917062"/>
            <a:ext cx="39255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600" b="1" spc="-3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600" b="1" spc="-22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600" b="1" spc="15" dirty="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sz="1600" b="1" spc="-16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600" b="1" spc="-13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600" b="1" spc="-25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600" b="1" spc="15" dirty="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sz="1600" b="1" spc="-130" dirty="0">
                <a:solidFill>
                  <a:srgbClr val="464646"/>
                </a:solidFill>
                <a:latin typeface="Arial"/>
                <a:cs typeface="Arial"/>
              </a:rPr>
              <a:t>DB</a:t>
            </a:r>
            <a:r>
              <a:rPr sz="16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9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600" b="1" spc="-3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600" b="1" spc="-22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600" b="1" spc="-6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600" b="1" spc="-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600" b="1" spc="4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6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600" b="1" spc="12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6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6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600" b="1" spc="-32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600" b="1" spc="-6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600" b="1" spc="-26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6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10" dirty="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sz="1600" b="1" spc="-3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6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600" b="1" spc="-229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600" b="1" spc="-32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600" b="1" spc="-6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600" b="1" spc="-5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600" b="1" spc="-45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6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600" b="1" spc="-6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600" b="1" spc="4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600" b="1" spc="-3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600" b="1" spc="-20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74664" y="3683508"/>
            <a:ext cx="629285" cy="227329"/>
          </a:xfrm>
          <a:custGeom>
            <a:avLst/>
            <a:gdLst/>
            <a:ahLst/>
            <a:cxnLst/>
            <a:rect l="l" t="t" r="r" b="b"/>
            <a:pathLst>
              <a:path w="629284" h="227329">
                <a:moveTo>
                  <a:pt x="0" y="227241"/>
                </a:moveTo>
                <a:lnTo>
                  <a:pt x="628777" y="0"/>
                </a:lnTo>
              </a:path>
            </a:pathLst>
          </a:custGeom>
          <a:ln w="9524">
            <a:solidFill>
              <a:srgbClr val="999A97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997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Bastion Host Drawback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1330452" y="1031747"/>
            <a:ext cx="2127885" cy="2127885"/>
            <a:chOff x="1330452" y="1031747"/>
            <a:chExt cx="2127885" cy="2127885"/>
          </a:xfrm>
        </p:grpSpPr>
        <p:sp>
          <p:nvSpPr>
            <p:cNvPr id="4" name="object 4"/>
            <p:cNvSpPr/>
            <p:nvPr/>
          </p:nvSpPr>
          <p:spPr>
            <a:xfrm>
              <a:off x="1330452" y="1031747"/>
              <a:ext cx="2127885" cy="2127885"/>
            </a:xfrm>
            <a:custGeom>
              <a:avLst/>
              <a:gdLst/>
              <a:ahLst/>
              <a:cxnLst/>
              <a:rect l="l" t="t" r="r" b="b"/>
              <a:pathLst>
                <a:path w="2127885" h="2127885">
                  <a:moveTo>
                    <a:pt x="1063752" y="0"/>
                  </a:moveTo>
                  <a:lnTo>
                    <a:pt x="1015058" y="1094"/>
                  </a:lnTo>
                  <a:lnTo>
                    <a:pt x="966927" y="4347"/>
                  </a:lnTo>
                  <a:lnTo>
                    <a:pt x="919405" y="9710"/>
                  </a:lnTo>
                  <a:lnTo>
                    <a:pt x="872539" y="17138"/>
                  </a:lnTo>
                  <a:lnTo>
                    <a:pt x="826375" y="26582"/>
                  </a:lnTo>
                  <a:lnTo>
                    <a:pt x="780961" y="37997"/>
                  </a:lnTo>
                  <a:lnTo>
                    <a:pt x="736344" y="51335"/>
                  </a:lnTo>
                  <a:lnTo>
                    <a:pt x="692571" y="66550"/>
                  </a:lnTo>
                  <a:lnTo>
                    <a:pt x="649688" y="83593"/>
                  </a:lnTo>
                  <a:lnTo>
                    <a:pt x="607742" y="102419"/>
                  </a:lnTo>
                  <a:lnTo>
                    <a:pt x="566782" y="122981"/>
                  </a:lnTo>
                  <a:lnTo>
                    <a:pt x="526852" y="145231"/>
                  </a:lnTo>
                  <a:lnTo>
                    <a:pt x="488001" y="169123"/>
                  </a:lnTo>
                  <a:lnTo>
                    <a:pt x="450275" y="194609"/>
                  </a:lnTo>
                  <a:lnTo>
                    <a:pt x="413721" y="221643"/>
                  </a:lnTo>
                  <a:lnTo>
                    <a:pt x="378386" y="250178"/>
                  </a:lnTo>
                  <a:lnTo>
                    <a:pt x="344318" y="280167"/>
                  </a:lnTo>
                  <a:lnTo>
                    <a:pt x="311562" y="311562"/>
                  </a:lnTo>
                  <a:lnTo>
                    <a:pt x="280167" y="344318"/>
                  </a:lnTo>
                  <a:lnTo>
                    <a:pt x="250178" y="378386"/>
                  </a:lnTo>
                  <a:lnTo>
                    <a:pt x="221643" y="413721"/>
                  </a:lnTo>
                  <a:lnTo>
                    <a:pt x="194609" y="450275"/>
                  </a:lnTo>
                  <a:lnTo>
                    <a:pt x="169123" y="488001"/>
                  </a:lnTo>
                  <a:lnTo>
                    <a:pt x="145231" y="526852"/>
                  </a:lnTo>
                  <a:lnTo>
                    <a:pt x="122981" y="566782"/>
                  </a:lnTo>
                  <a:lnTo>
                    <a:pt x="102419" y="607742"/>
                  </a:lnTo>
                  <a:lnTo>
                    <a:pt x="83593" y="649688"/>
                  </a:lnTo>
                  <a:lnTo>
                    <a:pt x="66550" y="692571"/>
                  </a:lnTo>
                  <a:lnTo>
                    <a:pt x="51335" y="736344"/>
                  </a:lnTo>
                  <a:lnTo>
                    <a:pt x="37997" y="780961"/>
                  </a:lnTo>
                  <a:lnTo>
                    <a:pt x="26582" y="826375"/>
                  </a:lnTo>
                  <a:lnTo>
                    <a:pt x="17138" y="872539"/>
                  </a:lnTo>
                  <a:lnTo>
                    <a:pt x="9710" y="919405"/>
                  </a:lnTo>
                  <a:lnTo>
                    <a:pt x="4347" y="966927"/>
                  </a:lnTo>
                  <a:lnTo>
                    <a:pt x="1094" y="1015058"/>
                  </a:lnTo>
                  <a:lnTo>
                    <a:pt x="0" y="1063752"/>
                  </a:lnTo>
                  <a:lnTo>
                    <a:pt x="1094" y="1112445"/>
                  </a:lnTo>
                  <a:lnTo>
                    <a:pt x="4347" y="1160576"/>
                  </a:lnTo>
                  <a:lnTo>
                    <a:pt x="9710" y="1208098"/>
                  </a:lnTo>
                  <a:lnTo>
                    <a:pt x="17138" y="1254964"/>
                  </a:lnTo>
                  <a:lnTo>
                    <a:pt x="26582" y="1301128"/>
                  </a:lnTo>
                  <a:lnTo>
                    <a:pt x="37997" y="1346542"/>
                  </a:lnTo>
                  <a:lnTo>
                    <a:pt x="51335" y="1391159"/>
                  </a:lnTo>
                  <a:lnTo>
                    <a:pt x="66550" y="1434932"/>
                  </a:lnTo>
                  <a:lnTo>
                    <a:pt x="83593" y="1477815"/>
                  </a:lnTo>
                  <a:lnTo>
                    <a:pt x="102419" y="1519761"/>
                  </a:lnTo>
                  <a:lnTo>
                    <a:pt x="122981" y="1560721"/>
                  </a:lnTo>
                  <a:lnTo>
                    <a:pt x="145231" y="1600651"/>
                  </a:lnTo>
                  <a:lnTo>
                    <a:pt x="169123" y="1639502"/>
                  </a:lnTo>
                  <a:lnTo>
                    <a:pt x="194609" y="1677228"/>
                  </a:lnTo>
                  <a:lnTo>
                    <a:pt x="221643" y="1713782"/>
                  </a:lnTo>
                  <a:lnTo>
                    <a:pt x="250178" y="1749117"/>
                  </a:lnTo>
                  <a:lnTo>
                    <a:pt x="280167" y="1783185"/>
                  </a:lnTo>
                  <a:lnTo>
                    <a:pt x="311562" y="1815941"/>
                  </a:lnTo>
                  <a:lnTo>
                    <a:pt x="344318" y="1847336"/>
                  </a:lnTo>
                  <a:lnTo>
                    <a:pt x="378386" y="1877325"/>
                  </a:lnTo>
                  <a:lnTo>
                    <a:pt x="413721" y="1905860"/>
                  </a:lnTo>
                  <a:lnTo>
                    <a:pt x="450275" y="1932894"/>
                  </a:lnTo>
                  <a:lnTo>
                    <a:pt x="488001" y="1958380"/>
                  </a:lnTo>
                  <a:lnTo>
                    <a:pt x="526852" y="1982272"/>
                  </a:lnTo>
                  <a:lnTo>
                    <a:pt x="566782" y="2004522"/>
                  </a:lnTo>
                  <a:lnTo>
                    <a:pt x="607742" y="2025084"/>
                  </a:lnTo>
                  <a:lnTo>
                    <a:pt x="649688" y="2043910"/>
                  </a:lnTo>
                  <a:lnTo>
                    <a:pt x="692571" y="2060953"/>
                  </a:lnTo>
                  <a:lnTo>
                    <a:pt x="736344" y="2076168"/>
                  </a:lnTo>
                  <a:lnTo>
                    <a:pt x="780961" y="2089506"/>
                  </a:lnTo>
                  <a:lnTo>
                    <a:pt x="826375" y="2100921"/>
                  </a:lnTo>
                  <a:lnTo>
                    <a:pt x="872539" y="2110365"/>
                  </a:lnTo>
                  <a:lnTo>
                    <a:pt x="919405" y="2117793"/>
                  </a:lnTo>
                  <a:lnTo>
                    <a:pt x="966927" y="2123156"/>
                  </a:lnTo>
                  <a:lnTo>
                    <a:pt x="1015058" y="2126409"/>
                  </a:lnTo>
                  <a:lnTo>
                    <a:pt x="1063752" y="2127504"/>
                  </a:lnTo>
                  <a:lnTo>
                    <a:pt x="1112445" y="2126409"/>
                  </a:lnTo>
                  <a:lnTo>
                    <a:pt x="1160576" y="2123156"/>
                  </a:lnTo>
                  <a:lnTo>
                    <a:pt x="1208098" y="2117793"/>
                  </a:lnTo>
                  <a:lnTo>
                    <a:pt x="1254964" y="2110365"/>
                  </a:lnTo>
                  <a:lnTo>
                    <a:pt x="1301128" y="2100921"/>
                  </a:lnTo>
                  <a:lnTo>
                    <a:pt x="1346542" y="2089506"/>
                  </a:lnTo>
                  <a:lnTo>
                    <a:pt x="1391159" y="2076168"/>
                  </a:lnTo>
                  <a:lnTo>
                    <a:pt x="1434932" y="2060953"/>
                  </a:lnTo>
                  <a:lnTo>
                    <a:pt x="1477815" y="2043910"/>
                  </a:lnTo>
                  <a:lnTo>
                    <a:pt x="1519761" y="2025084"/>
                  </a:lnTo>
                  <a:lnTo>
                    <a:pt x="1560721" y="2004522"/>
                  </a:lnTo>
                  <a:lnTo>
                    <a:pt x="1600651" y="1982272"/>
                  </a:lnTo>
                  <a:lnTo>
                    <a:pt x="1639502" y="1958380"/>
                  </a:lnTo>
                  <a:lnTo>
                    <a:pt x="1677228" y="1932894"/>
                  </a:lnTo>
                  <a:lnTo>
                    <a:pt x="1713782" y="1905860"/>
                  </a:lnTo>
                  <a:lnTo>
                    <a:pt x="1749117" y="1877325"/>
                  </a:lnTo>
                  <a:lnTo>
                    <a:pt x="1783185" y="1847336"/>
                  </a:lnTo>
                  <a:lnTo>
                    <a:pt x="1815941" y="1815941"/>
                  </a:lnTo>
                  <a:lnTo>
                    <a:pt x="1847336" y="1783185"/>
                  </a:lnTo>
                  <a:lnTo>
                    <a:pt x="1877325" y="1749117"/>
                  </a:lnTo>
                  <a:lnTo>
                    <a:pt x="1905860" y="1713782"/>
                  </a:lnTo>
                  <a:lnTo>
                    <a:pt x="1932894" y="1677228"/>
                  </a:lnTo>
                  <a:lnTo>
                    <a:pt x="1958380" y="1639502"/>
                  </a:lnTo>
                  <a:lnTo>
                    <a:pt x="1982272" y="1600651"/>
                  </a:lnTo>
                  <a:lnTo>
                    <a:pt x="2004522" y="1560721"/>
                  </a:lnTo>
                  <a:lnTo>
                    <a:pt x="2025084" y="1519761"/>
                  </a:lnTo>
                  <a:lnTo>
                    <a:pt x="2043910" y="1477815"/>
                  </a:lnTo>
                  <a:lnTo>
                    <a:pt x="2060953" y="1434932"/>
                  </a:lnTo>
                  <a:lnTo>
                    <a:pt x="2076168" y="1391159"/>
                  </a:lnTo>
                  <a:lnTo>
                    <a:pt x="2089506" y="1346542"/>
                  </a:lnTo>
                  <a:lnTo>
                    <a:pt x="2100921" y="1301128"/>
                  </a:lnTo>
                  <a:lnTo>
                    <a:pt x="2110365" y="1254964"/>
                  </a:lnTo>
                  <a:lnTo>
                    <a:pt x="2117793" y="1208098"/>
                  </a:lnTo>
                  <a:lnTo>
                    <a:pt x="2123156" y="1160576"/>
                  </a:lnTo>
                  <a:lnTo>
                    <a:pt x="2126409" y="1112445"/>
                  </a:lnTo>
                  <a:lnTo>
                    <a:pt x="2127504" y="1063752"/>
                  </a:lnTo>
                  <a:lnTo>
                    <a:pt x="2126409" y="1015058"/>
                  </a:lnTo>
                  <a:lnTo>
                    <a:pt x="2123156" y="966927"/>
                  </a:lnTo>
                  <a:lnTo>
                    <a:pt x="2117793" y="919405"/>
                  </a:lnTo>
                  <a:lnTo>
                    <a:pt x="2110365" y="872539"/>
                  </a:lnTo>
                  <a:lnTo>
                    <a:pt x="2100921" y="826375"/>
                  </a:lnTo>
                  <a:lnTo>
                    <a:pt x="2089506" y="780961"/>
                  </a:lnTo>
                  <a:lnTo>
                    <a:pt x="2076168" y="736344"/>
                  </a:lnTo>
                  <a:lnTo>
                    <a:pt x="2060953" y="692571"/>
                  </a:lnTo>
                  <a:lnTo>
                    <a:pt x="2043910" y="649688"/>
                  </a:lnTo>
                  <a:lnTo>
                    <a:pt x="2025084" y="607742"/>
                  </a:lnTo>
                  <a:lnTo>
                    <a:pt x="2004522" y="566782"/>
                  </a:lnTo>
                  <a:lnTo>
                    <a:pt x="1982272" y="526852"/>
                  </a:lnTo>
                  <a:lnTo>
                    <a:pt x="1958380" y="488001"/>
                  </a:lnTo>
                  <a:lnTo>
                    <a:pt x="1932894" y="450275"/>
                  </a:lnTo>
                  <a:lnTo>
                    <a:pt x="1905860" y="413721"/>
                  </a:lnTo>
                  <a:lnTo>
                    <a:pt x="1877325" y="378386"/>
                  </a:lnTo>
                  <a:lnTo>
                    <a:pt x="1847336" y="344318"/>
                  </a:lnTo>
                  <a:lnTo>
                    <a:pt x="1815941" y="311562"/>
                  </a:lnTo>
                  <a:lnTo>
                    <a:pt x="1783185" y="280167"/>
                  </a:lnTo>
                  <a:lnTo>
                    <a:pt x="1749117" y="250178"/>
                  </a:lnTo>
                  <a:lnTo>
                    <a:pt x="1713782" y="221643"/>
                  </a:lnTo>
                  <a:lnTo>
                    <a:pt x="1677228" y="194609"/>
                  </a:lnTo>
                  <a:lnTo>
                    <a:pt x="1639502" y="169123"/>
                  </a:lnTo>
                  <a:lnTo>
                    <a:pt x="1600651" y="145231"/>
                  </a:lnTo>
                  <a:lnTo>
                    <a:pt x="1560721" y="122981"/>
                  </a:lnTo>
                  <a:lnTo>
                    <a:pt x="1519761" y="102419"/>
                  </a:lnTo>
                  <a:lnTo>
                    <a:pt x="1477815" y="83593"/>
                  </a:lnTo>
                  <a:lnTo>
                    <a:pt x="1434932" y="66550"/>
                  </a:lnTo>
                  <a:lnTo>
                    <a:pt x="1391159" y="51335"/>
                  </a:lnTo>
                  <a:lnTo>
                    <a:pt x="1346542" y="37997"/>
                  </a:lnTo>
                  <a:lnTo>
                    <a:pt x="1301128" y="26582"/>
                  </a:lnTo>
                  <a:lnTo>
                    <a:pt x="1254964" y="17138"/>
                  </a:lnTo>
                  <a:lnTo>
                    <a:pt x="1208098" y="9710"/>
                  </a:lnTo>
                  <a:lnTo>
                    <a:pt x="1160576" y="4347"/>
                  </a:lnTo>
                  <a:lnTo>
                    <a:pt x="1112445" y="1094"/>
                  </a:lnTo>
                  <a:lnTo>
                    <a:pt x="1063752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44370" y="1631683"/>
              <a:ext cx="905510" cy="930910"/>
            </a:xfrm>
            <a:custGeom>
              <a:avLst/>
              <a:gdLst/>
              <a:ahLst/>
              <a:cxnLst/>
              <a:rect l="l" t="t" r="r" b="b"/>
              <a:pathLst>
                <a:path w="905510" h="930910">
                  <a:moveTo>
                    <a:pt x="364591" y="855383"/>
                  </a:moveTo>
                  <a:lnTo>
                    <a:pt x="0" y="855383"/>
                  </a:lnTo>
                  <a:lnTo>
                    <a:pt x="0" y="930859"/>
                  </a:lnTo>
                  <a:lnTo>
                    <a:pt x="364591" y="930859"/>
                  </a:lnTo>
                  <a:lnTo>
                    <a:pt x="364591" y="855383"/>
                  </a:lnTo>
                  <a:close/>
                </a:path>
                <a:path w="905510" h="930910">
                  <a:moveTo>
                    <a:pt x="490321" y="855383"/>
                  </a:moveTo>
                  <a:lnTo>
                    <a:pt x="414883" y="855383"/>
                  </a:lnTo>
                  <a:lnTo>
                    <a:pt x="414883" y="930859"/>
                  </a:lnTo>
                  <a:lnTo>
                    <a:pt x="490321" y="930859"/>
                  </a:lnTo>
                  <a:lnTo>
                    <a:pt x="490321" y="855383"/>
                  </a:lnTo>
                  <a:close/>
                </a:path>
                <a:path w="905510" h="930910">
                  <a:moveTo>
                    <a:pt x="854913" y="548195"/>
                  </a:moveTo>
                  <a:lnTo>
                    <a:pt x="851369" y="530669"/>
                  </a:lnTo>
                  <a:lnTo>
                    <a:pt x="841730" y="516356"/>
                  </a:lnTo>
                  <a:lnTo>
                    <a:pt x="827430" y="506704"/>
                  </a:lnTo>
                  <a:lnTo>
                    <a:pt x="809904" y="503174"/>
                  </a:lnTo>
                  <a:lnTo>
                    <a:pt x="452602" y="503174"/>
                  </a:lnTo>
                  <a:lnTo>
                    <a:pt x="452602" y="603796"/>
                  </a:lnTo>
                  <a:lnTo>
                    <a:pt x="450621" y="613600"/>
                  </a:lnTo>
                  <a:lnTo>
                    <a:pt x="445236" y="621588"/>
                  </a:lnTo>
                  <a:lnTo>
                    <a:pt x="437248" y="626986"/>
                  </a:lnTo>
                  <a:lnTo>
                    <a:pt x="427456" y="628954"/>
                  </a:lnTo>
                  <a:lnTo>
                    <a:pt x="417664" y="626986"/>
                  </a:lnTo>
                  <a:lnTo>
                    <a:pt x="409676" y="621588"/>
                  </a:lnTo>
                  <a:lnTo>
                    <a:pt x="404291" y="613600"/>
                  </a:lnTo>
                  <a:lnTo>
                    <a:pt x="402310" y="603796"/>
                  </a:lnTo>
                  <a:lnTo>
                    <a:pt x="404291" y="594004"/>
                  </a:lnTo>
                  <a:lnTo>
                    <a:pt x="409676" y="586016"/>
                  </a:lnTo>
                  <a:lnTo>
                    <a:pt x="417664" y="580618"/>
                  </a:lnTo>
                  <a:lnTo>
                    <a:pt x="427456" y="578637"/>
                  </a:lnTo>
                  <a:lnTo>
                    <a:pt x="437248" y="580618"/>
                  </a:lnTo>
                  <a:lnTo>
                    <a:pt x="445236" y="586016"/>
                  </a:lnTo>
                  <a:lnTo>
                    <a:pt x="450621" y="594004"/>
                  </a:lnTo>
                  <a:lnTo>
                    <a:pt x="452602" y="603796"/>
                  </a:lnTo>
                  <a:lnTo>
                    <a:pt x="452602" y="503174"/>
                  </a:lnTo>
                  <a:lnTo>
                    <a:pt x="326872" y="503174"/>
                  </a:lnTo>
                  <a:lnTo>
                    <a:pt x="326872" y="603796"/>
                  </a:lnTo>
                  <a:lnTo>
                    <a:pt x="324904" y="613600"/>
                  </a:lnTo>
                  <a:lnTo>
                    <a:pt x="319519" y="621588"/>
                  </a:lnTo>
                  <a:lnTo>
                    <a:pt x="311518" y="626986"/>
                  </a:lnTo>
                  <a:lnTo>
                    <a:pt x="301739" y="628954"/>
                  </a:lnTo>
                  <a:lnTo>
                    <a:pt x="291947" y="626986"/>
                  </a:lnTo>
                  <a:lnTo>
                    <a:pt x="283946" y="621588"/>
                  </a:lnTo>
                  <a:lnTo>
                    <a:pt x="278561" y="613600"/>
                  </a:lnTo>
                  <a:lnTo>
                    <a:pt x="276593" y="603796"/>
                  </a:lnTo>
                  <a:lnTo>
                    <a:pt x="278561" y="594004"/>
                  </a:lnTo>
                  <a:lnTo>
                    <a:pt x="283946" y="586016"/>
                  </a:lnTo>
                  <a:lnTo>
                    <a:pt x="291947" y="580618"/>
                  </a:lnTo>
                  <a:lnTo>
                    <a:pt x="301739" y="578637"/>
                  </a:lnTo>
                  <a:lnTo>
                    <a:pt x="311518" y="580618"/>
                  </a:lnTo>
                  <a:lnTo>
                    <a:pt x="319519" y="586016"/>
                  </a:lnTo>
                  <a:lnTo>
                    <a:pt x="324904" y="594004"/>
                  </a:lnTo>
                  <a:lnTo>
                    <a:pt x="326872" y="603796"/>
                  </a:lnTo>
                  <a:lnTo>
                    <a:pt x="326872" y="503174"/>
                  </a:lnTo>
                  <a:lnTo>
                    <a:pt x="201155" y="503174"/>
                  </a:lnTo>
                  <a:lnTo>
                    <a:pt x="201155" y="603796"/>
                  </a:lnTo>
                  <a:lnTo>
                    <a:pt x="199174" y="613600"/>
                  </a:lnTo>
                  <a:lnTo>
                    <a:pt x="193789" y="621588"/>
                  </a:lnTo>
                  <a:lnTo>
                    <a:pt x="185801" y="626986"/>
                  </a:lnTo>
                  <a:lnTo>
                    <a:pt x="176009" y="628954"/>
                  </a:lnTo>
                  <a:lnTo>
                    <a:pt x="166217" y="626986"/>
                  </a:lnTo>
                  <a:lnTo>
                    <a:pt x="158229" y="621588"/>
                  </a:lnTo>
                  <a:lnTo>
                    <a:pt x="152844" y="613600"/>
                  </a:lnTo>
                  <a:lnTo>
                    <a:pt x="150863" y="603796"/>
                  </a:lnTo>
                  <a:lnTo>
                    <a:pt x="152844" y="594004"/>
                  </a:lnTo>
                  <a:lnTo>
                    <a:pt x="158229" y="586016"/>
                  </a:lnTo>
                  <a:lnTo>
                    <a:pt x="166217" y="580618"/>
                  </a:lnTo>
                  <a:lnTo>
                    <a:pt x="176009" y="578637"/>
                  </a:lnTo>
                  <a:lnTo>
                    <a:pt x="185801" y="580618"/>
                  </a:lnTo>
                  <a:lnTo>
                    <a:pt x="193789" y="586016"/>
                  </a:lnTo>
                  <a:lnTo>
                    <a:pt x="199174" y="594004"/>
                  </a:lnTo>
                  <a:lnTo>
                    <a:pt x="201155" y="603796"/>
                  </a:lnTo>
                  <a:lnTo>
                    <a:pt x="201155" y="503174"/>
                  </a:lnTo>
                  <a:lnTo>
                    <a:pt x="95300" y="503174"/>
                  </a:lnTo>
                  <a:lnTo>
                    <a:pt x="77774" y="506704"/>
                  </a:lnTo>
                  <a:lnTo>
                    <a:pt x="63474" y="516356"/>
                  </a:lnTo>
                  <a:lnTo>
                    <a:pt x="53822" y="530669"/>
                  </a:lnTo>
                  <a:lnTo>
                    <a:pt x="50292" y="548195"/>
                  </a:lnTo>
                  <a:lnTo>
                    <a:pt x="50292" y="659396"/>
                  </a:lnTo>
                  <a:lnTo>
                    <a:pt x="53822" y="676935"/>
                  </a:lnTo>
                  <a:lnTo>
                    <a:pt x="63474" y="691248"/>
                  </a:lnTo>
                  <a:lnTo>
                    <a:pt x="77774" y="700900"/>
                  </a:lnTo>
                  <a:lnTo>
                    <a:pt x="95300" y="704430"/>
                  </a:lnTo>
                  <a:lnTo>
                    <a:pt x="414883" y="704430"/>
                  </a:lnTo>
                  <a:lnTo>
                    <a:pt x="414883" y="805065"/>
                  </a:lnTo>
                  <a:lnTo>
                    <a:pt x="490321" y="805065"/>
                  </a:lnTo>
                  <a:lnTo>
                    <a:pt x="490321" y="704430"/>
                  </a:lnTo>
                  <a:lnTo>
                    <a:pt x="809904" y="704430"/>
                  </a:lnTo>
                  <a:lnTo>
                    <a:pt x="827430" y="700900"/>
                  </a:lnTo>
                  <a:lnTo>
                    <a:pt x="841730" y="691248"/>
                  </a:lnTo>
                  <a:lnTo>
                    <a:pt x="851369" y="676935"/>
                  </a:lnTo>
                  <a:lnTo>
                    <a:pt x="854913" y="659396"/>
                  </a:lnTo>
                  <a:lnTo>
                    <a:pt x="854913" y="628954"/>
                  </a:lnTo>
                  <a:lnTo>
                    <a:pt x="854913" y="578637"/>
                  </a:lnTo>
                  <a:lnTo>
                    <a:pt x="854913" y="548195"/>
                  </a:lnTo>
                  <a:close/>
                </a:path>
                <a:path w="905510" h="930910">
                  <a:moveTo>
                    <a:pt x="854913" y="296621"/>
                  </a:moveTo>
                  <a:lnTo>
                    <a:pt x="851369" y="279082"/>
                  </a:lnTo>
                  <a:lnTo>
                    <a:pt x="841730" y="264769"/>
                  </a:lnTo>
                  <a:lnTo>
                    <a:pt x="827430" y="255117"/>
                  </a:lnTo>
                  <a:lnTo>
                    <a:pt x="809904" y="251587"/>
                  </a:lnTo>
                  <a:lnTo>
                    <a:pt x="452602" y="251587"/>
                  </a:lnTo>
                  <a:lnTo>
                    <a:pt x="452602" y="352221"/>
                  </a:lnTo>
                  <a:lnTo>
                    <a:pt x="450621" y="362013"/>
                  </a:lnTo>
                  <a:lnTo>
                    <a:pt x="445236" y="370014"/>
                  </a:lnTo>
                  <a:lnTo>
                    <a:pt x="437248" y="375399"/>
                  </a:lnTo>
                  <a:lnTo>
                    <a:pt x="427456" y="377380"/>
                  </a:lnTo>
                  <a:lnTo>
                    <a:pt x="417664" y="375399"/>
                  </a:lnTo>
                  <a:lnTo>
                    <a:pt x="409676" y="370014"/>
                  </a:lnTo>
                  <a:lnTo>
                    <a:pt x="404291" y="362013"/>
                  </a:lnTo>
                  <a:lnTo>
                    <a:pt x="402310" y="352221"/>
                  </a:lnTo>
                  <a:lnTo>
                    <a:pt x="404291" y="342430"/>
                  </a:lnTo>
                  <a:lnTo>
                    <a:pt x="409676" y="334429"/>
                  </a:lnTo>
                  <a:lnTo>
                    <a:pt x="417664" y="329031"/>
                  </a:lnTo>
                  <a:lnTo>
                    <a:pt x="427456" y="327063"/>
                  </a:lnTo>
                  <a:lnTo>
                    <a:pt x="437248" y="329031"/>
                  </a:lnTo>
                  <a:lnTo>
                    <a:pt x="445236" y="334429"/>
                  </a:lnTo>
                  <a:lnTo>
                    <a:pt x="450621" y="342430"/>
                  </a:lnTo>
                  <a:lnTo>
                    <a:pt x="452602" y="352221"/>
                  </a:lnTo>
                  <a:lnTo>
                    <a:pt x="452602" y="251587"/>
                  </a:lnTo>
                  <a:lnTo>
                    <a:pt x="326872" y="251587"/>
                  </a:lnTo>
                  <a:lnTo>
                    <a:pt x="326872" y="352221"/>
                  </a:lnTo>
                  <a:lnTo>
                    <a:pt x="324904" y="362013"/>
                  </a:lnTo>
                  <a:lnTo>
                    <a:pt x="319519" y="370014"/>
                  </a:lnTo>
                  <a:lnTo>
                    <a:pt x="311518" y="375399"/>
                  </a:lnTo>
                  <a:lnTo>
                    <a:pt x="301739" y="377380"/>
                  </a:lnTo>
                  <a:lnTo>
                    <a:pt x="291947" y="375399"/>
                  </a:lnTo>
                  <a:lnTo>
                    <a:pt x="283946" y="370014"/>
                  </a:lnTo>
                  <a:lnTo>
                    <a:pt x="278561" y="362013"/>
                  </a:lnTo>
                  <a:lnTo>
                    <a:pt x="276593" y="352221"/>
                  </a:lnTo>
                  <a:lnTo>
                    <a:pt x="278561" y="342430"/>
                  </a:lnTo>
                  <a:lnTo>
                    <a:pt x="283946" y="334429"/>
                  </a:lnTo>
                  <a:lnTo>
                    <a:pt x="291947" y="329031"/>
                  </a:lnTo>
                  <a:lnTo>
                    <a:pt x="301739" y="327063"/>
                  </a:lnTo>
                  <a:lnTo>
                    <a:pt x="311518" y="329031"/>
                  </a:lnTo>
                  <a:lnTo>
                    <a:pt x="319519" y="334429"/>
                  </a:lnTo>
                  <a:lnTo>
                    <a:pt x="324904" y="342430"/>
                  </a:lnTo>
                  <a:lnTo>
                    <a:pt x="326872" y="352221"/>
                  </a:lnTo>
                  <a:lnTo>
                    <a:pt x="326872" y="251587"/>
                  </a:lnTo>
                  <a:lnTo>
                    <a:pt x="201155" y="251587"/>
                  </a:lnTo>
                  <a:lnTo>
                    <a:pt x="201155" y="352221"/>
                  </a:lnTo>
                  <a:lnTo>
                    <a:pt x="199174" y="362013"/>
                  </a:lnTo>
                  <a:lnTo>
                    <a:pt x="193789" y="370014"/>
                  </a:lnTo>
                  <a:lnTo>
                    <a:pt x="185801" y="375399"/>
                  </a:lnTo>
                  <a:lnTo>
                    <a:pt x="176009" y="377380"/>
                  </a:lnTo>
                  <a:lnTo>
                    <a:pt x="166217" y="375399"/>
                  </a:lnTo>
                  <a:lnTo>
                    <a:pt x="158229" y="370014"/>
                  </a:lnTo>
                  <a:lnTo>
                    <a:pt x="152844" y="362013"/>
                  </a:lnTo>
                  <a:lnTo>
                    <a:pt x="150863" y="352221"/>
                  </a:lnTo>
                  <a:lnTo>
                    <a:pt x="152844" y="342430"/>
                  </a:lnTo>
                  <a:lnTo>
                    <a:pt x="158229" y="334429"/>
                  </a:lnTo>
                  <a:lnTo>
                    <a:pt x="166217" y="329031"/>
                  </a:lnTo>
                  <a:lnTo>
                    <a:pt x="176009" y="327063"/>
                  </a:lnTo>
                  <a:lnTo>
                    <a:pt x="185801" y="329031"/>
                  </a:lnTo>
                  <a:lnTo>
                    <a:pt x="193789" y="334429"/>
                  </a:lnTo>
                  <a:lnTo>
                    <a:pt x="199174" y="342430"/>
                  </a:lnTo>
                  <a:lnTo>
                    <a:pt x="201155" y="352221"/>
                  </a:lnTo>
                  <a:lnTo>
                    <a:pt x="201155" y="251587"/>
                  </a:lnTo>
                  <a:lnTo>
                    <a:pt x="95300" y="251587"/>
                  </a:lnTo>
                  <a:lnTo>
                    <a:pt x="77774" y="255117"/>
                  </a:lnTo>
                  <a:lnTo>
                    <a:pt x="63474" y="264769"/>
                  </a:lnTo>
                  <a:lnTo>
                    <a:pt x="53822" y="279082"/>
                  </a:lnTo>
                  <a:lnTo>
                    <a:pt x="50292" y="296621"/>
                  </a:lnTo>
                  <a:lnTo>
                    <a:pt x="50292" y="407822"/>
                  </a:lnTo>
                  <a:lnTo>
                    <a:pt x="53822" y="425348"/>
                  </a:lnTo>
                  <a:lnTo>
                    <a:pt x="63474" y="439661"/>
                  </a:lnTo>
                  <a:lnTo>
                    <a:pt x="77774" y="449313"/>
                  </a:lnTo>
                  <a:lnTo>
                    <a:pt x="95300" y="452856"/>
                  </a:lnTo>
                  <a:lnTo>
                    <a:pt x="809904" y="452856"/>
                  </a:lnTo>
                  <a:lnTo>
                    <a:pt x="827430" y="449313"/>
                  </a:lnTo>
                  <a:lnTo>
                    <a:pt x="841730" y="439661"/>
                  </a:lnTo>
                  <a:lnTo>
                    <a:pt x="851369" y="425348"/>
                  </a:lnTo>
                  <a:lnTo>
                    <a:pt x="854913" y="407822"/>
                  </a:lnTo>
                  <a:lnTo>
                    <a:pt x="854913" y="377380"/>
                  </a:lnTo>
                  <a:lnTo>
                    <a:pt x="854913" y="327063"/>
                  </a:lnTo>
                  <a:lnTo>
                    <a:pt x="854913" y="296621"/>
                  </a:lnTo>
                  <a:close/>
                </a:path>
                <a:path w="905510" h="930910">
                  <a:moveTo>
                    <a:pt x="854913" y="45034"/>
                  </a:moveTo>
                  <a:lnTo>
                    <a:pt x="851369" y="27495"/>
                  </a:lnTo>
                  <a:lnTo>
                    <a:pt x="841730" y="13182"/>
                  </a:lnTo>
                  <a:lnTo>
                    <a:pt x="827430" y="3530"/>
                  </a:lnTo>
                  <a:lnTo>
                    <a:pt x="809904" y="0"/>
                  </a:lnTo>
                  <a:lnTo>
                    <a:pt x="452602" y="0"/>
                  </a:lnTo>
                  <a:lnTo>
                    <a:pt x="452602" y="100634"/>
                  </a:lnTo>
                  <a:lnTo>
                    <a:pt x="450621" y="110426"/>
                  </a:lnTo>
                  <a:lnTo>
                    <a:pt x="445236" y="118427"/>
                  </a:lnTo>
                  <a:lnTo>
                    <a:pt x="437248" y="123812"/>
                  </a:lnTo>
                  <a:lnTo>
                    <a:pt x="427456" y="125793"/>
                  </a:lnTo>
                  <a:lnTo>
                    <a:pt x="417664" y="123812"/>
                  </a:lnTo>
                  <a:lnTo>
                    <a:pt x="409676" y="118427"/>
                  </a:lnTo>
                  <a:lnTo>
                    <a:pt x="404291" y="110426"/>
                  </a:lnTo>
                  <a:lnTo>
                    <a:pt x="402310" y="100634"/>
                  </a:lnTo>
                  <a:lnTo>
                    <a:pt x="404291" y="90843"/>
                  </a:lnTo>
                  <a:lnTo>
                    <a:pt x="409676" y="82842"/>
                  </a:lnTo>
                  <a:lnTo>
                    <a:pt x="417664" y="77457"/>
                  </a:lnTo>
                  <a:lnTo>
                    <a:pt x="427456" y="75476"/>
                  </a:lnTo>
                  <a:lnTo>
                    <a:pt x="437248" y="77457"/>
                  </a:lnTo>
                  <a:lnTo>
                    <a:pt x="445236" y="82842"/>
                  </a:lnTo>
                  <a:lnTo>
                    <a:pt x="450621" y="90843"/>
                  </a:lnTo>
                  <a:lnTo>
                    <a:pt x="452602" y="100634"/>
                  </a:lnTo>
                  <a:lnTo>
                    <a:pt x="452602" y="0"/>
                  </a:lnTo>
                  <a:lnTo>
                    <a:pt x="326872" y="0"/>
                  </a:lnTo>
                  <a:lnTo>
                    <a:pt x="326872" y="100634"/>
                  </a:lnTo>
                  <a:lnTo>
                    <a:pt x="324904" y="110426"/>
                  </a:lnTo>
                  <a:lnTo>
                    <a:pt x="319519" y="118427"/>
                  </a:lnTo>
                  <a:lnTo>
                    <a:pt x="311518" y="123812"/>
                  </a:lnTo>
                  <a:lnTo>
                    <a:pt x="301739" y="125793"/>
                  </a:lnTo>
                  <a:lnTo>
                    <a:pt x="291947" y="123812"/>
                  </a:lnTo>
                  <a:lnTo>
                    <a:pt x="283946" y="118427"/>
                  </a:lnTo>
                  <a:lnTo>
                    <a:pt x="278561" y="110426"/>
                  </a:lnTo>
                  <a:lnTo>
                    <a:pt x="276593" y="100634"/>
                  </a:lnTo>
                  <a:lnTo>
                    <a:pt x="278561" y="90843"/>
                  </a:lnTo>
                  <a:lnTo>
                    <a:pt x="283946" y="82842"/>
                  </a:lnTo>
                  <a:lnTo>
                    <a:pt x="291947" y="77457"/>
                  </a:lnTo>
                  <a:lnTo>
                    <a:pt x="301739" y="75476"/>
                  </a:lnTo>
                  <a:lnTo>
                    <a:pt x="311518" y="77457"/>
                  </a:lnTo>
                  <a:lnTo>
                    <a:pt x="319519" y="82842"/>
                  </a:lnTo>
                  <a:lnTo>
                    <a:pt x="324904" y="90843"/>
                  </a:lnTo>
                  <a:lnTo>
                    <a:pt x="326872" y="100634"/>
                  </a:lnTo>
                  <a:lnTo>
                    <a:pt x="326872" y="0"/>
                  </a:lnTo>
                  <a:lnTo>
                    <a:pt x="201155" y="0"/>
                  </a:lnTo>
                  <a:lnTo>
                    <a:pt x="201155" y="100634"/>
                  </a:lnTo>
                  <a:lnTo>
                    <a:pt x="199174" y="110426"/>
                  </a:lnTo>
                  <a:lnTo>
                    <a:pt x="193789" y="118427"/>
                  </a:lnTo>
                  <a:lnTo>
                    <a:pt x="185801" y="123812"/>
                  </a:lnTo>
                  <a:lnTo>
                    <a:pt x="176009" y="125793"/>
                  </a:lnTo>
                  <a:lnTo>
                    <a:pt x="166217" y="123812"/>
                  </a:lnTo>
                  <a:lnTo>
                    <a:pt x="158229" y="118427"/>
                  </a:lnTo>
                  <a:lnTo>
                    <a:pt x="152844" y="110426"/>
                  </a:lnTo>
                  <a:lnTo>
                    <a:pt x="150863" y="100634"/>
                  </a:lnTo>
                  <a:lnTo>
                    <a:pt x="152844" y="90843"/>
                  </a:lnTo>
                  <a:lnTo>
                    <a:pt x="158229" y="82842"/>
                  </a:lnTo>
                  <a:lnTo>
                    <a:pt x="166217" y="77457"/>
                  </a:lnTo>
                  <a:lnTo>
                    <a:pt x="176009" y="75476"/>
                  </a:lnTo>
                  <a:lnTo>
                    <a:pt x="185801" y="77457"/>
                  </a:lnTo>
                  <a:lnTo>
                    <a:pt x="193789" y="82842"/>
                  </a:lnTo>
                  <a:lnTo>
                    <a:pt x="199174" y="90843"/>
                  </a:lnTo>
                  <a:lnTo>
                    <a:pt x="201155" y="100634"/>
                  </a:lnTo>
                  <a:lnTo>
                    <a:pt x="201155" y="0"/>
                  </a:lnTo>
                  <a:lnTo>
                    <a:pt x="95300" y="0"/>
                  </a:lnTo>
                  <a:lnTo>
                    <a:pt x="77774" y="3530"/>
                  </a:lnTo>
                  <a:lnTo>
                    <a:pt x="63474" y="13182"/>
                  </a:lnTo>
                  <a:lnTo>
                    <a:pt x="53822" y="27495"/>
                  </a:lnTo>
                  <a:lnTo>
                    <a:pt x="50292" y="45034"/>
                  </a:lnTo>
                  <a:lnTo>
                    <a:pt x="50292" y="156235"/>
                  </a:lnTo>
                  <a:lnTo>
                    <a:pt x="53822" y="173761"/>
                  </a:lnTo>
                  <a:lnTo>
                    <a:pt x="63474" y="188074"/>
                  </a:lnTo>
                  <a:lnTo>
                    <a:pt x="77774" y="197726"/>
                  </a:lnTo>
                  <a:lnTo>
                    <a:pt x="95300" y="201269"/>
                  </a:lnTo>
                  <a:lnTo>
                    <a:pt x="809904" y="201269"/>
                  </a:lnTo>
                  <a:lnTo>
                    <a:pt x="827430" y="197726"/>
                  </a:lnTo>
                  <a:lnTo>
                    <a:pt x="841730" y="188074"/>
                  </a:lnTo>
                  <a:lnTo>
                    <a:pt x="851369" y="173761"/>
                  </a:lnTo>
                  <a:lnTo>
                    <a:pt x="854913" y="156235"/>
                  </a:lnTo>
                  <a:lnTo>
                    <a:pt x="854913" y="125793"/>
                  </a:lnTo>
                  <a:lnTo>
                    <a:pt x="854913" y="75476"/>
                  </a:lnTo>
                  <a:lnTo>
                    <a:pt x="854913" y="45034"/>
                  </a:lnTo>
                  <a:close/>
                </a:path>
                <a:path w="905510" h="930910">
                  <a:moveTo>
                    <a:pt x="905205" y="855383"/>
                  </a:moveTo>
                  <a:lnTo>
                    <a:pt x="540600" y="855383"/>
                  </a:lnTo>
                  <a:lnTo>
                    <a:pt x="540600" y="930859"/>
                  </a:lnTo>
                  <a:lnTo>
                    <a:pt x="905205" y="930859"/>
                  </a:lnTo>
                  <a:lnTo>
                    <a:pt x="905205" y="855383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7295" y="3768649"/>
            <a:ext cx="3354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X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RA</a:t>
            </a:r>
            <a:r>
              <a:rPr sz="1800" spc="-1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SE</a:t>
            </a:r>
            <a:r>
              <a:rPr sz="1800" spc="-45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VERS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MANAGE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28488" y="1031747"/>
            <a:ext cx="2127885" cy="2127885"/>
            <a:chOff x="5428488" y="1031747"/>
            <a:chExt cx="2127885" cy="2127885"/>
          </a:xfrm>
        </p:grpSpPr>
        <p:sp>
          <p:nvSpPr>
            <p:cNvPr id="8" name="object 8"/>
            <p:cNvSpPr/>
            <p:nvPr/>
          </p:nvSpPr>
          <p:spPr>
            <a:xfrm>
              <a:off x="5428488" y="1031747"/>
              <a:ext cx="2127885" cy="2127885"/>
            </a:xfrm>
            <a:custGeom>
              <a:avLst/>
              <a:gdLst/>
              <a:ahLst/>
              <a:cxnLst/>
              <a:rect l="l" t="t" r="r" b="b"/>
              <a:pathLst>
                <a:path w="2127884" h="2127885">
                  <a:moveTo>
                    <a:pt x="1063752" y="0"/>
                  </a:moveTo>
                  <a:lnTo>
                    <a:pt x="1015058" y="1094"/>
                  </a:lnTo>
                  <a:lnTo>
                    <a:pt x="966927" y="4347"/>
                  </a:lnTo>
                  <a:lnTo>
                    <a:pt x="919405" y="9710"/>
                  </a:lnTo>
                  <a:lnTo>
                    <a:pt x="872539" y="17138"/>
                  </a:lnTo>
                  <a:lnTo>
                    <a:pt x="826375" y="26582"/>
                  </a:lnTo>
                  <a:lnTo>
                    <a:pt x="780961" y="37997"/>
                  </a:lnTo>
                  <a:lnTo>
                    <a:pt x="736344" y="51335"/>
                  </a:lnTo>
                  <a:lnTo>
                    <a:pt x="692571" y="66550"/>
                  </a:lnTo>
                  <a:lnTo>
                    <a:pt x="649688" y="83593"/>
                  </a:lnTo>
                  <a:lnTo>
                    <a:pt x="607742" y="102419"/>
                  </a:lnTo>
                  <a:lnTo>
                    <a:pt x="566782" y="122981"/>
                  </a:lnTo>
                  <a:lnTo>
                    <a:pt x="526852" y="145231"/>
                  </a:lnTo>
                  <a:lnTo>
                    <a:pt x="488001" y="169123"/>
                  </a:lnTo>
                  <a:lnTo>
                    <a:pt x="450275" y="194609"/>
                  </a:lnTo>
                  <a:lnTo>
                    <a:pt x="413721" y="221643"/>
                  </a:lnTo>
                  <a:lnTo>
                    <a:pt x="378386" y="250178"/>
                  </a:lnTo>
                  <a:lnTo>
                    <a:pt x="344318" y="280167"/>
                  </a:lnTo>
                  <a:lnTo>
                    <a:pt x="311562" y="311562"/>
                  </a:lnTo>
                  <a:lnTo>
                    <a:pt x="280167" y="344318"/>
                  </a:lnTo>
                  <a:lnTo>
                    <a:pt x="250178" y="378386"/>
                  </a:lnTo>
                  <a:lnTo>
                    <a:pt x="221643" y="413721"/>
                  </a:lnTo>
                  <a:lnTo>
                    <a:pt x="194609" y="450275"/>
                  </a:lnTo>
                  <a:lnTo>
                    <a:pt x="169123" y="488001"/>
                  </a:lnTo>
                  <a:lnTo>
                    <a:pt x="145231" y="526852"/>
                  </a:lnTo>
                  <a:lnTo>
                    <a:pt x="122981" y="566782"/>
                  </a:lnTo>
                  <a:lnTo>
                    <a:pt x="102419" y="607742"/>
                  </a:lnTo>
                  <a:lnTo>
                    <a:pt x="83593" y="649688"/>
                  </a:lnTo>
                  <a:lnTo>
                    <a:pt x="66550" y="692571"/>
                  </a:lnTo>
                  <a:lnTo>
                    <a:pt x="51335" y="736344"/>
                  </a:lnTo>
                  <a:lnTo>
                    <a:pt x="37997" y="780961"/>
                  </a:lnTo>
                  <a:lnTo>
                    <a:pt x="26582" y="826375"/>
                  </a:lnTo>
                  <a:lnTo>
                    <a:pt x="17138" y="872539"/>
                  </a:lnTo>
                  <a:lnTo>
                    <a:pt x="9710" y="919405"/>
                  </a:lnTo>
                  <a:lnTo>
                    <a:pt x="4347" y="966927"/>
                  </a:lnTo>
                  <a:lnTo>
                    <a:pt x="1094" y="1015058"/>
                  </a:lnTo>
                  <a:lnTo>
                    <a:pt x="0" y="1063752"/>
                  </a:lnTo>
                  <a:lnTo>
                    <a:pt x="1094" y="1112445"/>
                  </a:lnTo>
                  <a:lnTo>
                    <a:pt x="4347" y="1160576"/>
                  </a:lnTo>
                  <a:lnTo>
                    <a:pt x="9710" y="1208098"/>
                  </a:lnTo>
                  <a:lnTo>
                    <a:pt x="17138" y="1254964"/>
                  </a:lnTo>
                  <a:lnTo>
                    <a:pt x="26582" y="1301128"/>
                  </a:lnTo>
                  <a:lnTo>
                    <a:pt x="37997" y="1346542"/>
                  </a:lnTo>
                  <a:lnTo>
                    <a:pt x="51335" y="1391159"/>
                  </a:lnTo>
                  <a:lnTo>
                    <a:pt x="66550" y="1434932"/>
                  </a:lnTo>
                  <a:lnTo>
                    <a:pt x="83593" y="1477815"/>
                  </a:lnTo>
                  <a:lnTo>
                    <a:pt x="102419" y="1519761"/>
                  </a:lnTo>
                  <a:lnTo>
                    <a:pt x="122981" y="1560721"/>
                  </a:lnTo>
                  <a:lnTo>
                    <a:pt x="145231" y="1600651"/>
                  </a:lnTo>
                  <a:lnTo>
                    <a:pt x="169123" y="1639502"/>
                  </a:lnTo>
                  <a:lnTo>
                    <a:pt x="194609" y="1677228"/>
                  </a:lnTo>
                  <a:lnTo>
                    <a:pt x="221643" y="1713782"/>
                  </a:lnTo>
                  <a:lnTo>
                    <a:pt x="250178" y="1749117"/>
                  </a:lnTo>
                  <a:lnTo>
                    <a:pt x="280167" y="1783185"/>
                  </a:lnTo>
                  <a:lnTo>
                    <a:pt x="311562" y="1815941"/>
                  </a:lnTo>
                  <a:lnTo>
                    <a:pt x="344318" y="1847336"/>
                  </a:lnTo>
                  <a:lnTo>
                    <a:pt x="378386" y="1877325"/>
                  </a:lnTo>
                  <a:lnTo>
                    <a:pt x="413721" y="1905860"/>
                  </a:lnTo>
                  <a:lnTo>
                    <a:pt x="450275" y="1932894"/>
                  </a:lnTo>
                  <a:lnTo>
                    <a:pt x="488001" y="1958380"/>
                  </a:lnTo>
                  <a:lnTo>
                    <a:pt x="526852" y="1982272"/>
                  </a:lnTo>
                  <a:lnTo>
                    <a:pt x="566782" y="2004522"/>
                  </a:lnTo>
                  <a:lnTo>
                    <a:pt x="607742" y="2025084"/>
                  </a:lnTo>
                  <a:lnTo>
                    <a:pt x="649688" y="2043910"/>
                  </a:lnTo>
                  <a:lnTo>
                    <a:pt x="692571" y="2060953"/>
                  </a:lnTo>
                  <a:lnTo>
                    <a:pt x="736344" y="2076168"/>
                  </a:lnTo>
                  <a:lnTo>
                    <a:pt x="780961" y="2089506"/>
                  </a:lnTo>
                  <a:lnTo>
                    <a:pt x="826375" y="2100921"/>
                  </a:lnTo>
                  <a:lnTo>
                    <a:pt x="872539" y="2110365"/>
                  </a:lnTo>
                  <a:lnTo>
                    <a:pt x="919405" y="2117793"/>
                  </a:lnTo>
                  <a:lnTo>
                    <a:pt x="966927" y="2123156"/>
                  </a:lnTo>
                  <a:lnTo>
                    <a:pt x="1015058" y="2126409"/>
                  </a:lnTo>
                  <a:lnTo>
                    <a:pt x="1063752" y="2127504"/>
                  </a:lnTo>
                  <a:lnTo>
                    <a:pt x="1112445" y="2126409"/>
                  </a:lnTo>
                  <a:lnTo>
                    <a:pt x="1160576" y="2123156"/>
                  </a:lnTo>
                  <a:lnTo>
                    <a:pt x="1208098" y="2117793"/>
                  </a:lnTo>
                  <a:lnTo>
                    <a:pt x="1254964" y="2110365"/>
                  </a:lnTo>
                  <a:lnTo>
                    <a:pt x="1301128" y="2100921"/>
                  </a:lnTo>
                  <a:lnTo>
                    <a:pt x="1346542" y="2089506"/>
                  </a:lnTo>
                  <a:lnTo>
                    <a:pt x="1391159" y="2076168"/>
                  </a:lnTo>
                  <a:lnTo>
                    <a:pt x="1434932" y="2060953"/>
                  </a:lnTo>
                  <a:lnTo>
                    <a:pt x="1477815" y="2043910"/>
                  </a:lnTo>
                  <a:lnTo>
                    <a:pt x="1519761" y="2025084"/>
                  </a:lnTo>
                  <a:lnTo>
                    <a:pt x="1560721" y="2004522"/>
                  </a:lnTo>
                  <a:lnTo>
                    <a:pt x="1600651" y="1982272"/>
                  </a:lnTo>
                  <a:lnTo>
                    <a:pt x="1639502" y="1958380"/>
                  </a:lnTo>
                  <a:lnTo>
                    <a:pt x="1677228" y="1932894"/>
                  </a:lnTo>
                  <a:lnTo>
                    <a:pt x="1713782" y="1905860"/>
                  </a:lnTo>
                  <a:lnTo>
                    <a:pt x="1749117" y="1877325"/>
                  </a:lnTo>
                  <a:lnTo>
                    <a:pt x="1783185" y="1847336"/>
                  </a:lnTo>
                  <a:lnTo>
                    <a:pt x="1815941" y="1815941"/>
                  </a:lnTo>
                  <a:lnTo>
                    <a:pt x="1847336" y="1783185"/>
                  </a:lnTo>
                  <a:lnTo>
                    <a:pt x="1877325" y="1749117"/>
                  </a:lnTo>
                  <a:lnTo>
                    <a:pt x="1905860" y="1713782"/>
                  </a:lnTo>
                  <a:lnTo>
                    <a:pt x="1932894" y="1677228"/>
                  </a:lnTo>
                  <a:lnTo>
                    <a:pt x="1958380" y="1639502"/>
                  </a:lnTo>
                  <a:lnTo>
                    <a:pt x="1982272" y="1600651"/>
                  </a:lnTo>
                  <a:lnTo>
                    <a:pt x="2004522" y="1560721"/>
                  </a:lnTo>
                  <a:lnTo>
                    <a:pt x="2025084" y="1519761"/>
                  </a:lnTo>
                  <a:lnTo>
                    <a:pt x="2043910" y="1477815"/>
                  </a:lnTo>
                  <a:lnTo>
                    <a:pt x="2060953" y="1434932"/>
                  </a:lnTo>
                  <a:lnTo>
                    <a:pt x="2076168" y="1391159"/>
                  </a:lnTo>
                  <a:lnTo>
                    <a:pt x="2089506" y="1346542"/>
                  </a:lnTo>
                  <a:lnTo>
                    <a:pt x="2100921" y="1301128"/>
                  </a:lnTo>
                  <a:lnTo>
                    <a:pt x="2110365" y="1254964"/>
                  </a:lnTo>
                  <a:lnTo>
                    <a:pt x="2117793" y="1208098"/>
                  </a:lnTo>
                  <a:lnTo>
                    <a:pt x="2123156" y="1160576"/>
                  </a:lnTo>
                  <a:lnTo>
                    <a:pt x="2126409" y="1112445"/>
                  </a:lnTo>
                  <a:lnTo>
                    <a:pt x="2127504" y="1063752"/>
                  </a:lnTo>
                  <a:lnTo>
                    <a:pt x="2126409" y="1015058"/>
                  </a:lnTo>
                  <a:lnTo>
                    <a:pt x="2123156" y="966927"/>
                  </a:lnTo>
                  <a:lnTo>
                    <a:pt x="2117793" y="919405"/>
                  </a:lnTo>
                  <a:lnTo>
                    <a:pt x="2110365" y="872539"/>
                  </a:lnTo>
                  <a:lnTo>
                    <a:pt x="2100921" y="826375"/>
                  </a:lnTo>
                  <a:lnTo>
                    <a:pt x="2089506" y="780961"/>
                  </a:lnTo>
                  <a:lnTo>
                    <a:pt x="2076168" y="736344"/>
                  </a:lnTo>
                  <a:lnTo>
                    <a:pt x="2060953" y="692571"/>
                  </a:lnTo>
                  <a:lnTo>
                    <a:pt x="2043910" y="649688"/>
                  </a:lnTo>
                  <a:lnTo>
                    <a:pt x="2025084" y="607742"/>
                  </a:lnTo>
                  <a:lnTo>
                    <a:pt x="2004522" y="566782"/>
                  </a:lnTo>
                  <a:lnTo>
                    <a:pt x="1982272" y="526852"/>
                  </a:lnTo>
                  <a:lnTo>
                    <a:pt x="1958380" y="488001"/>
                  </a:lnTo>
                  <a:lnTo>
                    <a:pt x="1932894" y="450275"/>
                  </a:lnTo>
                  <a:lnTo>
                    <a:pt x="1905860" y="413721"/>
                  </a:lnTo>
                  <a:lnTo>
                    <a:pt x="1877325" y="378386"/>
                  </a:lnTo>
                  <a:lnTo>
                    <a:pt x="1847336" y="344318"/>
                  </a:lnTo>
                  <a:lnTo>
                    <a:pt x="1815941" y="311562"/>
                  </a:lnTo>
                  <a:lnTo>
                    <a:pt x="1783185" y="280167"/>
                  </a:lnTo>
                  <a:lnTo>
                    <a:pt x="1749117" y="250178"/>
                  </a:lnTo>
                  <a:lnTo>
                    <a:pt x="1713782" y="221643"/>
                  </a:lnTo>
                  <a:lnTo>
                    <a:pt x="1677228" y="194609"/>
                  </a:lnTo>
                  <a:lnTo>
                    <a:pt x="1639502" y="169123"/>
                  </a:lnTo>
                  <a:lnTo>
                    <a:pt x="1600651" y="145231"/>
                  </a:lnTo>
                  <a:lnTo>
                    <a:pt x="1560721" y="122981"/>
                  </a:lnTo>
                  <a:lnTo>
                    <a:pt x="1519761" y="102419"/>
                  </a:lnTo>
                  <a:lnTo>
                    <a:pt x="1477815" y="83593"/>
                  </a:lnTo>
                  <a:lnTo>
                    <a:pt x="1434932" y="66550"/>
                  </a:lnTo>
                  <a:lnTo>
                    <a:pt x="1391159" y="51335"/>
                  </a:lnTo>
                  <a:lnTo>
                    <a:pt x="1346542" y="37997"/>
                  </a:lnTo>
                  <a:lnTo>
                    <a:pt x="1301128" y="26582"/>
                  </a:lnTo>
                  <a:lnTo>
                    <a:pt x="1254964" y="17138"/>
                  </a:lnTo>
                  <a:lnTo>
                    <a:pt x="1208098" y="9710"/>
                  </a:lnTo>
                  <a:lnTo>
                    <a:pt x="1160576" y="4347"/>
                  </a:lnTo>
                  <a:lnTo>
                    <a:pt x="1112445" y="1094"/>
                  </a:lnTo>
                  <a:lnTo>
                    <a:pt x="1063752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8055" y="1669416"/>
              <a:ext cx="150866" cy="20126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90599" y="1820366"/>
              <a:ext cx="1005840" cy="704850"/>
            </a:xfrm>
            <a:custGeom>
              <a:avLst/>
              <a:gdLst/>
              <a:ahLst/>
              <a:cxnLst/>
              <a:rect l="l" t="t" r="r" b="b"/>
              <a:pathLst>
                <a:path w="1005840" h="704850">
                  <a:moveTo>
                    <a:pt x="377167" y="0"/>
                  </a:moveTo>
                  <a:lnTo>
                    <a:pt x="50288" y="0"/>
                  </a:lnTo>
                  <a:lnTo>
                    <a:pt x="30762" y="3970"/>
                  </a:lnTo>
                  <a:lnTo>
                    <a:pt x="14772" y="14780"/>
                  </a:lnTo>
                  <a:lnTo>
                    <a:pt x="3968" y="30779"/>
                  </a:lnTo>
                  <a:lnTo>
                    <a:pt x="0" y="50316"/>
                  </a:lnTo>
                  <a:lnTo>
                    <a:pt x="0" y="654115"/>
                  </a:lnTo>
                  <a:lnTo>
                    <a:pt x="3968" y="673652"/>
                  </a:lnTo>
                  <a:lnTo>
                    <a:pt x="14772" y="689652"/>
                  </a:lnTo>
                  <a:lnTo>
                    <a:pt x="30762" y="700462"/>
                  </a:lnTo>
                  <a:lnTo>
                    <a:pt x="50288" y="704432"/>
                  </a:lnTo>
                  <a:lnTo>
                    <a:pt x="955490" y="704432"/>
                  </a:lnTo>
                  <a:lnTo>
                    <a:pt x="975016" y="700462"/>
                  </a:lnTo>
                  <a:lnTo>
                    <a:pt x="991006" y="689652"/>
                  </a:lnTo>
                  <a:lnTo>
                    <a:pt x="1001810" y="673652"/>
                  </a:lnTo>
                  <a:lnTo>
                    <a:pt x="1005778" y="654115"/>
                  </a:lnTo>
                  <a:lnTo>
                    <a:pt x="1005778" y="603799"/>
                  </a:lnTo>
                  <a:lnTo>
                    <a:pt x="100577" y="603799"/>
                  </a:lnTo>
                  <a:lnTo>
                    <a:pt x="100577" y="503166"/>
                  </a:lnTo>
                  <a:lnTo>
                    <a:pt x="120693" y="462912"/>
                  </a:lnTo>
                  <a:lnTo>
                    <a:pt x="166896" y="435238"/>
                  </a:lnTo>
                  <a:lnTo>
                    <a:pt x="218756" y="415112"/>
                  </a:lnTo>
                  <a:lnTo>
                    <a:pt x="260245" y="405992"/>
                  </a:lnTo>
                  <a:lnTo>
                    <a:pt x="301733" y="402532"/>
                  </a:lnTo>
                  <a:lnTo>
                    <a:pt x="1005778" y="402532"/>
                  </a:lnTo>
                  <a:lnTo>
                    <a:pt x="1005778" y="377374"/>
                  </a:lnTo>
                  <a:lnTo>
                    <a:pt x="301733" y="377374"/>
                  </a:lnTo>
                  <a:lnTo>
                    <a:pt x="262681" y="369434"/>
                  </a:lnTo>
                  <a:lnTo>
                    <a:pt x="230700" y="347813"/>
                  </a:lnTo>
                  <a:lnTo>
                    <a:pt x="209092" y="315815"/>
                  </a:lnTo>
                  <a:lnTo>
                    <a:pt x="201155" y="276741"/>
                  </a:lnTo>
                  <a:lnTo>
                    <a:pt x="209092" y="237667"/>
                  </a:lnTo>
                  <a:lnTo>
                    <a:pt x="230700" y="205669"/>
                  </a:lnTo>
                  <a:lnTo>
                    <a:pt x="262681" y="184048"/>
                  </a:lnTo>
                  <a:lnTo>
                    <a:pt x="301733" y="176108"/>
                  </a:lnTo>
                  <a:lnTo>
                    <a:pt x="1005778" y="176108"/>
                  </a:lnTo>
                  <a:lnTo>
                    <a:pt x="1005778" y="100633"/>
                  </a:lnTo>
                  <a:lnTo>
                    <a:pt x="477745" y="100633"/>
                  </a:lnTo>
                  <a:lnTo>
                    <a:pt x="438692" y="92692"/>
                  </a:lnTo>
                  <a:lnTo>
                    <a:pt x="406711" y="71072"/>
                  </a:lnTo>
                  <a:lnTo>
                    <a:pt x="385103" y="39073"/>
                  </a:lnTo>
                  <a:lnTo>
                    <a:pt x="377167" y="0"/>
                  </a:lnTo>
                  <a:close/>
                </a:path>
                <a:path w="1005840" h="704850">
                  <a:moveTo>
                    <a:pt x="603467" y="402532"/>
                  </a:moveTo>
                  <a:lnTo>
                    <a:pt x="301733" y="402532"/>
                  </a:lnTo>
                  <a:lnTo>
                    <a:pt x="323892" y="403437"/>
                  </a:lnTo>
                  <a:lnTo>
                    <a:pt x="345107" y="405992"/>
                  </a:lnTo>
                  <a:lnTo>
                    <a:pt x="384710" y="415112"/>
                  </a:lnTo>
                  <a:lnTo>
                    <a:pt x="436570" y="434295"/>
                  </a:lnTo>
                  <a:lnTo>
                    <a:pt x="482773" y="462912"/>
                  </a:lnTo>
                  <a:lnTo>
                    <a:pt x="502889" y="503166"/>
                  </a:lnTo>
                  <a:lnTo>
                    <a:pt x="502889" y="603799"/>
                  </a:lnTo>
                  <a:lnTo>
                    <a:pt x="603467" y="603799"/>
                  </a:lnTo>
                  <a:lnTo>
                    <a:pt x="603467" y="553482"/>
                  </a:lnTo>
                  <a:lnTo>
                    <a:pt x="1005778" y="553482"/>
                  </a:lnTo>
                  <a:lnTo>
                    <a:pt x="1005778" y="452849"/>
                  </a:lnTo>
                  <a:lnTo>
                    <a:pt x="603467" y="452849"/>
                  </a:lnTo>
                  <a:lnTo>
                    <a:pt x="603467" y="402532"/>
                  </a:lnTo>
                  <a:close/>
                </a:path>
                <a:path w="1005840" h="704850">
                  <a:moveTo>
                    <a:pt x="1005778" y="553482"/>
                  </a:moveTo>
                  <a:lnTo>
                    <a:pt x="905201" y="553482"/>
                  </a:lnTo>
                  <a:lnTo>
                    <a:pt x="905201" y="603799"/>
                  </a:lnTo>
                  <a:lnTo>
                    <a:pt x="1005778" y="603799"/>
                  </a:lnTo>
                  <a:lnTo>
                    <a:pt x="1005778" y="553482"/>
                  </a:lnTo>
                  <a:close/>
                </a:path>
                <a:path w="1005840" h="704850">
                  <a:moveTo>
                    <a:pt x="1005778" y="402532"/>
                  </a:moveTo>
                  <a:lnTo>
                    <a:pt x="905201" y="402532"/>
                  </a:lnTo>
                  <a:lnTo>
                    <a:pt x="905201" y="452849"/>
                  </a:lnTo>
                  <a:lnTo>
                    <a:pt x="1005778" y="452849"/>
                  </a:lnTo>
                  <a:lnTo>
                    <a:pt x="1005778" y="402532"/>
                  </a:lnTo>
                  <a:close/>
                </a:path>
                <a:path w="1005840" h="704850">
                  <a:moveTo>
                    <a:pt x="1005778" y="176108"/>
                  </a:moveTo>
                  <a:lnTo>
                    <a:pt x="301733" y="176108"/>
                  </a:lnTo>
                  <a:lnTo>
                    <a:pt x="340786" y="184048"/>
                  </a:lnTo>
                  <a:lnTo>
                    <a:pt x="372766" y="205669"/>
                  </a:lnTo>
                  <a:lnTo>
                    <a:pt x="394375" y="237667"/>
                  </a:lnTo>
                  <a:lnTo>
                    <a:pt x="402311" y="276741"/>
                  </a:lnTo>
                  <a:lnTo>
                    <a:pt x="394375" y="315815"/>
                  </a:lnTo>
                  <a:lnTo>
                    <a:pt x="372766" y="347813"/>
                  </a:lnTo>
                  <a:lnTo>
                    <a:pt x="340786" y="369434"/>
                  </a:lnTo>
                  <a:lnTo>
                    <a:pt x="301733" y="377374"/>
                  </a:lnTo>
                  <a:lnTo>
                    <a:pt x="1005778" y="377374"/>
                  </a:lnTo>
                  <a:lnTo>
                    <a:pt x="1005778" y="301899"/>
                  </a:lnTo>
                  <a:lnTo>
                    <a:pt x="603467" y="301899"/>
                  </a:lnTo>
                  <a:lnTo>
                    <a:pt x="603467" y="251583"/>
                  </a:lnTo>
                  <a:lnTo>
                    <a:pt x="1005778" y="251583"/>
                  </a:lnTo>
                  <a:lnTo>
                    <a:pt x="1005778" y="176108"/>
                  </a:lnTo>
                  <a:close/>
                </a:path>
                <a:path w="1005840" h="704850">
                  <a:moveTo>
                    <a:pt x="1005778" y="251583"/>
                  </a:moveTo>
                  <a:lnTo>
                    <a:pt x="905201" y="251583"/>
                  </a:lnTo>
                  <a:lnTo>
                    <a:pt x="905201" y="301899"/>
                  </a:lnTo>
                  <a:lnTo>
                    <a:pt x="1005778" y="301899"/>
                  </a:lnTo>
                  <a:lnTo>
                    <a:pt x="1005778" y="251583"/>
                  </a:lnTo>
                  <a:close/>
                </a:path>
                <a:path w="1005840" h="704850">
                  <a:moveTo>
                    <a:pt x="955490" y="0"/>
                  </a:moveTo>
                  <a:lnTo>
                    <a:pt x="628611" y="0"/>
                  </a:lnTo>
                  <a:lnTo>
                    <a:pt x="620675" y="39073"/>
                  </a:lnTo>
                  <a:lnTo>
                    <a:pt x="599067" y="71072"/>
                  </a:lnTo>
                  <a:lnTo>
                    <a:pt x="567086" y="92692"/>
                  </a:lnTo>
                  <a:lnTo>
                    <a:pt x="528033" y="100633"/>
                  </a:lnTo>
                  <a:lnTo>
                    <a:pt x="1005778" y="100633"/>
                  </a:lnTo>
                  <a:lnTo>
                    <a:pt x="1005778" y="50316"/>
                  </a:lnTo>
                  <a:lnTo>
                    <a:pt x="1001810" y="30779"/>
                  </a:lnTo>
                  <a:lnTo>
                    <a:pt x="991006" y="14780"/>
                  </a:lnTo>
                  <a:lnTo>
                    <a:pt x="975016" y="3970"/>
                  </a:lnTo>
                  <a:lnTo>
                    <a:pt x="955490" y="0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96002" y="3768649"/>
            <a:ext cx="2791460" cy="7740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algn="ctr">
              <a:lnSpc>
                <a:spcPct val="86400"/>
              </a:lnSpc>
              <a:spcBef>
                <a:spcPts val="39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MANAGE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SERVER</a:t>
            </a: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LOGIN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</a:t>
            </a:r>
            <a:r>
              <a:rPr sz="1800" spc="-50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I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F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IC</a:t>
            </a:r>
            <a:r>
              <a:rPr sz="1800" spc="-13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ES</a:t>
            </a:r>
            <a:r>
              <a:rPr sz="1800" spc="-1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AND  CREDENTIALS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048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Systems </a:t>
            </a:r>
            <a:r>
              <a:rPr sz="2800" spc="-5" dirty="0"/>
              <a:t>Manager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6804" y="1011936"/>
            <a:ext cx="8208645" cy="767080"/>
            <a:chOff x="336804" y="1011936"/>
            <a:chExt cx="8208645" cy="767080"/>
          </a:xfrm>
        </p:grpSpPr>
        <p:sp>
          <p:nvSpPr>
            <p:cNvPr id="4" name="object 4"/>
            <p:cNvSpPr/>
            <p:nvPr/>
          </p:nvSpPr>
          <p:spPr>
            <a:xfrm>
              <a:off x="336804" y="1011936"/>
              <a:ext cx="8208645" cy="767080"/>
            </a:xfrm>
            <a:custGeom>
              <a:avLst/>
              <a:gdLst/>
              <a:ahLst/>
              <a:cxnLst/>
              <a:rect l="l" t="t" r="r" b="b"/>
              <a:pathLst>
                <a:path w="8208645" h="767080">
                  <a:moveTo>
                    <a:pt x="8131556" y="0"/>
                  </a:moveTo>
                  <a:lnTo>
                    <a:pt x="76657" y="0"/>
                  </a:lnTo>
                  <a:lnTo>
                    <a:pt x="46821" y="6020"/>
                  </a:lnTo>
                  <a:lnTo>
                    <a:pt x="22455" y="22447"/>
                  </a:lnTo>
                  <a:lnTo>
                    <a:pt x="6025" y="46827"/>
                  </a:lnTo>
                  <a:lnTo>
                    <a:pt x="0" y="76708"/>
                  </a:lnTo>
                  <a:lnTo>
                    <a:pt x="0" y="689863"/>
                  </a:lnTo>
                  <a:lnTo>
                    <a:pt x="6025" y="719744"/>
                  </a:lnTo>
                  <a:lnTo>
                    <a:pt x="22455" y="744124"/>
                  </a:lnTo>
                  <a:lnTo>
                    <a:pt x="46821" y="760551"/>
                  </a:lnTo>
                  <a:lnTo>
                    <a:pt x="76657" y="766572"/>
                  </a:lnTo>
                  <a:lnTo>
                    <a:pt x="8131556" y="766572"/>
                  </a:lnTo>
                  <a:lnTo>
                    <a:pt x="8161436" y="760551"/>
                  </a:lnTo>
                  <a:lnTo>
                    <a:pt x="8185816" y="744124"/>
                  </a:lnTo>
                  <a:lnTo>
                    <a:pt x="8202243" y="719744"/>
                  </a:lnTo>
                  <a:lnTo>
                    <a:pt x="8208264" y="689863"/>
                  </a:lnTo>
                  <a:lnTo>
                    <a:pt x="8208264" y="76708"/>
                  </a:lnTo>
                  <a:lnTo>
                    <a:pt x="8202243" y="46827"/>
                  </a:lnTo>
                  <a:lnTo>
                    <a:pt x="8185816" y="22447"/>
                  </a:lnTo>
                  <a:lnTo>
                    <a:pt x="8161436" y="6020"/>
                  </a:lnTo>
                  <a:lnTo>
                    <a:pt x="8131556" y="0"/>
                  </a:lnTo>
                  <a:close/>
                </a:path>
              </a:pathLst>
            </a:custGeom>
            <a:solidFill>
              <a:srgbClr val="CCD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5010" y="1230744"/>
              <a:ext cx="329565" cy="330835"/>
            </a:xfrm>
            <a:custGeom>
              <a:avLst/>
              <a:gdLst/>
              <a:ahLst/>
              <a:cxnLst/>
              <a:rect l="l" t="t" r="r" b="b"/>
              <a:pathLst>
                <a:path w="329565" h="330834">
                  <a:moveTo>
                    <a:pt x="176034" y="86944"/>
                  </a:moveTo>
                  <a:lnTo>
                    <a:pt x="174472" y="86855"/>
                  </a:lnTo>
                  <a:lnTo>
                    <a:pt x="169443" y="91033"/>
                  </a:lnTo>
                  <a:lnTo>
                    <a:pt x="158902" y="98806"/>
                  </a:lnTo>
                  <a:lnTo>
                    <a:pt x="146456" y="106718"/>
                  </a:lnTo>
                  <a:lnTo>
                    <a:pt x="139014" y="110223"/>
                  </a:lnTo>
                  <a:lnTo>
                    <a:pt x="131241" y="112852"/>
                  </a:lnTo>
                  <a:lnTo>
                    <a:pt x="131241" y="121119"/>
                  </a:lnTo>
                  <a:lnTo>
                    <a:pt x="140728" y="117246"/>
                  </a:lnTo>
                  <a:lnTo>
                    <a:pt x="149847" y="112496"/>
                  </a:lnTo>
                  <a:lnTo>
                    <a:pt x="158496" y="107086"/>
                  </a:lnTo>
                  <a:lnTo>
                    <a:pt x="166077" y="100977"/>
                  </a:lnTo>
                  <a:lnTo>
                    <a:pt x="166077" y="233375"/>
                  </a:lnTo>
                  <a:lnTo>
                    <a:pt x="176034" y="233375"/>
                  </a:lnTo>
                  <a:lnTo>
                    <a:pt x="176034" y="86944"/>
                  </a:lnTo>
                  <a:close/>
                </a:path>
                <a:path w="329565" h="330834">
                  <a:moveTo>
                    <a:pt x="329057" y="165214"/>
                  </a:moveTo>
                  <a:lnTo>
                    <a:pt x="323189" y="121297"/>
                  </a:lnTo>
                  <a:lnTo>
                    <a:pt x="320395" y="114655"/>
                  </a:lnTo>
                  <a:lnTo>
                    <a:pt x="320395" y="165214"/>
                  </a:lnTo>
                  <a:lnTo>
                    <a:pt x="312445" y="214680"/>
                  </a:lnTo>
                  <a:lnTo>
                    <a:pt x="290322" y="257644"/>
                  </a:lnTo>
                  <a:lnTo>
                    <a:pt x="256578" y="291528"/>
                  </a:lnTo>
                  <a:lnTo>
                    <a:pt x="213791" y="313740"/>
                  </a:lnTo>
                  <a:lnTo>
                    <a:pt x="164528" y="321729"/>
                  </a:lnTo>
                  <a:lnTo>
                    <a:pt x="115265" y="313740"/>
                  </a:lnTo>
                  <a:lnTo>
                    <a:pt x="72478" y="291528"/>
                  </a:lnTo>
                  <a:lnTo>
                    <a:pt x="38735" y="257644"/>
                  </a:lnTo>
                  <a:lnTo>
                    <a:pt x="16611" y="214680"/>
                  </a:lnTo>
                  <a:lnTo>
                    <a:pt x="8674" y="165214"/>
                  </a:lnTo>
                  <a:lnTo>
                    <a:pt x="16675" y="115735"/>
                  </a:lnTo>
                  <a:lnTo>
                    <a:pt x="38798" y="72821"/>
                  </a:lnTo>
                  <a:lnTo>
                    <a:pt x="72529" y="38950"/>
                  </a:lnTo>
                  <a:lnTo>
                    <a:pt x="115290" y="16725"/>
                  </a:lnTo>
                  <a:lnTo>
                    <a:pt x="164528" y="8699"/>
                  </a:lnTo>
                  <a:lnTo>
                    <a:pt x="213791" y="16675"/>
                  </a:lnTo>
                  <a:lnTo>
                    <a:pt x="256578" y="38900"/>
                  </a:lnTo>
                  <a:lnTo>
                    <a:pt x="290322" y="72771"/>
                  </a:lnTo>
                  <a:lnTo>
                    <a:pt x="312445" y="115760"/>
                  </a:lnTo>
                  <a:lnTo>
                    <a:pt x="320395" y="165214"/>
                  </a:lnTo>
                  <a:lnTo>
                    <a:pt x="320395" y="114655"/>
                  </a:lnTo>
                  <a:lnTo>
                    <a:pt x="306616" y="81826"/>
                  </a:lnTo>
                  <a:lnTo>
                    <a:pt x="280898" y="48387"/>
                  </a:lnTo>
                  <a:lnTo>
                    <a:pt x="247675" y="22580"/>
                  </a:lnTo>
                  <a:lnTo>
                    <a:pt x="214947" y="8699"/>
                  </a:lnTo>
                  <a:lnTo>
                    <a:pt x="208394" y="5918"/>
                  </a:lnTo>
                  <a:lnTo>
                    <a:pt x="164680" y="0"/>
                  </a:lnTo>
                  <a:lnTo>
                    <a:pt x="164528" y="0"/>
                  </a:lnTo>
                  <a:lnTo>
                    <a:pt x="120751" y="5918"/>
                  </a:lnTo>
                  <a:lnTo>
                    <a:pt x="81457" y="22580"/>
                  </a:lnTo>
                  <a:lnTo>
                    <a:pt x="48171" y="48412"/>
                  </a:lnTo>
                  <a:lnTo>
                    <a:pt x="22453" y="81851"/>
                  </a:lnTo>
                  <a:lnTo>
                    <a:pt x="5880" y="121310"/>
                  </a:lnTo>
                  <a:lnTo>
                    <a:pt x="0" y="165214"/>
                  </a:lnTo>
                  <a:lnTo>
                    <a:pt x="5880" y="209130"/>
                  </a:lnTo>
                  <a:lnTo>
                    <a:pt x="22466" y="248602"/>
                  </a:lnTo>
                  <a:lnTo>
                    <a:pt x="48196" y="282041"/>
                  </a:lnTo>
                  <a:lnTo>
                    <a:pt x="81495" y="307873"/>
                  </a:lnTo>
                  <a:lnTo>
                    <a:pt x="120789" y="324523"/>
                  </a:lnTo>
                  <a:lnTo>
                    <a:pt x="164528" y="330428"/>
                  </a:lnTo>
                  <a:lnTo>
                    <a:pt x="208267" y="324523"/>
                  </a:lnTo>
                  <a:lnTo>
                    <a:pt x="247573" y="307873"/>
                  </a:lnTo>
                  <a:lnTo>
                    <a:pt x="280873" y="282028"/>
                  </a:lnTo>
                  <a:lnTo>
                    <a:pt x="306590" y="248602"/>
                  </a:lnTo>
                  <a:lnTo>
                    <a:pt x="323176" y="209130"/>
                  </a:lnTo>
                  <a:lnTo>
                    <a:pt x="329057" y="165214"/>
                  </a:lnTo>
                  <a:close/>
                </a:path>
              </a:pathLst>
            </a:custGeom>
            <a:solidFill>
              <a:srgbClr val="0C67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6804" y="1969007"/>
            <a:ext cx="8208645" cy="767080"/>
            <a:chOff x="336804" y="1969007"/>
            <a:chExt cx="8208645" cy="767080"/>
          </a:xfrm>
        </p:grpSpPr>
        <p:sp>
          <p:nvSpPr>
            <p:cNvPr id="7" name="object 7"/>
            <p:cNvSpPr/>
            <p:nvPr/>
          </p:nvSpPr>
          <p:spPr>
            <a:xfrm>
              <a:off x="336804" y="1969007"/>
              <a:ext cx="8208645" cy="767080"/>
            </a:xfrm>
            <a:custGeom>
              <a:avLst/>
              <a:gdLst/>
              <a:ahLst/>
              <a:cxnLst/>
              <a:rect l="l" t="t" r="r" b="b"/>
              <a:pathLst>
                <a:path w="8208645" h="767080">
                  <a:moveTo>
                    <a:pt x="8131556" y="0"/>
                  </a:moveTo>
                  <a:lnTo>
                    <a:pt x="76657" y="0"/>
                  </a:lnTo>
                  <a:lnTo>
                    <a:pt x="46821" y="6020"/>
                  </a:lnTo>
                  <a:lnTo>
                    <a:pt x="22455" y="22447"/>
                  </a:lnTo>
                  <a:lnTo>
                    <a:pt x="6025" y="46827"/>
                  </a:lnTo>
                  <a:lnTo>
                    <a:pt x="0" y="76708"/>
                  </a:lnTo>
                  <a:lnTo>
                    <a:pt x="0" y="689864"/>
                  </a:lnTo>
                  <a:lnTo>
                    <a:pt x="6025" y="719744"/>
                  </a:lnTo>
                  <a:lnTo>
                    <a:pt x="22455" y="744124"/>
                  </a:lnTo>
                  <a:lnTo>
                    <a:pt x="46821" y="760551"/>
                  </a:lnTo>
                  <a:lnTo>
                    <a:pt x="76657" y="766572"/>
                  </a:lnTo>
                  <a:lnTo>
                    <a:pt x="8131556" y="766572"/>
                  </a:lnTo>
                  <a:lnTo>
                    <a:pt x="8161436" y="760551"/>
                  </a:lnTo>
                  <a:lnTo>
                    <a:pt x="8185816" y="744124"/>
                  </a:lnTo>
                  <a:lnTo>
                    <a:pt x="8202243" y="719744"/>
                  </a:lnTo>
                  <a:lnTo>
                    <a:pt x="8208264" y="689864"/>
                  </a:lnTo>
                  <a:lnTo>
                    <a:pt x="8208264" y="76708"/>
                  </a:lnTo>
                  <a:lnTo>
                    <a:pt x="8202243" y="46827"/>
                  </a:lnTo>
                  <a:lnTo>
                    <a:pt x="8185816" y="22447"/>
                  </a:lnTo>
                  <a:lnTo>
                    <a:pt x="8161436" y="6020"/>
                  </a:lnTo>
                  <a:lnTo>
                    <a:pt x="8131556" y="0"/>
                  </a:lnTo>
                  <a:close/>
                </a:path>
              </a:pathLst>
            </a:custGeom>
            <a:solidFill>
              <a:srgbClr val="CCD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5021" y="2187807"/>
              <a:ext cx="329565" cy="330835"/>
            </a:xfrm>
            <a:custGeom>
              <a:avLst/>
              <a:gdLst/>
              <a:ahLst/>
              <a:cxnLst/>
              <a:rect l="l" t="t" r="r" b="b"/>
              <a:pathLst>
                <a:path w="329565" h="330835">
                  <a:moveTo>
                    <a:pt x="164681" y="0"/>
                  </a:moveTo>
                  <a:lnTo>
                    <a:pt x="164526" y="0"/>
                  </a:lnTo>
                  <a:lnTo>
                    <a:pt x="120752" y="5917"/>
                  </a:lnTo>
                  <a:lnTo>
                    <a:pt x="81454" y="22581"/>
                  </a:lnTo>
                  <a:lnTo>
                    <a:pt x="48167" y="48419"/>
                  </a:lnTo>
                  <a:lnTo>
                    <a:pt x="22452" y="81853"/>
                  </a:lnTo>
                  <a:lnTo>
                    <a:pt x="5874" y="121310"/>
                  </a:lnTo>
                  <a:lnTo>
                    <a:pt x="0" y="165214"/>
                  </a:lnTo>
                  <a:lnTo>
                    <a:pt x="5877" y="209134"/>
                  </a:lnTo>
                  <a:lnTo>
                    <a:pt x="22462" y="248600"/>
                  </a:lnTo>
                  <a:lnTo>
                    <a:pt x="48189" y="282037"/>
                  </a:lnTo>
                  <a:lnTo>
                    <a:pt x="81487" y="307871"/>
                  </a:lnTo>
                  <a:lnTo>
                    <a:pt x="120788" y="324526"/>
                  </a:lnTo>
                  <a:lnTo>
                    <a:pt x="164526" y="330428"/>
                  </a:lnTo>
                  <a:lnTo>
                    <a:pt x="208263" y="324526"/>
                  </a:lnTo>
                  <a:lnTo>
                    <a:pt x="214866" y="321728"/>
                  </a:lnTo>
                  <a:lnTo>
                    <a:pt x="164526" y="321728"/>
                  </a:lnTo>
                  <a:lnTo>
                    <a:pt x="115261" y="313748"/>
                  </a:lnTo>
                  <a:lnTo>
                    <a:pt x="72475" y="291530"/>
                  </a:lnTo>
                  <a:lnTo>
                    <a:pt x="38736" y="257649"/>
                  </a:lnTo>
                  <a:lnTo>
                    <a:pt x="16609" y="214684"/>
                  </a:lnTo>
                  <a:lnTo>
                    <a:pt x="8664" y="165214"/>
                  </a:lnTo>
                  <a:lnTo>
                    <a:pt x="16666" y="115743"/>
                  </a:lnTo>
                  <a:lnTo>
                    <a:pt x="38792" y="72827"/>
                  </a:lnTo>
                  <a:lnTo>
                    <a:pt x="72523" y="38956"/>
                  </a:lnTo>
                  <a:lnTo>
                    <a:pt x="115287" y="16724"/>
                  </a:lnTo>
                  <a:lnTo>
                    <a:pt x="164526" y="8700"/>
                  </a:lnTo>
                  <a:lnTo>
                    <a:pt x="214954" y="8700"/>
                  </a:lnTo>
                  <a:lnTo>
                    <a:pt x="208395" y="5917"/>
                  </a:lnTo>
                  <a:lnTo>
                    <a:pt x="164681" y="0"/>
                  </a:lnTo>
                  <a:close/>
                </a:path>
                <a:path w="329565" h="330835">
                  <a:moveTo>
                    <a:pt x="214954" y="8700"/>
                  </a:moveTo>
                  <a:lnTo>
                    <a:pt x="164526" y="8700"/>
                  </a:lnTo>
                  <a:lnTo>
                    <a:pt x="213790" y="16679"/>
                  </a:lnTo>
                  <a:lnTo>
                    <a:pt x="256576" y="38898"/>
                  </a:lnTo>
                  <a:lnTo>
                    <a:pt x="290315" y="72778"/>
                  </a:lnTo>
                  <a:lnTo>
                    <a:pt x="312446" y="115769"/>
                  </a:lnTo>
                  <a:lnTo>
                    <a:pt x="320388" y="165214"/>
                  </a:lnTo>
                  <a:lnTo>
                    <a:pt x="312442" y="214684"/>
                  </a:lnTo>
                  <a:lnTo>
                    <a:pt x="290315" y="257649"/>
                  </a:lnTo>
                  <a:lnTo>
                    <a:pt x="256576" y="291530"/>
                  </a:lnTo>
                  <a:lnTo>
                    <a:pt x="213790" y="313748"/>
                  </a:lnTo>
                  <a:lnTo>
                    <a:pt x="164526" y="321728"/>
                  </a:lnTo>
                  <a:lnTo>
                    <a:pt x="214866" y="321728"/>
                  </a:lnTo>
                  <a:lnTo>
                    <a:pt x="280862" y="282037"/>
                  </a:lnTo>
                  <a:lnTo>
                    <a:pt x="306589" y="248600"/>
                  </a:lnTo>
                  <a:lnTo>
                    <a:pt x="323174" y="209134"/>
                  </a:lnTo>
                  <a:lnTo>
                    <a:pt x="329052" y="165214"/>
                  </a:lnTo>
                  <a:lnTo>
                    <a:pt x="323189" y="121294"/>
                  </a:lnTo>
                  <a:lnTo>
                    <a:pt x="306616" y="81828"/>
                  </a:lnTo>
                  <a:lnTo>
                    <a:pt x="280902" y="48390"/>
                  </a:lnTo>
                  <a:lnTo>
                    <a:pt x="247670" y="22581"/>
                  </a:lnTo>
                  <a:lnTo>
                    <a:pt x="214954" y="8700"/>
                  </a:lnTo>
                  <a:close/>
                </a:path>
              </a:pathLst>
            </a:custGeom>
            <a:solidFill>
              <a:srgbClr val="0C67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627" y="2275494"/>
              <a:ext cx="83271" cy="14572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36804" y="2927604"/>
            <a:ext cx="8208645" cy="765175"/>
            <a:chOff x="336804" y="2927604"/>
            <a:chExt cx="8208645" cy="765175"/>
          </a:xfrm>
        </p:grpSpPr>
        <p:sp>
          <p:nvSpPr>
            <p:cNvPr id="11" name="object 11"/>
            <p:cNvSpPr/>
            <p:nvPr/>
          </p:nvSpPr>
          <p:spPr>
            <a:xfrm>
              <a:off x="336804" y="2927604"/>
              <a:ext cx="8208645" cy="765175"/>
            </a:xfrm>
            <a:custGeom>
              <a:avLst/>
              <a:gdLst/>
              <a:ahLst/>
              <a:cxnLst/>
              <a:rect l="l" t="t" r="r" b="b"/>
              <a:pathLst>
                <a:path w="8208645" h="765175">
                  <a:moveTo>
                    <a:pt x="8131810" y="0"/>
                  </a:moveTo>
                  <a:lnTo>
                    <a:pt x="76504" y="0"/>
                  </a:lnTo>
                  <a:lnTo>
                    <a:pt x="46725" y="6016"/>
                  </a:lnTo>
                  <a:lnTo>
                    <a:pt x="22407" y="22415"/>
                  </a:lnTo>
                  <a:lnTo>
                    <a:pt x="6012" y="46720"/>
                  </a:lnTo>
                  <a:lnTo>
                    <a:pt x="0" y="76453"/>
                  </a:lnTo>
                  <a:lnTo>
                    <a:pt x="0" y="688593"/>
                  </a:lnTo>
                  <a:lnTo>
                    <a:pt x="6012" y="718327"/>
                  </a:lnTo>
                  <a:lnTo>
                    <a:pt x="22407" y="742632"/>
                  </a:lnTo>
                  <a:lnTo>
                    <a:pt x="46725" y="759031"/>
                  </a:lnTo>
                  <a:lnTo>
                    <a:pt x="76504" y="765047"/>
                  </a:lnTo>
                  <a:lnTo>
                    <a:pt x="8131810" y="765047"/>
                  </a:lnTo>
                  <a:lnTo>
                    <a:pt x="8161543" y="759031"/>
                  </a:lnTo>
                  <a:lnTo>
                    <a:pt x="8185848" y="742632"/>
                  </a:lnTo>
                  <a:lnTo>
                    <a:pt x="8202247" y="718327"/>
                  </a:lnTo>
                  <a:lnTo>
                    <a:pt x="8208264" y="688593"/>
                  </a:lnTo>
                  <a:lnTo>
                    <a:pt x="8208264" y="76453"/>
                  </a:lnTo>
                  <a:lnTo>
                    <a:pt x="8202247" y="46720"/>
                  </a:lnTo>
                  <a:lnTo>
                    <a:pt x="8185848" y="22415"/>
                  </a:lnTo>
                  <a:lnTo>
                    <a:pt x="8161543" y="6016"/>
                  </a:lnTo>
                  <a:lnTo>
                    <a:pt x="8131810" y="0"/>
                  </a:lnTo>
                  <a:close/>
                </a:path>
              </a:pathLst>
            </a:custGeom>
            <a:solidFill>
              <a:srgbClr val="CCD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5021" y="314623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681" y="0"/>
                  </a:moveTo>
                  <a:lnTo>
                    <a:pt x="164526" y="0"/>
                  </a:lnTo>
                  <a:lnTo>
                    <a:pt x="120752" y="5895"/>
                  </a:lnTo>
                  <a:lnTo>
                    <a:pt x="81454" y="22500"/>
                  </a:lnTo>
                  <a:lnTo>
                    <a:pt x="48167" y="48244"/>
                  </a:lnTo>
                  <a:lnTo>
                    <a:pt x="22452" y="81557"/>
                  </a:lnTo>
                  <a:lnTo>
                    <a:pt x="5874" y="120871"/>
                  </a:lnTo>
                  <a:lnTo>
                    <a:pt x="0" y="164616"/>
                  </a:lnTo>
                  <a:lnTo>
                    <a:pt x="5877" y="208377"/>
                  </a:lnTo>
                  <a:lnTo>
                    <a:pt x="22462" y="247701"/>
                  </a:lnTo>
                  <a:lnTo>
                    <a:pt x="48189" y="281017"/>
                  </a:lnTo>
                  <a:lnTo>
                    <a:pt x="81487" y="306757"/>
                  </a:lnTo>
                  <a:lnTo>
                    <a:pt x="120788" y="323352"/>
                  </a:lnTo>
                  <a:lnTo>
                    <a:pt x="164526" y="329233"/>
                  </a:lnTo>
                  <a:lnTo>
                    <a:pt x="208263" y="323352"/>
                  </a:lnTo>
                  <a:lnTo>
                    <a:pt x="214866" y="320564"/>
                  </a:lnTo>
                  <a:lnTo>
                    <a:pt x="164526" y="320564"/>
                  </a:lnTo>
                  <a:lnTo>
                    <a:pt x="115261" y="312613"/>
                  </a:lnTo>
                  <a:lnTo>
                    <a:pt x="72475" y="290475"/>
                  </a:lnTo>
                  <a:lnTo>
                    <a:pt x="38736" y="256717"/>
                  </a:lnTo>
                  <a:lnTo>
                    <a:pt x="16609" y="213908"/>
                  </a:lnTo>
                  <a:lnTo>
                    <a:pt x="8664" y="164616"/>
                  </a:lnTo>
                  <a:lnTo>
                    <a:pt x="16666" y="115324"/>
                  </a:lnTo>
                  <a:lnTo>
                    <a:pt x="38792" y="72564"/>
                  </a:lnTo>
                  <a:lnTo>
                    <a:pt x="72523" y="38815"/>
                  </a:lnTo>
                  <a:lnTo>
                    <a:pt x="115287" y="16664"/>
                  </a:lnTo>
                  <a:lnTo>
                    <a:pt x="164526" y="8668"/>
                  </a:lnTo>
                  <a:lnTo>
                    <a:pt x="214954" y="8668"/>
                  </a:lnTo>
                  <a:lnTo>
                    <a:pt x="208395" y="5895"/>
                  </a:lnTo>
                  <a:lnTo>
                    <a:pt x="164681" y="0"/>
                  </a:lnTo>
                  <a:close/>
                </a:path>
                <a:path w="329565" h="329564">
                  <a:moveTo>
                    <a:pt x="214954" y="8668"/>
                  </a:moveTo>
                  <a:lnTo>
                    <a:pt x="164526" y="8668"/>
                  </a:lnTo>
                  <a:lnTo>
                    <a:pt x="213790" y="16619"/>
                  </a:lnTo>
                  <a:lnTo>
                    <a:pt x="256576" y="38757"/>
                  </a:lnTo>
                  <a:lnTo>
                    <a:pt x="290315" y="72515"/>
                  </a:lnTo>
                  <a:lnTo>
                    <a:pt x="312446" y="115350"/>
                  </a:lnTo>
                  <a:lnTo>
                    <a:pt x="320388" y="164616"/>
                  </a:lnTo>
                  <a:lnTo>
                    <a:pt x="312442" y="213908"/>
                  </a:lnTo>
                  <a:lnTo>
                    <a:pt x="290315" y="256717"/>
                  </a:lnTo>
                  <a:lnTo>
                    <a:pt x="256576" y="290475"/>
                  </a:lnTo>
                  <a:lnTo>
                    <a:pt x="213790" y="312613"/>
                  </a:lnTo>
                  <a:lnTo>
                    <a:pt x="164526" y="320564"/>
                  </a:lnTo>
                  <a:lnTo>
                    <a:pt x="214866" y="320564"/>
                  </a:lnTo>
                  <a:lnTo>
                    <a:pt x="280862" y="281017"/>
                  </a:lnTo>
                  <a:lnTo>
                    <a:pt x="306589" y="247701"/>
                  </a:lnTo>
                  <a:lnTo>
                    <a:pt x="323174" y="208377"/>
                  </a:lnTo>
                  <a:lnTo>
                    <a:pt x="329052" y="164616"/>
                  </a:lnTo>
                  <a:lnTo>
                    <a:pt x="323189" y="120855"/>
                  </a:lnTo>
                  <a:lnTo>
                    <a:pt x="306616" y="81532"/>
                  </a:lnTo>
                  <a:lnTo>
                    <a:pt x="280902" y="48215"/>
                  </a:lnTo>
                  <a:lnTo>
                    <a:pt x="247670" y="22500"/>
                  </a:lnTo>
                  <a:lnTo>
                    <a:pt x="214954" y="8668"/>
                  </a:lnTo>
                  <a:close/>
                </a:path>
              </a:pathLst>
            </a:custGeom>
            <a:solidFill>
              <a:srgbClr val="0C67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865" y="3238018"/>
              <a:ext cx="78409" cy="14767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36804" y="3884676"/>
            <a:ext cx="8208645" cy="767080"/>
            <a:chOff x="336804" y="3884676"/>
            <a:chExt cx="8208645" cy="767080"/>
          </a:xfrm>
        </p:grpSpPr>
        <p:sp>
          <p:nvSpPr>
            <p:cNvPr id="15" name="object 15"/>
            <p:cNvSpPr/>
            <p:nvPr/>
          </p:nvSpPr>
          <p:spPr>
            <a:xfrm>
              <a:off x="336804" y="3884676"/>
              <a:ext cx="8208645" cy="767080"/>
            </a:xfrm>
            <a:custGeom>
              <a:avLst/>
              <a:gdLst/>
              <a:ahLst/>
              <a:cxnLst/>
              <a:rect l="l" t="t" r="r" b="b"/>
              <a:pathLst>
                <a:path w="8208645" h="767079">
                  <a:moveTo>
                    <a:pt x="8131556" y="0"/>
                  </a:moveTo>
                  <a:lnTo>
                    <a:pt x="76657" y="0"/>
                  </a:lnTo>
                  <a:lnTo>
                    <a:pt x="46821" y="6025"/>
                  </a:lnTo>
                  <a:lnTo>
                    <a:pt x="22455" y="22455"/>
                  </a:lnTo>
                  <a:lnTo>
                    <a:pt x="6025" y="46821"/>
                  </a:lnTo>
                  <a:lnTo>
                    <a:pt x="0" y="76657"/>
                  </a:lnTo>
                  <a:lnTo>
                    <a:pt x="0" y="689914"/>
                  </a:lnTo>
                  <a:lnTo>
                    <a:pt x="6025" y="719750"/>
                  </a:lnTo>
                  <a:lnTo>
                    <a:pt x="22455" y="744116"/>
                  </a:lnTo>
                  <a:lnTo>
                    <a:pt x="46821" y="760546"/>
                  </a:lnTo>
                  <a:lnTo>
                    <a:pt x="76657" y="766572"/>
                  </a:lnTo>
                  <a:lnTo>
                    <a:pt x="8131556" y="766572"/>
                  </a:lnTo>
                  <a:lnTo>
                    <a:pt x="8161436" y="760546"/>
                  </a:lnTo>
                  <a:lnTo>
                    <a:pt x="8185816" y="744116"/>
                  </a:lnTo>
                  <a:lnTo>
                    <a:pt x="8202243" y="719750"/>
                  </a:lnTo>
                  <a:lnTo>
                    <a:pt x="8208264" y="689914"/>
                  </a:lnTo>
                  <a:lnTo>
                    <a:pt x="8208264" y="76657"/>
                  </a:lnTo>
                  <a:lnTo>
                    <a:pt x="8202243" y="46821"/>
                  </a:lnTo>
                  <a:lnTo>
                    <a:pt x="8185816" y="22455"/>
                  </a:lnTo>
                  <a:lnTo>
                    <a:pt x="8161436" y="6025"/>
                  </a:lnTo>
                  <a:lnTo>
                    <a:pt x="8131556" y="0"/>
                  </a:lnTo>
                  <a:close/>
                </a:path>
              </a:pathLst>
            </a:custGeom>
            <a:solidFill>
              <a:srgbClr val="CCD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5021" y="4103475"/>
              <a:ext cx="329565" cy="330835"/>
            </a:xfrm>
            <a:custGeom>
              <a:avLst/>
              <a:gdLst/>
              <a:ahLst/>
              <a:cxnLst/>
              <a:rect l="l" t="t" r="r" b="b"/>
              <a:pathLst>
                <a:path w="329565" h="330835">
                  <a:moveTo>
                    <a:pt x="164681" y="0"/>
                  </a:moveTo>
                  <a:lnTo>
                    <a:pt x="164526" y="0"/>
                  </a:lnTo>
                  <a:lnTo>
                    <a:pt x="120752" y="5917"/>
                  </a:lnTo>
                  <a:lnTo>
                    <a:pt x="81454" y="22581"/>
                  </a:lnTo>
                  <a:lnTo>
                    <a:pt x="48167" y="48419"/>
                  </a:lnTo>
                  <a:lnTo>
                    <a:pt x="22452" y="81853"/>
                  </a:lnTo>
                  <a:lnTo>
                    <a:pt x="5874" y="121310"/>
                  </a:lnTo>
                  <a:lnTo>
                    <a:pt x="0" y="165214"/>
                  </a:lnTo>
                  <a:lnTo>
                    <a:pt x="5877" y="209134"/>
                  </a:lnTo>
                  <a:lnTo>
                    <a:pt x="22462" y="248600"/>
                  </a:lnTo>
                  <a:lnTo>
                    <a:pt x="48189" y="282037"/>
                  </a:lnTo>
                  <a:lnTo>
                    <a:pt x="81487" y="307871"/>
                  </a:lnTo>
                  <a:lnTo>
                    <a:pt x="120788" y="324526"/>
                  </a:lnTo>
                  <a:lnTo>
                    <a:pt x="164526" y="330428"/>
                  </a:lnTo>
                  <a:lnTo>
                    <a:pt x="208263" y="324526"/>
                  </a:lnTo>
                  <a:lnTo>
                    <a:pt x="214866" y="321728"/>
                  </a:lnTo>
                  <a:lnTo>
                    <a:pt x="164526" y="321728"/>
                  </a:lnTo>
                  <a:lnTo>
                    <a:pt x="115261" y="313748"/>
                  </a:lnTo>
                  <a:lnTo>
                    <a:pt x="72475" y="291530"/>
                  </a:lnTo>
                  <a:lnTo>
                    <a:pt x="38736" y="257649"/>
                  </a:lnTo>
                  <a:lnTo>
                    <a:pt x="16609" y="214684"/>
                  </a:lnTo>
                  <a:lnTo>
                    <a:pt x="8664" y="165214"/>
                  </a:lnTo>
                  <a:lnTo>
                    <a:pt x="16666" y="115743"/>
                  </a:lnTo>
                  <a:lnTo>
                    <a:pt x="38792" y="72827"/>
                  </a:lnTo>
                  <a:lnTo>
                    <a:pt x="72523" y="38956"/>
                  </a:lnTo>
                  <a:lnTo>
                    <a:pt x="115287" y="16724"/>
                  </a:lnTo>
                  <a:lnTo>
                    <a:pt x="164526" y="8700"/>
                  </a:lnTo>
                  <a:lnTo>
                    <a:pt x="214954" y="8700"/>
                  </a:lnTo>
                  <a:lnTo>
                    <a:pt x="208395" y="5917"/>
                  </a:lnTo>
                  <a:lnTo>
                    <a:pt x="164681" y="0"/>
                  </a:lnTo>
                  <a:close/>
                </a:path>
                <a:path w="329565" h="330835">
                  <a:moveTo>
                    <a:pt x="214954" y="8700"/>
                  </a:moveTo>
                  <a:lnTo>
                    <a:pt x="164526" y="8700"/>
                  </a:lnTo>
                  <a:lnTo>
                    <a:pt x="213790" y="16679"/>
                  </a:lnTo>
                  <a:lnTo>
                    <a:pt x="256576" y="38898"/>
                  </a:lnTo>
                  <a:lnTo>
                    <a:pt x="290315" y="72778"/>
                  </a:lnTo>
                  <a:lnTo>
                    <a:pt x="312446" y="115769"/>
                  </a:lnTo>
                  <a:lnTo>
                    <a:pt x="320388" y="165214"/>
                  </a:lnTo>
                  <a:lnTo>
                    <a:pt x="312442" y="214684"/>
                  </a:lnTo>
                  <a:lnTo>
                    <a:pt x="290315" y="257649"/>
                  </a:lnTo>
                  <a:lnTo>
                    <a:pt x="256576" y="291530"/>
                  </a:lnTo>
                  <a:lnTo>
                    <a:pt x="213790" y="313748"/>
                  </a:lnTo>
                  <a:lnTo>
                    <a:pt x="164526" y="321728"/>
                  </a:lnTo>
                  <a:lnTo>
                    <a:pt x="214866" y="321728"/>
                  </a:lnTo>
                  <a:lnTo>
                    <a:pt x="280862" y="282037"/>
                  </a:lnTo>
                  <a:lnTo>
                    <a:pt x="306589" y="248600"/>
                  </a:lnTo>
                  <a:lnTo>
                    <a:pt x="323174" y="209134"/>
                  </a:lnTo>
                  <a:lnTo>
                    <a:pt x="329052" y="165214"/>
                  </a:lnTo>
                  <a:lnTo>
                    <a:pt x="323189" y="121294"/>
                  </a:lnTo>
                  <a:lnTo>
                    <a:pt x="306616" y="81828"/>
                  </a:lnTo>
                  <a:lnTo>
                    <a:pt x="280902" y="48390"/>
                  </a:lnTo>
                  <a:lnTo>
                    <a:pt x="247670" y="22581"/>
                  </a:lnTo>
                  <a:lnTo>
                    <a:pt x="214954" y="8700"/>
                  </a:lnTo>
                  <a:close/>
                </a:path>
              </a:pathLst>
            </a:custGeom>
            <a:solidFill>
              <a:srgbClr val="0C67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505" y="4193696"/>
              <a:ext cx="101549" cy="14316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90066" y="1189481"/>
            <a:ext cx="7072630" cy="3234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Automated</a:t>
            </a:r>
            <a:r>
              <a:rPr sz="22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patching</a:t>
            </a:r>
            <a:r>
              <a:rPr sz="22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of</a:t>
            </a:r>
            <a:r>
              <a:rPr sz="22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servers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40"/>
              </a:spcBef>
            </a:pP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Automation</a:t>
            </a:r>
            <a:r>
              <a:rPr sz="22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of</a:t>
            </a:r>
            <a:r>
              <a:rPr sz="22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routine</a:t>
            </a:r>
            <a:r>
              <a:rPr sz="22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administrative tasks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ts val="2280"/>
              </a:lnSpc>
              <a:spcBef>
                <a:spcPts val="1380"/>
              </a:spcBef>
            </a:pP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Session</a:t>
            </a:r>
            <a:r>
              <a:rPr sz="22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Manager</a:t>
            </a:r>
            <a:r>
              <a:rPr sz="22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2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interactive remote</a:t>
            </a:r>
            <a:r>
              <a:rPr sz="22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shell</a:t>
            </a:r>
            <a:r>
              <a:rPr sz="22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22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Linux</a:t>
            </a:r>
            <a:r>
              <a:rPr sz="22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and </a:t>
            </a:r>
            <a:r>
              <a:rPr sz="2200" spc="-5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Windows, macOS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Agent required</a:t>
            </a:r>
            <a:r>
              <a:rPr sz="22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200" spc="-1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22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preinstalls</a:t>
            </a:r>
            <a:r>
              <a:rPr sz="22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in</a:t>
            </a:r>
            <a:r>
              <a:rPr sz="22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many</a:t>
            </a:r>
            <a:r>
              <a:rPr sz="22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64646"/>
                </a:solidFill>
                <a:latin typeface="Arial MT"/>
                <a:cs typeface="Arial MT"/>
              </a:rPr>
              <a:t>instances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3632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Session</a:t>
            </a:r>
            <a:r>
              <a:rPr sz="2400" spc="-15" dirty="0"/>
              <a:t> </a:t>
            </a:r>
            <a:r>
              <a:rPr sz="2400" spc="-5" dirty="0"/>
              <a:t>Manager</a:t>
            </a:r>
            <a:r>
              <a:rPr sz="2400" spc="-10" dirty="0"/>
              <a:t> </a:t>
            </a:r>
            <a:r>
              <a:rPr sz="2400" spc="-5" dirty="0"/>
              <a:t>-</a:t>
            </a:r>
            <a:r>
              <a:rPr sz="2400" spc="-10" dirty="0"/>
              <a:t> </a:t>
            </a:r>
            <a:r>
              <a:rPr sz="2400" dirty="0"/>
              <a:t>Login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4857241" y="672337"/>
            <a:ext cx="4132579" cy="3611879"/>
            <a:chOff x="4857241" y="672337"/>
            <a:chExt cx="4132579" cy="3611879"/>
          </a:xfrm>
        </p:grpSpPr>
        <p:sp>
          <p:nvSpPr>
            <p:cNvPr id="4" name="object 4"/>
            <p:cNvSpPr/>
            <p:nvPr/>
          </p:nvSpPr>
          <p:spPr>
            <a:xfrm>
              <a:off x="4869941" y="685037"/>
              <a:ext cx="4107179" cy="3586479"/>
            </a:xfrm>
            <a:custGeom>
              <a:avLst/>
              <a:gdLst/>
              <a:ahLst/>
              <a:cxnLst/>
              <a:rect l="l" t="t" r="r" b="b"/>
              <a:pathLst>
                <a:path w="4107179" h="3586479">
                  <a:moveTo>
                    <a:pt x="4107179" y="0"/>
                  </a:moveTo>
                  <a:lnTo>
                    <a:pt x="0" y="0"/>
                  </a:lnTo>
                  <a:lnTo>
                    <a:pt x="0" y="3585972"/>
                  </a:lnTo>
                  <a:lnTo>
                    <a:pt x="4107179" y="3585972"/>
                  </a:lnTo>
                  <a:lnTo>
                    <a:pt x="41071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9941" y="685037"/>
              <a:ext cx="4107179" cy="3586479"/>
            </a:xfrm>
            <a:custGeom>
              <a:avLst/>
              <a:gdLst/>
              <a:ahLst/>
              <a:cxnLst/>
              <a:rect l="l" t="t" r="r" b="b"/>
              <a:pathLst>
                <a:path w="4107179" h="3586479">
                  <a:moveTo>
                    <a:pt x="0" y="3585972"/>
                  </a:moveTo>
                  <a:lnTo>
                    <a:pt x="4107179" y="3585972"/>
                  </a:lnTo>
                  <a:lnTo>
                    <a:pt x="4107179" y="0"/>
                  </a:lnTo>
                  <a:lnTo>
                    <a:pt x="0" y="0"/>
                  </a:lnTo>
                  <a:lnTo>
                    <a:pt x="0" y="3585972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50785" y="1416557"/>
              <a:ext cx="1724025" cy="882650"/>
            </a:xfrm>
            <a:custGeom>
              <a:avLst/>
              <a:gdLst/>
              <a:ahLst/>
              <a:cxnLst/>
              <a:rect l="l" t="t" r="r" b="b"/>
              <a:pathLst>
                <a:path w="1724025" h="882650">
                  <a:moveTo>
                    <a:pt x="1576578" y="0"/>
                  </a:moveTo>
                  <a:lnTo>
                    <a:pt x="147066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29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6" y="882395"/>
                  </a:lnTo>
                  <a:lnTo>
                    <a:pt x="1576578" y="882395"/>
                  </a:lnTo>
                  <a:lnTo>
                    <a:pt x="1623084" y="874904"/>
                  </a:lnTo>
                  <a:lnTo>
                    <a:pt x="1663458" y="854037"/>
                  </a:lnTo>
                  <a:lnTo>
                    <a:pt x="1695285" y="822210"/>
                  </a:lnTo>
                  <a:lnTo>
                    <a:pt x="1716152" y="781836"/>
                  </a:lnTo>
                  <a:lnTo>
                    <a:pt x="1723644" y="735329"/>
                  </a:lnTo>
                  <a:lnTo>
                    <a:pt x="1723644" y="147065"/>
                  </a:lnTo>
                  <a:lnTo>
                    <a:pt x="1716152" y="100559"/>
                  </a:lnTo>
                  <a:lnTo>
                    <a:pt x="1695285" y="60185"/>
                  </a:lnTo>
                  <a:lnTo>
                    <a:pt x="1663458" y="28358"/>
                  </a:lnTo>
                  <a:lnTo>
                    <a:pt x="1623084" y="7491"/>
                  </a:lnTo>
                  <a:lnTo>
                    <a:pt x="15765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50785" y="1416557"/>
              <a:ext cx="1724025" cy="882650"/>
            </a:xfrm>
            <a:custGeom>
              <a:avLst/>
              <a:gdLst/>
              <a:ahLst/>
              <a:cxnLst/>
              <a:rect l="l" t="t" r="r" b="b"/>
              <a:pathLst>
                <a:path w="172402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6" y="0"/>
                  </a:lnTo>
                  <a:lnTo>
                    <a:pt x="1576578" y="0"/>
                  </a:lnTo>
                  <a:lnTo>
                    <a:pt x="1623084" y="7491"/>
                  </a:lnTo>
                  <a:lnTo>
                    <a:pt x="1663458" y="28358"/>
                  </a:lnTo>
                  <a:lnTo>
                    <a:pt x="1695285" y="60185"/>
                  </a:lnTo>
                  <a:lnTo>
                    <a:pt x="1716152" y="100559"/>
                  </a:lnTo>
                  <a:lnTo>
                    <a:pt x="1723644" y="147065"/>
                  </a:lnTo>
                  <a:lnTo>
                    <a:pt x="1723644" y="735329"/>
                  </a:lnTo>
                  <a:lnTo>
                    <a:pt x="1716152" y="781836"/>
                  </a:lnTo>
                  <a:lnTo>
                    <a:pt x="1695285" y="822210"/>
                  </a:lnTo>
                  <a:lnTo>
                    <a:pt x="1663458" y="854037"/>
                  </a:lnTo>
                  <a:lnTo>
                    <a:pt x="1623084" y="874904"/>
                  </a:lnTo>
                  <a:lnTo>
                    <a:pt x="1576578" y="882395"/>
                  </a:lnTo>
                  <a:lnTo>
                    <a:pt x="147066" y="882395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29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50785" y="2535173"/>
              <a:ext cx="1724025" cy="1224280"/>
            </a:xfrm>
            <a:custGeom>
              <a:avLst/>
              <a:gdLst/>
              <a:ahLst/>
              <a:cxnLst/>
              <a:rect l="l" t="t" r="r" b="b"/>
              <a:pathLst>
                <a:path w="1724025" h="1224279">
                  <a:moveTo>
                    <a:pt x="1519682" y="0"/>
                  </a:moveTo>
                  <a:lnTo>
                    <a:pt x="203962" y="0"/>
                  </a:lnTo>
                  <a:lnTo>
                    <a:pt x="157194" y="5386"/>
                  </a:lnTo>
                  <a:lnTo>
                    <a:pt x="114262" y="20730"/>
                  </a:lnTo>
                  <a:lnTo>
                    <a:pt x="76392" y="44806"/>
                  </a:lnTo>
                  <a:lnTo>
                    <a:pt x="44806" y="76392"/>
                  </a:lnTo>
                  <a:lnTo>
                    <a:pt x="20730" y="114262"/>
                  </a:lnTo>
                  <a:lnTo>
                    <a:pt x="5386" y="157194"/>
                  </a:lnTo>
                  <a:lnTo>
                    <a:pt x="0" y="203962"/>
                  </a:lnTo>
                  <a:lnTo>
                    <a:pt x="0" y="1019810"/>
                  </a:lnTo>
                  <a:lnTo>
                    <a:pt x="5386" y="1066577"/>
                  </a:lnTo>
                  <a:lnTo>
                    <a:pt x="20730" y="1109509"/>
                  </a:lnTo>
                  <a:lnTo>
                    <a:pt x="44806" y="1147379"/>
                  </a:lnTo>
                  <a:lnTo>
                    <a:pt x="76392" y="1178965"/>
                  </a:lnTo>
                  <a:lnTo>
                    <a:pt x="114262" y="1203041"/>
                  </a:lnTo>
                  <a:lnTo>
                    <a:pt x="157194" y="1218385"/>
                  </a:lnTo>
                  <a:lnTo>
                    <a:pt x="203962" y="1223772"/>
                  </a:lnTo>
                  <a:lnTo>
                    <a:pt x="1519682" y="1223772"/>
                  </a:lnTo>
                  <a:lnTo>
                    <a:pt x="1566449" y="1218385"/>
                  </a:lnTo>
                  <a:lnTo>
                    <a:pt x="1609381" y="1203041"/>
                  </a:lnTo>
                  <a:lnTo>
                    <a:pt x="1647251" y="1178965"/>
                  </a:lnTo>
                  <a:lnTo>
                    <a:pt x="1678837" y="1147379"/>
                  </a:lnTo>
                  <a:lnTo>
                    <a:pt x="1702913" y="1109509"/>
                  </a:lnTo>
                  <a:lnTo>
                    <a:pt x="1718257" y="1066577"/>
                  </a:lnTo>
                  <a:lnTo>
                    <a:pt x="1723644" y="1019810"/>
                  </a:lnTo>
                  <a:lnTo>
                    <a:pt x="1723644" y="203962"/>
                  </a:lnTo>
                  <a:lnTo>
                    <a:pt x="1718257" y="157194"/>
                  </a:lnTo>
                  <a:lnTo>
                    <a:pt x="1702913" y="114262"/>
                  </a:lnTo>
                  <a:lnTo>
                    <a:pt x="1678837" y="76392"/>
                  </a:lnTo>
                  <a:lnTo>
                    <a:pt x="1647251" y="44806"/>
                  </a:lnTo>
                  <a:lnTo>
                    <a:pt x="1609381" y="20730"/>
                  </a:lnTo>
                  <a:lnTo>
                    <a:pt x="1566449" y="5386"/>
                  </a:lnTo>
                  <a:lnTo>
                    <a:pt x="15196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50785" y="2535173"/>
              <a:ext cx="1724025" cy="1224280"/>
            </a:xfrm>
            <a:custGeom>
              <a:avLst/>
              <a:gdLst/>
              <a:ahLst/>
              <a:cxnLst/>
              <a:rect l="l" t="t" r="r" b="b"/>
              <a:pathLst>
                <a:path w="1724025" h="1224279">
                  <a:moveTo>
                    <a:pt x="0" y="203962"/>
                  </a:moveTo>
                  <a:lnTo>
                    <a:pt x="5386" y="157194"/>
                  </a:lnTo>
                  <a:lnTo>
                    <a:pt x="20730" y="114262"/>
                  </a:lnTo>
                  <a:lnTo>
                    <a:pt x="44806" y="76392"/>
                  </a:lnTo>
                  <a:lnTo>
                    <a:pt x="76392" y="44806"/>
                  </a:lnTo>
                  <a:lnTo>
                    <a:pt x="114262" y="20730"/>
                  </a:lnTo>
                  <a:lnTo>
                    <a:pt x="157194" y="5386"/>
                  </a:lnTo>
                  <a:lnTo>
                    <a:pt x="203962" y="0"/>
                  </a:lnTo>
                  <a:lnTo>
                    <a:pt x="1519682" y="0"/>
                  </a:lnTo>
                  <a:lnTo>
                    <a:pt x="1566449" y="5386"/>
                  </a:lnTo>
                  <a:lnTo>
                    <a:pt x="1609381" y="20730"/>
                  </a:lnTo>
                  <a:lnTo>
                    <a:pt x="1647251" y="44806"/>
                  </a:lnTo>
                  <a:lnTo>
                    <a:pt x="1678837" y="76392"/>
                  </a:lnTo>
                  <a:lnTo>
                    <a:pt x="1702913" y="114262"/>
                  </a:lnTo>
                  <a:lnTo>
                    <a:pt x="1718257" y="157194"/>
                  </a:lnTo>
                  <a:lnTo>
                    <a:pt x="1723644" y="203962"/>
                  </a:lnTo>
                  <a:lnTo>
                    <a:pt x="1723644" y="1019810"/>
                  </a:lnTo>
                  <a:lnTo>
                    <a:pt x="1718257" y="1066577"/>
                  </a:lnTo>
                  <a:lnTo>
                    <a:pt x="1702913" y="1109509"/>
                  </a:lnTo>
                  <a:lnTo>
                    <a:pt x="1678837" y="1147379"/>
                  </a:lnTo>
                  <a:lnTo>
                    <a:pt x="1647251" y="1178965"/>
                  </a:lnTo>
                  <a:lnTo>
                    <a:pt x="1609381" y="1203041"/>
                  </a:lnTo>
                  <a:lnTo>
                    <a:pt x="1566449" y="1218385"/>
                  </a:lnTo>
                  <a:lnTo>
                    <a:pt x="1519682" y="1223772"/>
                  </a:lnTo>
                  <a:lnTo>
                    <a:pt x="203962" y="1223772"/>
                  </a:lnTo>
                  <a:lnTo>
                    <a:pt x="157194" y="1218385"/>
                  </a:lnTo>
                  <a:lnTo>
                    <a:pt x="114262" y="1203041"/>
                  </a:lnTo>
                  <a:lnTo>
                    <a:pt x="76392" y="1178965"/>
                  </a:lnTo>
                  <a:lnTo>
                    <a:pt x="44806" y="1147379"/>
                  </a:lnTo>
                  <a:lnTo>
                    <a:pt x="20730" y="1109509"/>
                  </a:lnTo>
                  <a:lnTo>
                    <a:pt x="5386" y="1066577"/>
                  </a:lnTo>
                  <a:lnTo>
                    <a:pt x="0" y="1019810"/>
                  </a:lnTo>
                  <a:lnTo>
                    <a:pt x="0" y="20396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315581" y="3422141"/>
            <a:ext cx="11925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90002" y="2770885"/>
            <a:ext cx="622935" cy="630555"/>
            <a:chOff x="7890002" y="2770885"/>
            <a:chExt cx="622935" cy="630555"/>
          </a:xfrm>
        </p:grpSpPr>
        <p:sp>
          <p:nvSpPr>
            <p:cNvPr id="12" name="object 12"/>
            <p:cNvSpPr/>
            <p:nvPr/>
          </p:nvSpPr>
          <p:spPr>
            <a:xfrm>
              <a:off x="7902702" y="2783585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02702" y="2783585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10322" y="3129533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7" y="215900"/>
                  </a:lnTo>
                  <a:lnTo>
                    <a:pt x="589787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10322" y="3129533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7" y="43180"/>
                  </a:lnTo>
                  <a:lnTo>
                    <a:pt x="589787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026145" y="2788158"/>
            <a:ext cx="342900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55244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23228" y="3923487"/>
            <a:ext cx="1804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7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062982" y="903986"/>
            <a:ext cx="3724275" cy="383540"/>
            <a:chOff x="5062982" y="903986"/>
            <a:chExt cx="3724275" cy="383540"/>
          </a:xfrm>
        </p:grpSpPr>
        <p:sp>
          <p:nvSpPr>
            <p:cNvPr id="19" name="object 19"/>
            <p:cNvSpPr/>
            <p:nvPr/>
          </p:nvSpPr>
          <p:spPr>
            <a:xfrm>
              <a:off x="5075682" y="916686"/>
              <a:ext cx="3698875" cy="358140"/>
            </a:xfrm>
            <a:custGeom>
              <a:avLst/>
              <a:gdLst/>
              <a:ahLst/>
              <a:cxnLst/>
              <a:rect l="l" t="t" r="r" b="b"/>
              <a:pathLst>
                <a:path w="3698875" h="358140">
                  <a:moveTo>
                    <a:pt x="3639058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39"/>
                  </a:lnTo>
                  <a:lnTo>
                    <a:pt x="3639058" y="358139"/>
                  </a:lnTo>
                  <a:lnTo>
                    <a:pt x="3662314" y="353456"/>
                  </a:lnTo>
                  <a:lnTo>
                    <a:pt x="3681285" y="340677"/>
                  </a:lnTo>
                  <a:lnTo>
                    <a:pt x="3694064" y="321706"/>
                  </a:lnTo>
                  <a:lnTo>
                    <a:pt x="3698747" y="298450"/>
                  </a:lnTo>
                  <a:lnTo>
                    <a:pt x="3698747" y="59689"/>
                  </a:lnTo>
                  <a:lnTo>
                    <a:pt x="3694064" y="36433"/>
                  </a:lnTo>
                  <a:lnTo>
                    <a:pt x="3681285" y="17462"/>
                  </a:lnTo>
                  <a:lnTo>
                    <a:pt x="3662314" y="4683"/>
                  </a:lnTo>
                  <a:lnTo>
                    <a:pt x="3639058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75682" y="916686"/>
              <a:ext cx="3698875" cy="358140"/>
            </a:xfrm>
            <a:custGeom>
              <a:avLst/>
              <a:gdLst/>
              <a:ahLst/>
              <a:cxnLst/>
              <a:rect l="l" t="t" r="r" b="b"/>
              <a:pathLst>
                <a:path w="3698875" h="358140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3639058" y="0"/>
                  </a:lnTo>
                  <a:lnTo>
                    <a:pt x="3662314" y="4683"/>
                  </a:lnTo>
                  <a:lnTo>
                    <a:pt x="3681285" y="17462"/>
                  </a:lnTo>
                  <a:lnTo>
                    <a:pt x="3694064" y="36433"/>
                  </a:lnTo>
                  <a:lnTo>
                    <a:pt x="3698747" y="59689"/>
                  </a:lnTo>
                  <a:lnTo>
                    <a:pt x="3698747" y="298450"/>
                  </a:lnTo>
                  <a:lnTo>
                    <a:pt x="3694064" y="321706"/>
                  </a:lnTo>
                  <a:lnTo>
                    <a:pt x="3681285" y="340677"/>
                  </a:lnTo>
                  <a:lnTo>
                    <a:pt x="3662314" y="353456"/>
                  </a:lnTo>
                  <a:lnTo>
                    <a:pt x="3639058" y="358139"/>
                  </a:lnTo>
                  <a:lnTo>
                    <a:pt x="59689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399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37478" y="969645"/>
            <a:ext cx="1376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4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97621" y="1626361"/>
            <a:ext cx="615315" cy="284480"/>
            <a:chOff x="7897621" y="1626361"/>
            <a:chExt cx="615315" cy="284480"/>
          </a:xfrm>
        </p:grpSpPr>
        <p:sp>
          <p:nvSpPr>
            <p:cNvPr id="23" name="object 23"/>
            <p:cNvSpPr/>
            <p:nvPr/>
          </p:nvSpPr>
          <p:spPr>
            <a:xfrm>
              <a:off x="7910321" y="1639061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7" y="215900"/>
                  </a:lnTo>
                  <a:lnTo>
                    <a:pt x="589787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10321" y="1639061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7" y="43179"/>
                  </a:lnTo>
                  <a:lnTo>
                    <a:pt x="589787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350632" y="1522831"/>
            <a:ext cx="1123950" cy="694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8495">
              <a:lnSpc>
                <a:spcPct val="1567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 Public</a:t>
            </a:r>
            <a:r>
              <a:rPr sz="1400" spc="-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062982" y="1417574"/>
            <a:ext cx="1750695" cy="2369820"/>
            <a:chOff x="5062982" y="1417574"/>
            <a:chExt cx="1750695" cy="2369820"/>
          </a:xfrm>
        </p:grpSpPr>
        <p:sp>
          <p:nvSpPr>
            <p:cNvPr id="27" name="object 27"/>
            <p:cNvSpPr/>
            <p:nvPr/>
          </p:nvSpPr>
          <p:spPr>
            <a:xfrm>
              <a:off x="5075682" y="1430274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1578101" y="0"/>
                  </a:moveTo>
                  <a:lnTo>
                    <a:pt x="147065" y="0"/>
                  </a:lnTo>
                  <a:lnTo>
                    <a:pt x="100559" y="7491"/>
                  </a:lnTo>
                  <a:lnTo>
                    <a:pt x="60185" y="28358"/>
                  </a:lnTo>
                  <a:lnTo>
                    <a:pt x="28358" y="60185"/>
                  </a:lnTo>
                  <a:lnTo>
                    <a:pt x="7491" y="100559"/>
                  </a:lnTo>
                  <a:lnTo>
                    <a:pt x="0" y="147065"/>
                  </a:lnTo>
                  <a:lnTo>
                    <a:pt x="0" y="735330"/>
                  </a:lnTo>
                  <a:lnTo>
                    <a:pt x="7491" y="781836"/>
                  </a:lnTo>
                  <a:lnTo>
                    <a:pt x="28358" y="822210"/>
                  </a:lnTo>
                  <a:lnTo>
                    <a:pt x="60185" y="854037"/>
                  </a:lnTo>
                  <a:lnTo>
                    <a:pt x="100559" y="874904"/>
                  </a:lnTo>
                  <a:lnTo>
                    <a:pt x="147065" y="882395"/>
                  </a:lnTo>
                  <a:lnTo>
                    <a:pt x="1578101" y="882395"/>
                  </a:lnTo>
                  <a:lnTo>
                    <a:pt x="1624608" y="874904"/>
                  </a:lnTo>
                  <a:lnTo>
                    <a:pt x="1664982" y="854037"/>
                  </a:lnTo>
                  <a:lnTo>
                    <a:pt x="1696809" y="822210"/>
                  </a:lnTo>
                  <a:lnTo>
                    <a:pt x="1717676" y="781836"/>
                  </a:lnTo>
                  <a:lnTo>
                    <a:pt x="1725167" y="735330"/>
                  </a:lnTo>
                  <a:lnTo>
                    <a:pt x="1725167" y="147065"/>
                  </a:lnTo>
                  <a:lnTo>
                    <a:pt x="1717676" y="100559"/>
                  </a:lnTo>
                  <a:lnTo>
                    <a:pt x="1696809" y="60185"/>
                  </a:lnTo>
                  <a:lnTo>
                    <a:pt x="1664982" y="28358"/>
                  </a:lnTo>
                  <a:lnTo>
                    <a:pt x="1624608" y="7491"/>
                  </a:lnTo>
                  <a:lnTo>
                    <a:pt x="15781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75682" y="1430274"/>
              <a:ext cx="1725295" cy="882650"/>
            </a:xfrm>
            <a:custGeom>
              <a:avLst/>
              <a:gdLst/>
              <a:ahLst/>
              <a:cxnLst/>
              <a:rect l="l" t="t" r="r" b="b"/>
              <a:pathLst>
                <a:path w="1725295" h="882650">
                  <a:moveTo>
                    <a:pt x="0" y="147065"/>
                  </a:moveTo>
                  <a:lnTo>
                    <a:pt x="7491" y="100559"/>
                  </a:lnTo>
                  <a:lnTo>
                    <a:pt x="28358" y="60185"/>
                  </a:lnTo>
                  <a:lnTo>
                    <a:pt x="60185" y="28358"/>
                  </a:lnTo>
                  <a:lnTo>
                    <a:pt x="100559" y="7491"/>
                  </a:lnTo>
                  <a:lnTo>
                    <a:pt x="147065" y="0"/>
                  </a:lnTo>
                  <a:lnTo>
                    <a:pt x="1578101" y="0"/>
                  </a:lnTo>
                  <a:lnTo>
                    <a:pt x="1624608" y="7491"/>
                  </a:lnTo>
                  <a:lnTo>
                    <a:pt x="1664982" y="28358"/>
                  </a:lnTo>
                  <a:lnTo>
                    <a:pt x="1696809" y="60185"/>
                  </a:lnTo>
                  <a:lnTo>
                    <a:pt x="1717676" y="100559"/>
                  </a:lnTo>
                  <a:lnTo>
                    <a:pt x="1725167" y="147065"/>
                  </a:lnTo>
                  <a:lnTo>
                    <a:pt x="1725167" y="735330"/>
                  </a:lnTo>
                  <a:lnTo>
                    <a:pt x="1717676" y="781836"/>
                  </a:lnTo>
                  <a:lnTo>
                    <a:pt x="1696809" y="822210"/>
                  </a:lnTo>
                  <a:lnTo>
                    <a:pt x="1664982" y="854037"/>
                  </a:lnTo>
                  <a:lnTo>
                    <a:pt x="1624608" y="874904"/>
                  </a:lnTo>
                  <a:lnTo>
                    <a:pt x="1578101" y="882395"/>
                  </a:lnTo>
                  <a:lnTo>
                    <a:pt x="147065" y="882395"/>
                  </a:lnTo>
                  <a:lnTo>
                    <a:pt x="100559" y="874904"/>
                  </a:lnTo>
                  <a:lnTo>
                    <a:pt x="60185" y="854037"/>
                  </a:lnTo>
                  <a:lnTo>
                    <a:pt x="28358" y="822210"/>
                  </a:lnTo>
                  <a:lnTo>
                    <a:pt x="7491" y="781836"/>
                  </a:lnTo>
                  <a:lnTo>
                    <a:pt x="0" y="735330"/>
                  </a:lnTo>
                  <a:lnTo>
                    <a:pt x="0" y="14706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75682" y="2548890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1520951" y="0"/>
                  </a:moveTo>
                  <a:lnTo>
                    <a:pt x="204215" y="0"/>
                  </a:ln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6"/>
                  </a:lnTo>
                  <a:lnTo>
                    <a:pt x="0" y="1021080"/>
                  </a:lnTo>
                  <a:lnTo>
                    <a:pt x="5393" y="1067901"/>
                  </a:lnTo>
                  <a:lnTo>
                    <a:pt x="20758" y="1110884"/>
                  </a:lnTo>
                  <a:lnTo>
                    <a:pt x="44866" y="1148802"/>
                  </a:lnTo>
                  <a:lnTo>
                    <a:pt x="76493" y="1180429"/>
                  </a:lnTo>
                  <a:lnTo>
                    <a:pt x="114411" y="1204537"/>
                  </a:lnTo>
                  <a:lnTo>
                    <a:pt x="157394" y="1219902"/>
                  </a:lnTo>
                  <a:lnTo>
                    <a:pt x="204215" y="1225296"/>
                  </a:lnTo>
                  <a:lnTo>
                    <a:pt x="1520951" y="1225296"/>
                  </a:lnTo>
                  <a:lnTo>
                    <a:pt x="1567773" y="1219902"/>
                  </a:lnTo>
                  <a:lnTo>
                    <a:pt x="1610756" y="1204537"/>
                  </a:lnTo>
                  <a:lnTo>
                    <a:pt x="1648674" y="1180429"/>
                  </a:lnTo>
                  <a:lnTo>
                    <a:pt x="1680301" y="1148802"/>
                  </a:lnTo>
                  <a:lnTo>
                    <a:pt x="1704409" y="1110884"/>
                  </a:lnTo>
                  <a:lnTo>
                    <a:pt x="1719774" y="1067901"/>
                  </a:lnTo>
                  <a:lnTo>
                    <a:pt x="1725167" y="1021080"/>
                  </a:lnTo>
                  <a:lnTo>
                    <a:pt x="1725167" y="204216"/>
                  </a:lnTo>
                  <a:lnTo>
                    <a:pt x="1719774" y="157394"/>
                  </a:lnTo>
                  <a:lnTo>
                    <a:pt x="1704409" y="114411"/>
                  </a:lnTo>
                  <a:lnTo>
                    <a:pt x="1680301" y="76493"/>
                  </a:lnTo>
                  <a:lnTo>
                    <a:pt x="1648674" y="44866"/>
                  </a:lnTo>
                  <a:lnTo>
                    <a:pt x="1610756" y="20758"/>
                  </a:lnTo>
                  <a:lnTo>
                    <a:pt x="1567773" y="5393"/>
                  </a:lnTo>
                  <a:lnTo>
                    <a:pt x="1520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75682" y="2548890"/>
              <a:ext cx="1725295" cy="1225550"/>
            </a:xfrm>
            <a:custGeom>
              <a:avLst/>
              <a:gdLst/>
              <a:ahLst/>
              <a:cxnLst/>
              <a:rect l="l" t="t" r="r" b="b"/>
              <a:pathLst>
                <a:path w="1725295" h="1225550">
                  <a:moveTo>
                    <a:pt x="0" y="204216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5" y="0"/>
                  </a:lnTo>
                  <a:lnTo>
                    <a:pt x="1520951" y="0"/>
                  </a:lnTo>
                  <a:lnTo>
                    <a:pt x="1567773" y="5393"/>
                  </a:lnTo>
                  <a:lnTo>
                    <a:pt x="1610756" y="20758"/>
                  </a:lnTo>
                  <a:lnTo>
                    <a:pt x="1648674" y="44866"/>
                  </a:lnTo>
                  <a:lnTo>
                    <a:pt x="1680301" y="76493"/>
                  </a:lnTo>
                  <a:lnTo>
                    <a:pt x="1704409" y="114411"/>
                  </a:lnTo>
                  <a:lnTo>
                    <a:pt x="1719774" y="157394"/>
                  </a:lnTo>
                  <a:lnTo>
                    <a:pt x="1725167" y="204216"/>
                  </a:lnTo>
                  <a:lnTo>
                    <a:pt x="1725167" y="1021080"/>
                  </a:lnTo>
                  <a:lnTo>
                    <a:pt x="1719774" y="1067901"/>
                  </a:lnTo>
                  <a:lnTo>
                    <a:pt x="1704409" y="1110884"/>
                  </a:lnTo>
                  <a:lnTo>
                    <a:pt x="1680301" y="1148802"/>
                  </a:lnTo>
                  <a:lnTo>
                    <a:pt x="1648674" y="1180429"/>
                  </a:lnTo>
                  <a:lnTo>
                    <a:pt x="1610756" y="1204537"/>
                  </a:lnTo>
                  <a:lnTo>
                    <a:pt x="1567773" y="1219902"/>
                  </a:lnTo>
                  <a:lnTo>
                    <a:pt x="1520951" y="1225296"/>
                  </a:lnTo>
                  <a:lnTo>
                    <a:pt x="204215" y="1225296"/>
                  </a:lnTo>
                  <a:lnTo>
                    <a:pt x="157394" y="1219902"/>
                  </a:lnTo>
                  <a:lnTo>
                    <a:pt x="114411" y="1204537"/>
                  </a:lnTo>
                  <a:lnTo>
                    <a:pt x="76493" y="1180429"/>
                  </a:lnTo>
                  <a:lnTo>
                    <a:pt x="44866" y="1148802"/>
                  </a:lnTo>
                  <a:lnTo>
                    <a:pt x="20758" y="1110884"/>
                  </a:lnTo>
                  <a:lnTo>
                    <a:pt x="5393" y="1067901"/>
                  </a:lnTo>
                  <a:lnTo>
                    <a:pt x="0" y="1021080"/>
                  </a:lnTo>
                  <a:lnTo>
                    <a:pt x="0" y="20421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340858" y="3436111"/>
            <a:ext cx="11925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25565" y="2770885"/>
            <a:ext cx="621665" cy="630555"/>
            <a:chOff x="5925565" y="2770885"/>
            <a:chExt cx="621665" cy="630555"/>
          </a:xfrm>
        </p:grpSpPr>
        <p:sp>
          <p:nvSpPr>
            <p:cNvPr id="33" name="object 33"/>
            <p:cNvSpPr/>
            <p:nvPr/>
          </p:nvSpPr>
          <p:spPr>
            <a:xfrm>
              <a:off x="5938265" y="2783585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545084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38265" y="2783585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45885" y="3129533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4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4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5885" y="3129533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060694" y="2788158"/>
            <a:ext cx="342900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55244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925565" y="1632457"/>
            <a:ext cx="614045" cy="284480"/>
            <a:chOff x="5925565" y="1632457"/>
            <a:chExt cx="614045" cy="284480"/>
          </a:xfrm>
        </p:grpSpPr>
        <p:sp>
          <p:nvSpPr>
            <p:cNvPr id="39" name="object 39"/>
            <p:cNvSpPr/>
            <p:nvPr/>
          </p:nvSpPr>
          <p:spPr>
            <a:xfrm>
              <a:off x="5938265" y="1645157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79"/>
                  </a:lnTo>
                  <a:lnTo>
                    <a:pt x="545084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38265" y="1645157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79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79"/>
                  </a:lnTo>
                  <a:lnTo>
                    <a:pt x="43180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375909" y="1649349"/>
            <a:ext cx="1124585" cy="581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31697" y="2049856"/>
            <a:ext cx="866775" cy="527685"/>
          </a:xfrm>
          <a:custGeom>
            <a:avLst/>
            <a:gdLst/>
            <a:ahLst/>
            <a:cxnLst/>
            <a:rect l="l" t="t" r="r" b="b"/>
            <a:pathLst>
              <a:path w="866775" h="527685">
                <a:moveTo>
                  <a:pt x="753389" y="37693"/>
                </a:moveTo>
                <a:lnTo>
                  <a:pt x="750417" y="23050"/>
                </a:lnTo>
                <a:lnTo>
                  <a:pt x="742327" y="11074"/>
                </a:lnTo>
                <a:lnTo>
                  <a:pt x="730351" y="2971"/>
                </a:lnTo>
                <a:lnTo>
                  <a:pt x="715721" y="0"/>
                </a:lnTo>
                <a:lnTo>
                  <a:pt x="696887" y="0"/>
                </a:lnTo>
                <a:lnTo>
                  <a:pt x="696887" y="56540"/>
                </a:lnTo>
                <a:lnTo>
                  <a:pt x="696887" y="376897"/>
                </a:lnTo>
                <a:lnTo>
                  <a:pt x="169506" y="376897"/>
                </a:lnTo>
                <a:lnTo>
                  <a:pt x="169506" y="56540"/>
                </a:lnTo>
                <a:lnTo>
                  <a:pt x="696887" y="56540"/>
                </a:lnTo>
                <a:lnTo>
                  <a:pt x="696887" y="0"/>
                </a:lnTo>
                <a:lnTo>
                  <a:pt x="150672" y="0"/>
                </a:lnTo>
                <a:lnTo>
                  <a:pt x="136055" y="2971"/>
                </a:lnTo>
                <a:lnTo>
                  <a:pt x="124066" y="11074"/>
                </a:lnTo>
                <a:lnTo>
                  <a:pt x="115976" y="23050"/>
                </a:lnTo>
                <a:lnTo>
                  <a:pt x="113004" y="37693"/>
                </a:lnTo>
                <a:lnTo>
                  <a:pt x="113004" y="433438"/>
                </a:lnTo>
                <a:lnTo>
                  <a:pt x="753389" y="433438"/>
                </a:lnTo>
                <a:lnTo>
                  <a:pt x="753389" y="376897"/>
                </a:lnTo>
                <a:lnTo>
                  <a:pt x="753389" y="56540"/>
                </a:lnTo>
                <a:lnTo>
                  <a:pt x="753389" y="37693"/>
                </a:lnTo>
                <a:close/>
              </a:path>
              <a:path w="866775" h="527685">
                <a:moveTo>
                  <a:pt x="866394" y="471131"/>
                </a:moveTo>
                <a:lnTo>
                  <a:pt x="489699" y="471131"/>
                </a:lnTo>
                <a:lnTo>
                  <a:pt x="489699" y="486206"/>
                </a:lnTo>
                <a:lnTo>
                  <a:pt x="485940" y="489978"/>
                </a:lnTo>
                <a:lnTo>
                  <a:pt x="380466" y="489978"/>
                </a:lnTo>
                <a:lnTo>
                  <a:pt x="376694" y="486206"/>
                </a:lnTo>
                <a:lnTo>
                  <a:pt x="376694" y="471131"/>
                </a:lnTo>
                <a:lnTo>
                  <a:pt x="0" y="471131"/>
                </a:lnTo>
                <a:lnTo>
                  <a:pt x="0" y="489978"/>
                </a:lnTo>
                <a:lnTo>
                  <a:pt x="2971" y="504609"/>
                </a:lnTo>
                <a:lnTo>
                  <a:pt x="11061" y="516597"/>
                </a:lnTo>
                <a:lnTo>
                  <a:pt x="23037" y="524687"/>
                </a:lnTo>
                <a:lnTo>
                  <a:pt x="37668" y="527659"/>
                </a:lnTo>
                <a:lnTo>
                  <a:pt x="828725" y="527659"/>
                </a:lnTo>
                <a:lnTo>
                  <a:pt x="843356" y="524687"/>
                </a:lnTo>
                <a:lnTo>
                  <a:pt x="855332" y="516597"/>
                </a:lnTo>
                <a:lnTo>
                  <a:pt x="863422" y="504609"/>
                </a:lnTo>
                <a:lnTo>
                  <a:pt x="866394" y="489978"/>
                </a:lnTo>
                <a:lnTo>
                  <a:pt x="866394" y="47113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80771" y="2596133"/>
            <a:ext cx="1612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marR="5080" indent="-233679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ws</a:t>
            </a:r>
            <a:r>
              <a:rPr sz="1800" b="1" spc="-195" dirty="0">
                <a:solidFill>
                  <a:srgbClr val="464646"/>
                </a:solidFill>
                <a:latin typeface="Arial"/>
                <a:cs typeface="Arial"/>
              </a:rPr>
              <a:t>er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I  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189473" y="2764789"/>
            <a:ext cx="614045" cy="636905"/>
            <a:chOff x="5189473" y="2764789"/>
            <a:chExt cx="614045" cy="636905"/>
          </a:xfrm>
        </p:grpSpPr>
        <p:sp>
          <p:nvSpPr>
            <p:cNvPr id="45" name="object 45"/>
            <p:cNvSpPr/>
            <p:nvPr/>
          </p:nvSpPr>
          <p:spPr>
            <a:xfrm>
              <a:off x="5202173" y="2777489"/>
              <a:ext cx="588645" cy="611505"/>
            </a:xfrm>
            <a:custGeom>
              <a:avLst/>
              <a:gdLst/>
              <a:ahLst/>
              <a:cxnLst/>
              <a:rect l="l" t="t" r="r" b="b"/>
              <a:pathLst>
                <a:path w="588645" h="611504">
                  <a:moveTo>
                    <a:pt x="490220" y="0"/>
                  </a:moveTo>
                  <a:lnTo>
                    <a:pt x="98043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513080"/>
                  </a:lnTo>
                  <a:lnTo>
                    <a:pt x="7711" y="551223"/>
                  </a:lnTo>
                  <a:lnTo>
                    <a:pt x="28733" y="582390"/>
                  </a:lnTo>
                  <a:lnTo>
                    <a:pt x="59900" y="603412"/>
                  </a:lnTo>
                  <a:lnTo>
                    <a:pt x="98043" y="611124"/>
                  </a:lnTo>
                  <a:lnTo>
                    <a:pt x="490220" y="611124"/>
                  </a:lnTo>
                  <a:lnTo>
                    <a:pt x="528363" y="603412"/>
                  </a:lnTo>
                  <a:lnTo>
                    <a:pt x="559530" y="582390"/>
                  </a:lnTo>
                  <a:lnTo>
                    <a:pt x="580552" y="551223"/>
                  </a:lnTo>
                  <a:lnTo>
                    <a:pt x="588263" y="513080"/>
                  </a:lnTo>
                  <a:lnTo>
                    <a:pt x="588263" y="98043"/>
                  </a:lnTo>
                  <a:lnTo>
                    <a:pt x="580552" y="59900"/>
                  </a:lnTo>
                  <a:lnTo>
                    <a:pt x="559530" y="28733"/>
                  </a:lnTo>
                  <a:lnTo>
                    <a:pt x="528363" y="7711"/>
                  </a:lnTo>
                  <a:lnTo>
                    <a:pt x="490220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02173" y="2777489"/>
              <a:ext cx="588645" cy="611505"/>
            </a:xfrm>
            <a:custGeom>
              <a:avLst/>
              <a:gdLst/>
              <a:ahLst/>
              <a:cxnLst/>
              <a:rect l="l" t="t" r="r" b="b"/>
              <a:pathLst>
                <a:path w="588645" h="61150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3" y="0"/>
                  </a:lnTo>
                  <a:lnTo>
                    <a:pt x="490220" y="0"/>
                  </a:lnTo>
                  <a:lnTo>
                    <a:pt x="528363" y="7711"/>
                  </a:lnTo>
                  <a:lnTo>
                    <a:pt x="559530" y="28733"/>
                  </a:lnTo>
                  <a:lnTo>
                    <a:pt x="580552" y="59900"/>
                  </a:lnTo>
                  <a:lnTo>
                    <a:pt x="588263" y="98043"/>
                  </a:lnTo>
                  <a:lnTo>
                    <a:pt x="588263" y="513080"/>
                  </a:lnTo>
                  <a:lnTo>
                    <a:pt x="580552" y="551223"/>
                  </a:lnTo>
                  <a:lnTo>
                    <a:pt x="559530" y="582390"/>
                  </a:lnTo>
                  <a:lnTo>
                    <a:pt x="528363" y="603412"/>
                  </a:lnTo>
                  <a:lnTo>
                    <a:pt x="490220" y="611124"/>
                  </a:lnTo>
                  <a:lnTo>
                    <a:pt x="98043" y="611124"/>
                  </a:lnTo>
                  <a:lnTo>
                    <a:pt x="59900" y="603412"/>
                  </a:lnTo>
                  <a:lnTo>
                    <a:pt x="28733" y="582390"/>
                  </a:lnTo>
                  <a:lnTo>
                    <a:pt x="7711" y="551223"/>
                  </a:lnTo>
                  <a:lnTo>
                    <a:pt x="0" y="513080"/>
                  </a:lnTo>
                  <a:lnTo>
                    <a:pt x="0" y="98043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309996" y="2882645"/>
            <a:ext cx="374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End </a:t>
            </a:r>
            <a:r>
              <a:rPr sz="1200" spc="-3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oint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172197" y="2764789"/>
            <a:ext cx="614045" cy="636905"/>
            <a:chOff x="7172197" y="2764789"/>
            <a:chExt cx="614045" cy="636905"/>
          </a:xfrm>
        </p:grpSpPr>
        <p:sp>
          <p:nvSpPr>
            <p:cNvPr id="49" name="object 49"/>
            <p:cNvSpPr/>
            <p:nvPr/>
          </p:nvSpPr>
          <p:spPr>
            <a:xfrm>
              <a:off x="7184897" y="2777489"/>
              <a:ext cx="588645" cy="611505"/>
            </a:xfrm>
            <a:custGeom>
              <a:avLst/>
              <a:gdLst/>
              <a:ahLst/>
              <a:cxnLst/>
              <a:rect l="l" t="t" r="r" b="b"/>
              <a:pathLst>
                <a:path w="588645" h="611504">
                  <a:moveTo>
                    <a:pt x="490220" y="0"/>
                  </a:moveTo>
                  <a:lnTo>
                    <a:pt x="98044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3"/>
                  </a:lnTo>
                  <a:lnTo>
                    <a:pt x="0" y="513080"/>
                  </a:lnTo>
                  <a:lnTo>
                    <a:pt x="7711" y="551223"/>
                  </a:lnTo>
                  <a:lnTo>
                    <a:pt x="28733" y="582390"/>
                  </a:lnTo>
                  <a:lnTo>
                    <a:pt x="59900" y="603412"/>
                  </a:lnTo>
                  <a:lnTo>
                    <a:pt x="98044" y="611124"/>
                  </a:lnTo>
                  <a:lnTo>
                    <a:pt x="490220" y="611124"/>
                  </a:lnTo>
                  <a:lnTo>
                    <a:pt x="528363" y="603412"/>
                  </a:lnTo>
                  <a:lnTo>
                    <a:pt x="559530" y="582390"/>
                  </a:lnTo>
                  <a:lnTo>
                    <a:pt x="580552" y="551223"/>
                  </a:lnTo>
                  <a:lnTo>
                    <a:pt x="588263" y="513080"/>
                  </a:lnTo>
                  <a:lnTo>
                    <a:pt x="588263" y="98043"/>
                  </a:lnTo>
                  <a:lnTo>
                    <a:pt x="580552" y="59900"/>
                  </a:lnTo>
                  <a:lnTo>
                    <a:pt x="559530" y="28733"/>
                  </a:lnTo>
                  <a:lnTo>
                    <a:pt x="528363" y="7711"/>
                  </a:lnTo>
                  <a:lnTo>
                    <a:pt x="490220" y="0"/>
                  </a:lnTo>
                  <a:close/>
                </a:path>
              </a:pathLst>
            </a:custGeom>
            <a:solidFill>
              <a:srgbClr val="C2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184897" y="2777489"/>
              <a:ext cx="588645" cy="611505"/>
            </a:xfrm>
            <a:custGeom>
              <a:avLst/>
              <a:gdLst/>
              <a:ahLst/>
              <a:cxnLst/>
              <a:rect l="l" t="t" r="r" b="b"/>
              <a:pathLst>
                <a:path w="588645" h="611504">
                  <a:moveTo>
                    <a:pt x="0" y="98043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4" y="0"/>
                  </a:lnTo>
                  <a:lnTo>
                    <a:pt x="490220" y="0"/>
                  </a:lnTo>
                  <a:lnTo>
                    <a:pt x="528363" y="7711"/>
                  </a:lnTo>
                  <a:lnTo>
                    <a:pt x="559530" y="28733"/>
                  </a:lnTo>
                  <a:lnTo>
                    <a:pt x="580552" y="59900"/>
                  </a:lnTo>
                  <a:lnTo>
                    <a:pt x="588263" y="98043"/>
                  </a:lnTo>
                  <a:lnTo>
                    <a:pt x="588263" y="513080"/>
                  </a:lnTo>
                  <a:lnTo>
                    <a:pt x="580552" y="551223"/>
                  </a:lnTo>
                  <a:lnTo>
                    <a:pt x="559530" y="582390"/>
                  </a:lnTo>
                  <a:lnTo>
                    <a:pt x="528363" y="603412"/>
                  </a:lnTo>
                  <a:lnTo>
                    <a:pt x="490220" y="611124"/>
                  </a:lnTo>
                  <a:lnTo>
                    <a:pt x="98044" y="611124"/>
                  </a:lnTo>
                  <a:lnTo>
                    <a:pt x="59900" y="603412"/>
                  </a:lnTo>
                  <a:lnTo>
                    <a:pt x="28733" y="582390"/>
                  </a:lnTo>
                  <a:lnTo>
                    <a:pt x="7711" y="551223"/>
                  </a:lnTo>
                  <a:lnTo>
                    <a:pt x="0" y="513080"/>
                  </a:lnTo>
                  <a:lnTo>
                    <a:pt x="0" y="98043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292467" y="2882900"/>
            <a:ext cx="3740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End </a:t>
            </a:r>
            <a:r>
              <a:rPr sz="1200" spc="-3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oint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888742" y="933450"/>
            <a:ext cx="1480185" cy="2758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endParaRPr sz="1800">
              <a:latin typeface="Arial MT"/>
              <a:cs typeface="Arial MT"/>
            </a:endParaRPr>
          </a:p>
          <a:p>
            <a:pPr marL="288925" marR="282575" indent="13335" algn="just">
              <a:lnSpc>
                <a:spcPct val="100000"/>
              </a:lnSpc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</a:t>
            </a:r>
            <a:r>
              <a:rPr sz="1800" spc="-30" dirty="0">
                <a:solidFill>
                  <a:srgbClr val="464646"/>
                </a:solidFill>
                <a:latin typeface="Arial MT"/>
                <a:cs typeface="Arial MT"/>
              </a:rPr>
              <a:t>y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stems 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g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er  Service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720595" y="2260219"/>
            <a:ext cx="1166495" cy="103505"/>
          </a:xfrm>
          <a:custGeom>
            <a:avLst/>
            <a:gdLst/>
            <a:ahLst/>
            <a:cxnLst/>
            <a:rect l="l" t="t" r="r" b="b"/>
            <a:pathLst>
              <a:path w="1166495" h="103505">
                <a:moveTo>
                  <a:pt x="1141131" y="51689"/>
                </a:moveTo>
                <a:lnTo>
                  <a:pt x="1071245" y="92456"/>
                </a:lnTo>
                <a:lnTo>
                  <a:pt x="1070229" y="96266"/>
                </a:lnTo>
                <a:lnTo>
                  <a:pt x="1073785" y="102362"/>
                </a:lnTo>
                <a:lnTo>
                  <a:pt x="1077595" y="103378"/>
                </a:lnTo>
                <a:lnTo>
                  <a:pt x="1155350" y="58038"/>
                </a:lnTo>
                <a:lnTo>
                  <a:pt x="1153668" y="58038"/>
                </a:lnTo>
                <a:lnTo>
                  <a:pt x="1153668" y="57150"/>
                </a:lnTo>
                <a:lnTo>
                  <a:pt x="1150493" y="57150"/>
                </a:lnTo>
                <a:lnTo>
                  <a:pt x="1141131" y="51689"/>
                </a:lnTo>
                <a:close/>
              </a:path>
              <a:path w="1166495" h="103505">
                <a:moveTo>
                  <a:pt x="1130245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130245" y="58038"/>
                </a:lnTo>
                <a:lnTo>
                  <a:pt x="1141131" y="51689"/>
                </a:lnTo>
                <a:lnTo>
                  <a:pt x="1130245" y="45338"/>
                </a:lnTo>
                <a:close/>
              </a:path>
              <a:path w="1166495" h="103505">
                <a:moveTo>
                  <a:pt x="1155350" y="45338"/>
                </a:moveTo>
                <a:lnTo>
                  <a:pt x="1153668" y="45338"/>
                </a:lnTo>
                <a:lnTo>
                  <a:pt x="1153668" y="58038"/>
                </a:lnTo>
                <a:lnTo>
                  <a:pt x="1155350" y="58038"/>
                </a:lnTo>
                <a:lnTo>
                  <a:pt x="1166240" y="51689"/>
                </a:lnTo>
                <a:lnTo>
                  <a:pt x="1155350" y="45338"/>
                </a:lnTo>
                <a:close/>
              </a:path>
              <a:path w="1166495" h="103505">
                <a:moveTo>
                  <a:pt x="1150493" y="46228"/>
                </a:moveTo>
                <a:lnTo>
                  <a:pt x="1141131" y="51689"/>
                </a:lnTo>
                <a:lnTo>
                  <a:pt x="1150493" y="57150"/>
                </a:lnTo>
                <a:lnTo>
                  <a:pt x="1150493" y="46228"/>
                </a:lnTo>
                <a:close/>
              </a:path>
              <a:path w="1166495" h="103505">
                <a:moveTo>
                  <a:pt x="1153668" y="46228"/>
                </a:moveTo>
                <a:lnTo>
                  <a:pt x="1150493" y="46228"/>
                </a:lnTo>
                <a:lnTo>
                  <a:pt x="1150493" y="57150"/>
                </a:lnTo>
                <a:lnTo>
                  <a:pt x="1153668" y="57150"/>
                </a:lnTo>
                <a:lnTo>
                  <a:pt x="1153668" y="46228"/>
                </a:lnTo>
                <a:close/>
              </a:path>
              <a:path w="1166495" h="103505">
                <a:moveTo>
                  <a:pt x="1077595" y="0"/>
                </a:moveTo>
                <a:lnTo>
                  <a:pt x="1073785" y="1016"/>
                </a:lnTo>
                <a:lnTo>
                  <a:pt x="1070229" y="7112"/>
                </a:lnTo>
                <a:lnTo>
                  <a:pt x="1071245" y="10922"/>
                </a:lnTo>
                <a:lnTo>
                  <a:pt x="1141131" y="51689"/>
                </a:lnTo>
                <a:lnTo>
                  <a:pt x="1150493" y="46228"/>
                </a:lnTo>
                <a:lnTo>
                  <a:pt x="1153668" y="46228"/>
                </a:lnTo>
                <a:lnTo>
                  <a:pt x="1153668" y="45338"/>
                </a:lnTo>
                <a:lnTo>
                  <a:pt x="1155350" y="45338"/>
                </a:lnTo>
                <a:lnTo>
                  <a:pt x="1077595" y="0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4367784" y="1722247"/>
            <a:ext cx="1576705" cy="1536065"/>
            <a:chOff x="4367784" y="1722247"/>
            <a:chExt cx="1576705" cy="1536065"/>
          </a:xfrm>
        </p:grpSpPr>
        <p:sp>
          <p:nvSpPr>
            <p:cNvPr id="55" name="object 55"/>
            <p:cNvSpPr/>
            <p:nvPr/>
          </p:nvSpPr>
          <p:spPr>
            <a:xfrm>
              <a:off x="4367784" y="1722246"/>
              <a:ext cx="1569085" cy="1411605"/>
            </a:xfrm>
            <a:custGeom>
              <a:avLst/>
              <a:gdLst/>
              <a:ahLst/>
              <a:cxnLst/>
              <a:rect l="l" t="t" r="r" b="b"/>
              <a:pathLst>
                <a:path w="1569085" h="1411605">
                  <a:moveTo>
                    <a:pt x="1568958" y="51689"/>
                  </a:moveTo>
                  <a:lnTo>
                    <a:pt x="1558061" y="45339"/>
                  </a:lnTo>
                  <a:lnTo>
                    <a:pt x="1480312" y="0"/>
                  </a:lnTo>
                  <a:lnTo>
                    <a:pt x="1476375" y="1016"/>
                  </a:lnTo>
                  <a:lnTo>
                    <a:pt x="1472819" y="7112"/>
                  </a:lnTo>
                  <a:lnTo>
                    <a:pt x="1473835" y="10922"/>
                  </a:lnTo>
                  <a:lnTo>
                    <a:pt x="1532813" y="45339"/>
                  </a:lnTo>
                  <a:lnTo>
                    <a:pt x="293878" y="45339"/>
                  </a:lnTo>
                  <a:lnTo>
                    <a:pt x="291084" y="48133"/>
                  </a:lnTo>
                  <a:lnTo>
                    <a:pt x="291084" y="582803"/>
                  </a:lnTo>
                  <a:lnTo>
                    <a:pt x="0" y="582803"/>
                  </a:lnTo>
                  <a:lnTo>
                    <a:pt x="0" y="583311"/>
                  </a:lnTo>
                  <a:lnTo>
                    <a:pt x="0" y="595503"/>
                  </a:lnTo>
                  <a:lnTo>
                    <a:pt x="0" y="596011"/>
                  </a:lnTo>
                  <a:lnTo>
                    <a:pt x="290703" y="596011"/>
                  </a:lnTo>
                  <a:lnTo>
                    <a:pt x="290703" y="1363218"/>
                  </a:lnTo>
                  <a:lnTo>
                    <a:pt x="293624" y="1366012"/>
                  </a:lnTo>
                  <a:lnTo>
                    <a:pt x="796607" y="1366012"/>
                  </a:lnTo>
                  <a:lnTo>
                    <a:pt x="740664" y="1398651"/>
                  </a:lnTo>
                  <a:lnTo>
                    <a:pt x="737743" y="1400429"/>
                  </a:lnTo>
                  <a:lnTo>
                    <a:pt x="736727" y="1404366"/>
                  </a:lnTo>
                  <a:lnTo>
                    <a:pt x="738378" y="1407414"/>
                  </a:lnTo>
                  <a:lnTo>
                    <a:pt x="740156" y="1410335"/>
                  </a:lnTo>
                  <a:lnTo>
                    <a:pt x="744093" y="1411478"/>
                  </a:lnTo>
                  <a:lnTo>
                    <a:pt x="821867" y="1366012"/>
                  </a:lnTo>
                  <a:lnTo>
                    <a:pt x="832739" y="1359662"/>
                  </a:lnTo>
                  <a:lnTo>
                    <a:pt x="821842" y="1353312"/>
                  </a:lnTo>
                  <a:lnTo>
                    <a:pt x="744093" y="1307973"/>
                  </a:lnTo>
                  <a:lnTo>
                    <a:pt x="740156" y="1308989"/>
                  </a:lnTo>
                  <a:lnTo>
                    <a:pt x="738378" y="1312037"/>
                  </a:lnTo>
                  <a:lnTo>
                    <a:pt x="736727" y="1315085"/>
                  </a:lnTo>
                  <a:lnTo>
                    <a:pt x="737743" y="1319022"/>
                  </a:lnTo>
                  <a:lnTo>
                    <a:pt x="740664" y="1320800"/>
                  </a:lnTo>
                  <a:lnTo>
                    <a:pt x="796391" y="1353312"/>
                  </a:lnTo>
                  <a:lnTo>
                    <a:pt x="303403" y="1353312"/>
                  </a:lnTo>
                  <a:lnTo>
                    <a:pt x="303403" y="596011"/>
                  </a:lnTo>
                  <a:lnTo>
                    <a:pt x="303403" y="592988"/>
                  </a:lnTo>
                  <a:lnTo>
                    <a:pt x="303784" y="592582"/>
                  </a:lnTo>
                  <a:lnTo>
                    <a:pt x="303784" y="589153"/>
                  </a:lnTo>
                  <a:lnTo>
                    <a:pt x="303784" y="582803"/>
                  </a:lnTo>
                  <a:lnTo>
                    <a:pt x="303784" y="58039"/>
                  </a:lnTo>
                  <a:lnTo>
                    <a:pt x="1532813" y="58039"/>
                  </a:lnTo>
                  <a:lnTo>
                    <a:pt x="1473835" y="92456"/>
                  </a:lnTo>
                  <a:lnTo>
                    <a:pt x="1472819" y="96266"/>
                  </a:lnTo>
                  <a:lnTo>
                    <a:pt x="1476375" y="102374"/>
                  </a:lnTo>
                  <a:lnTo>
                    <a:pt x="1480312" y="103378"/>
                  </a:lnTo>
                  <a:lnTo>
                    <a:pt x="1558061" y="58039"/>
                  </a:lnTo>
                  <a:lnTo>
                    <a:pt x="1568958" y="51689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4850" y="2912363"/>
              <a:ext cx="159638" cy="345694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1726819" y="1415541"/>
            <a:ext cx="874394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IAM</a:t>
            </a:r>
            <a:endParaRPr sz="1400">
              <a:latin typeface="Microsoft Sans Serif"/>
              <a:cs typeface="Microsoft Sans Serif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Creden</a:t>
            </a:r>
            <a:r>
              <a:rPr sz="14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400" spc="10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4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4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4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s  </a:t>
            </a:r>
            <a:r>
              <a:rPr sz="1400" dirty="0">
                <a:solidFill>
                  <a:srgbClr val="464646"/>
                </a:solidFill>
                <a:latin typeface="Microsoft Sans Serif"/>
                <a:cs typeface="Microsoft Sans Serif"/>
              </a:rPr>
              <a:t>for</a:t>
            </a:r>
            <a:r>
              <a:rPr sz="14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4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login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373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Systems</a:t>
            </a:r>
            <a:r>
              <a:rPr sz="2800" spc="40" dirty="0"/>
              <a:t> </a:t>
            </a:r>
            <a:r>
              <a:rPr sz="2800" spc="-5" dirty="0"/>
              <a:t>Manager</a:t>
            </a:r>
            <a:r>
              <a:rPr sz="2800" spc="45" dirty="0"/>
              <a:t> </a:t>
            </a:r>
            <a:r>
              <a:rPr sz="2800" spc="-5" dirty="0"/>
              <a:t>–</a:t>
            </a:r>
            <a:r>
              <a:rPr sz="2800" spc="5" dirty="0"/>
              <a:t> </a:t>
            </a:r>
            <a:r>
              <a:rPr sz="2800" spc="-5" dirty="0"/>
              <a:t>Session</a:t>
            </a:r>
            <a:r>
              <a:rPr sz="2800" dirty="0"/>
              <a:t> </a:t>
            </a:r>
            <a:r>
              <a:rPr sz="2800" spc="-5" dirty="0"/>
              <a:t>Manager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010411"/>
            <a:ext cx="8206740" cy="1015365"/>
            <a:chOff x="339852" y="1010411"/>
            <a:chExt cx="8206740" cy="1015365"/>
          </a:xfrm>
        </p:grpSpPr>
        <p:sp>
          <p:nvSpPr>
            <p:cNvPr id="4" name="object 4"/>
            <p:cNvSpPr/>
            <p:nvPr/>
          </p:nvSpPr>
          <p:spPr>
            <a:xfrm>
              <a:off x="339852" y="101041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3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3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6661" y="1307857"/>
              <a:ext cx="321945" cy="421005"/>
            </a:xfrm>
            <a:custGeom>
              <a:avLst/>
              <a:gdLst/>
              <a:ahLst/>
              <a:cxnLst/>
              <a:rect l="l" t="t" r="r" b="b"/>
              <a:pathLst>
                <a:path w="321944" h="421005">
                  <a:moveTo>
                    <a:pt x="160849" y="0"/>
                  </a:moveTo>
                  <a:lnTo>
                    <a:pt x="113887" y="9509"/>
                  </a:lnTo>
                  <a:lnTo>
                    <a:pt x="75541" y="35445"/>
                  </a:lnTo>
                  <a:lnTo>
                    <a:pt x="49690" y="73917"/>
                  </a:lnTo>
                  <a:lnTo>
                    <a:pt x="40212" y="121033"/>
                  </a:lnTo>
                  <a:lnTo>
                    <a:pt x="40212" y="187314"/>
                  </a:lnTo>
                  <a:lnTo>
                    <a:pt x="0" y="190195"/>
                  </a:lnTo>
                  <a:lnTo>
                    <a:pt x="0" y="409209"/>
                  </a:lnTo>
                  <a:lnTo>
                    <a:pt x="160849" y="420736"/>
                  </a:lnTo>
                  <a:lnTo>
                    <a:pt x="321698" y="409209"/>
                  </a:lnTo>
                  <a:lnTo>
                    <a:pt x="321698" y="363101"/>
                  </a:lnTo>
                  <a:lnTo>
                    <a:pt x="149360" y="363101"/>
                  </a:lnTo>
                  <a:lnTo>
                    <a:pt x="149360" y="332554"/>
                  </a:lnTo>
                  <a:lnTo>
                    <a:pt x="140195" y="327664"/>
                  </a:lnTo>
                  <a:lnTo>
                    <a:pt x="132916" y="320235"/>
                  </a:lnTo>
                  <a:lnTo>
                    <a:pt x="128113" y="310752"/>
                  </a:lnTo>
                  <a:lnTo>
                    <a:pt x="126381" y="299702"/>
                  </a:lnTo>
                  <a:lnTo>
                    <a:pt x="129101" y="286275"/>
                  </a:lnTo>
                  <a:lnTo>
                    <a:pt x="136506" y="275279"/>
                  </a:lnTo>
                  <a:lnTo>
                    <a:pt x="147466" y="267850"/>
                  </a:lnTo>
                  <a:lnTo>
                    <a:pt x="160849" y="265121"/>
                  </a:lnTo>
                  <a:lnTo>
                    <a:pt x="321698" y="265121"/>
                  </a:lnTo>
                  <a:lnTo>
                    <a:pt x="321698" y="190195"/>
                  </a:lnTo>
                  <a:lnTo>
                    <a:pt x="281486" y="187314"/>
                  </a:lnTo>
                  <a:lnTo>
                    <a:pt x="281486" y="185008"/>
                  </a:lnTo>
                  <a:lnTo>
                    <a:pt x="74680" y="185008"/>
                  </a:lnTo>
                  <a:lnTo>
                    <a:pt x="74680" y="121033"/>
                  </a:lnTo>
                  <a:lnTo>
                    <a:pt x="81438" y="87344"/>
                  </a:lnTo>
                  <a:lnTo>
                    <a:pt x="99884" y="59868"/>
                  </a:lnTo>
                  <a:lnTo>
                    <a:pt x="127270" y="41362"/>
                  </a:lnTo>
                  <a:lnTo>
                    <a:pt x="160849" y="34581"/>
                  </a:lnTo>
                  <a:lnTo>
                    <a:pt x="244878" y="34581"/>
                  </a:lnTo>
                  <a:lnTo>
                    <a:pt x="207811" y="9509"/>
                  </a:lnTo>
                  <a:lnTo>
                    <a:pt x="160849" y="0"/>
                  </a:lnTo>
                  <a:close/>
                </a:path>
                <a:path w="321944" h="421005">
                  <a:moveTo>
                    <a:pt x="321698" y="265121"/>
                  </a:moveTo>
                  <a:lnTo>
                    <a:pt x="160849" y="265121"/>
                  </a:lnTo>
                  <a:lnTo>
                    <a:pt x="174232" y="267850"/>
                  </a:lnTo>
                  <a:lnTo>
                    <a:pt x="185192" y="275279"/>
                  </a:lnTo>
                  <a:lnTo>
                    <a:pt x="192597" y="286275"/>
                  </a:lnTo>
                  <a:lnTo>
                    <a:pt x="195316" y="299702"/>
                  </a:lnTo>
                  <a:lnTo>
                    <a:pt x="193584" y="310428"/>
                  </a:lnTo>
                  <a:lnTo>
                    <a:pt x="188782" y="319802"/>
                  </a:lnTo>
                  <a:lnTo>
                    <a:pt x="181502" y="327340"/>
                  </a:lnTo>
                  <a:lnTo>
                    <a:pt x="172338" y="332554"/>
                  </a:lnTo>
                  <a:lnTo>
                    <a:pt x="172338" y="363101"/>
                  </a:lnTo>
                  <a:lnTo>
                    <a:pt x="321698" y="363101"/>
                  </a:lnTo>
                  <a:lnTo>
                    <a:pt x="321698" y="265121"/>
                  </a:lnTo>
                  <a:close/>
                </a:path>
                <a:path w="321944" h="421005">
                  <a:moveTo>
                    <a:pt x="160849" y="178668"/>
                  </a:moveTo>
                  <a:lnTo>
                    <a:pt x="74680" y="185008"/>
                  </a:lnTo>
                  <a:lnTo>
                    <a:pt x="247018" y="185008"/>
                  </a:lnTo>
                  <a:lnTo>
                    <a:pt x="160849" y="178668"/>
                  </a:lnTo>
                  <a:close/>
                </a:path>
                <a:path w="321944" h="421005">
                  <a:moveTo>
                    <a:pt x="244878" y="34581"/>
                  </a:moveTo>
                  <a:lnTo>
                    <a:pt x="160849" y="34581"/>
                  </a:lnTo>
                  <a:lnTo>
                    <a:pt x="194428" y="41362"/>
                  </a:lnTo>
                  <a:lnTo>
                    <a:pt x="221814" y="59868"/>
                  </a:lnTo>
                  <a:lnTo>
                    <a:pt x="240259" y="87344"/>
                  </a:lnTo>
                  <a:lnTo>
                    <a:pt x="247018" y="121033"/>
                  </a:lnTo>
                  <a:lnTo>
                    <a:pt x="247018" y="185008"/>
                  </a:lnTo>
                  <a:lnTo>
                    <a:pt x="281486" y="185008"/>
                  </a:lnTo>
                  <a:lnTo>
                    <a:pt x="281486" y="121033"/>
                  </a:lnTo>
                  <a:lnTo>
                    <a:pt x="272007" y="73917"/>
                  </a:lnTo>
                  <a:lnTo>
                    <a:pt x="246156" y="35445"/>
                  </a:lnTo>
                  <a:lnTo>
                    <a:pt x="244878" y="34581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2278379"/>
            <a:ext cx="8206740" cy="1015365"/>
            <a:chOff x="339852" y="2278379"/>
            <a:chExt cx="8206740" cy="1015365"/>
          </a:xfrm>
        </p:grpSpPr>
        <p:sp>
          <p:nvSpPr>
            <p:cNvPr id="7" name="object 7"/>
            <p:cNvSpPr/>
            <p:nvPr/>
          </p:nvSpPr>
          <p:spPr>
            <a:xfrm>
              <a:off x="339852" y="2278379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3043" y="2591530"/>
              <a:ext cx="68935" cy="919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97726" y="2660503"/>
              <a:ext cx="459740" cy="321945"/>
            </a:xfrm>
            <a:custGeom>
              <a:avLst/>
              <a:gdLst/>
              <a:ahLst/>
              <a:cxnLst/>
              <a:rect l="l" t="t" r="r" b="b"/>
              <a:pathLst>
                <a:path w="459740" h="321944">
                  <a:moveTo>
                    <a:pt x="172338" y="0"/>
                  </a:moveTo>
                  <a:lnTo>
                    <a:pt x="22978" y="0"/>
                  </a:lnTo>
                  <a:lnTo>
                    <a:pt x="14056" y="1814"/>
                  </a:lnTo>
                  <a:lnTo>
                    <a:pt x="6749" y="6753"/>
                  </a:lnTo>
                  <a:lnTo>
                    <a:pt x="1813" y="14064"/>
                  </a:lnTo>
                  <a:lnTo>
                    <a:pt x="0" y="22991"/>
                  </a:lnTo>
                  <a:lnTo>
                    <a:pt x="0" y="298884"/>
                  </a:lnTo>
                  <a:lnTo>
                    <a:pt x="1813" y="307811"/>
                  </a:lnTo>
                  <a:lnTo>
                    <a:pt x="6749" y="315121"/>
                  </a:lnTo>
                  <a:lnTo>
                    <a:pt x="14056" y="320061"/>
                  </a:lnTo>
                  <a:lnTo>
                    <a:pt x="22978" y="321875"/>
                  </a:lnTo>
                  <a:lnTo>
                    <a:pt x="436590" y="321875"/>
                  </a:lnTo>
                  <a:lnTo>
                    <a:pt x="445513" y="320061"/>
                  </a:lnTo>
                  <a:lnTo>
                    <a:pt x="452819" y="315121"/>
                  </a:lnTo>
                  <a:lnTo>
                    <a:pt x="457756" y="307811"/>
                  </a:lnTo>
                  <a:lnTo>
                    <a:pt x="459569" y="298884"/>
                  </a:lnTo>
                  <a:lnTo>
                    <a:pt x="459569" y="275893"/>
                  </a:lnTo>
                  <a:lnTo>
                    <a:pt x="45956" y="275893"/>
                  </a:lnTo>
                  <a:lnTo>
                    <a:pt x="45956" y="223013"/>
                  </a:lnTo>
                  <a:lnTo>
                    <a:pt x="76259" y="198873"/>
                  </a:lnTo>
                  <a:lnTo>
                    <a:pt x="118913" y="185509"/>
                  </a:lnTo>
                  <a:lnTo>
                    <a:pt x="137870" y="183928"/>
                  </a:lnTo>
                  <a:lnTo>
                    <a:pt x="459569" y="183928"/>
                  </a:lnTo>
                  <a:lnTo>
                    <a:pt x="459569" y="172433"/>
                  </a:lnTo>
                  <a:lnTo>
                    <a:pt x="137870" y="172433"/>
                  </a:lnTo>
                  <a:lnTo>
                    <a:pt x="120026" y="168805"/>
                  </a:lnTo>
                  <a:lnTo>
                    <a:pt x="105413" y="158926"/>
                  </a:lnTo>
                  <a:lnTo>
                    <a:pt x="95540" y="144305"/>
                  </a:lnTo>
                  <a:lnTo>
                    <a:pt x="91913" y="126451"/>
                  </a:lnTo>
                  <a:lnTo>
                    <a:pt x="95540" y="108597"/>
                  </a:lnTo>
                  <a:lnTo>
                    <a:pt x="105413" y="93976"/>
                  </a:lnTo>
                  <a:lnTo>
                    <a:pt x="120026" y="84097"/>
                  </a:lnTo>
                  <a:lnTo>
                    <a:pt x="137870" y="80468"/>
                  </a:lnTo>
                  <a:lnTo>
                    <a:pt x="459569" y="80468"/>
                  </a:lnTo>
                  <a:lnTo>
                    <a:pt x="459569" y="45982"/>
                  </a:lnTo>
                  <a:lnTo>
                    <a:pt x="218295" y="45982"/>
                  </a:lnTo>
                  <a:lnTo>
                    <a:pt x="200451" y="42353"/>
                  </a:lnTo>
                  <a:lnTo>
                    <a:pt x="185838" y="32474"/>
                  </a:lnTo>
                  <a:lnTo>
                    <a:pt x="175964" y="17854"/>
                  </a:lnTo>
                  <a:lnTo>
                    <a:pt x="172338" y="0"/>
                  </a:lnTo>
                  <a:close/>
                </a:path>
                <a:path w="459740" h="321944">
                  <a:moveTo>
                    <a:pt x="275741" y="183928"/>
                  </a:moveTo>
                  <a:lnTo>
                    <a:pt x="137870" y="183928"/>
                  </a:lnTo>
                  <a:lnTo>
                    <a:pt x="147995" y="184342"/>
                  </a:lnTo>
                  <a:lnTo>
                    <a:pt x="157689" y="185509"/>
                  </a:lnTo>
                  <a:lnTo>
                    <a:pt x="199481" y="198442"/>
                  </a:lnTo>
                  <a:lnTo>
                    <a:pt x="229784" y="223013"/>
                  </a:lnTo>
                  <a:lnTo>
                    <a:pt x="229784" y="275893"/>
                  </a:lnTo>
                  <a:lnTo>
                    <a:pt x="275741" y="275893"/>
                  </a:lnTo>
                  <a:lnTo>
                    <a:pt x="275741" y="252902"/>
                  </a:lnTo>
                  <a:lnTo>
                    <a:pt x="459569" y="252902"/>
                  </a:lnTo>
                  <a:lnTo>
                    <a:pt x="459569" y="206920"/>
                  </a:lnTo>
                  <a:lnTo>
                    <a:pt x="275741" y="206920"/>
                  </a:lnTo>
                  <a:lnTo>
                    <a:pt x="275741" y="183928"/>
                  </a:lnTo>
                  <a:close/>
                </a:path>
                <a:path w="459740" h="321944">
                  <a:moveTo>
                    <a:pt x="459569" y="252902"/>
                  </a:moveTo>
                  <a:lnTo>
                    <a:pt x="413612" y="252902"/>
                  </a:lnTo>
                  <a:lnTo>
                    <a:pt x="413612" y="275893"/>
                  </a:lnTo>
                  <a:lnTo>
                    <a:pt x="459569" y="275893"/>
                  </a:lnTo>
                  <a:lnTo>
                    <a:pt x="459569" y="252902"/>
                  </a:lnTo>
                  <a:close/>
                </a:path>
                <a:path w="459740" h="321944">
                  <a:moveTo>
                    <a:pt x="459569" y="183928"/>
                  </a:moveTo>
                  <a:lnTo>
                    <a:pt x="413612" y="183928"/>
                  </a:lnTo>
                  <a:lnTo>
                    <a:pt x="413612" y="206920"/>
                  </a:lnTo>
                  <a:lnTo>
                    <a:pt x="459569" y="206920"/>
                  </a:lnTo>
                  <a:lnTo>
                    <a:pt x="459569" y="183928"/>
                  </a:lnTo>
                  <a:close/>
                </a:path>
                <a:path w="459740" h="321944">
                  <a:moveTo>
                    <a:pt x="459569" y="80468"/>
                  </a:moveTo>
                  <a:lnTo>
                    <a:pt x="137870" y="80468"/>
                  </a:lnTo>
                  <a:lnTo>
                    <a:pt x="155715" y="84097"/>
                  </a:lnTo>
                  <a:lnTo>
                    <a:pt x="170327" y="93976"/>
                  </a:lnTo>
                  <a:lnTo>
                    <a:pt x="180201" y="108597"/>
                  </a:lnTo>
                  <a:lnTo>
                    <a:pt x="183827" y="126451"/>
                  </a:lnTo>
                  <a:lnTo>
                    <a:pt x="180201" y="144305"/>
                  </a:lnTo>
                  <a:lnTo>
                    <a:pt x="170327" y="158926"/>
                  </a:lnTo>
                  <a:lnTo>
                    <a:pt x="155715" y="168805"/>
                  </a:lnTo>
                  <a:lnTo>
                    <a:pt x="137870" y="172433"/>
                  </a:lnTo>
                  <a:lnTo>
                    <a:pt x="459569" y="172433"/>
                  </a:lnTo>
                  <a:lnTo>
                    <a:pt x="459569" y="137946"/>
                  </a:lnTo>
                  <a:lnTo>
                    <a:pt x="275741" y="137946"/>
                  </a:lnTo>
                  <a:lnTo>
                    <a:pt x="275741" y="114955"/>
                  </a:lnTo>
                  <a:lnTo>
                    <a:pt x="459569" y="114955"/>
                  </a:lnTo>
                  <a:lnTo>
                    <a:pt x="459569" y="80468"/>
                  </a:lnTo>
                  <a:close/>
                </a:path>
                <a:path w="459740" h="321944">
                  <a:moveTo>
                    <a:pt x="459569" y="114955"/>
                  </a:moveTo>
                  <a:lnTo>
                    <a:pt x="413612" y="114955"/>
                  </a:lnTo>
                  <a:lnTo>
                    <a:pt x="413612" y="137946"/>
                  </a:lnTo>
                  <a:lnTo>
                    <a:pt x="459569" y="137946"/>
                  </a:lnTo>
                  <a:lnTo>
                    <a:pt x="459569" y="114955"/>
                  </a:lnTo>
                  <a:close/>
                </a:path>
                <a:path w="459740" h="321944">
                  <a:moveTo>
                    <a:pt x="436590" y="0"/>
                  </a:moveTo>
                  <a:lnTo>
                    <a:pt x="287230" y="0"/>
                  </a:lnTo>
                  <a:lnTo>
                    <a:pt x="283604" y="17854"/>
                  </a:lnTo>
                  <a:lnTo>
                    <a:pt x="273731" y="32474"/>
                  </a:lnTo>
                  <a:lnTo>
                    <a:pt x="259118" y="42353"/>
                  </a:lnTo>
                  <a:lnTo>
                    <a:pt x="241273" y="45982"/>
                  </a:lnTo>
                  <a:lnTo>
                    <a:pt x="459569" y="45982"/>
                  </a:lnTo>
                  <a:lnTo>
                    <a:pt x="459569" y="22991"/>
                  </a:lnTo>
                  <a:lnTo>
                    <a:pt x="457756" y="14064"/>
                  </a:lnTo>
                  <a:lnTo>
                    <a:pt x="452819" y="6753"/>
                  </a:lnTo>
                  <a:lnTo>
                    <a:pt x="445513" y="1814"/>
                  </a:lnTo>
                  <a:lnTo>
                    <a:pt x="436590" y="0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39852" y="3547871"/>
            <a:ext cx="8206740" cy="1015365"/>
            <a:chOff x="339852" y="3547871"/>
            <a:chExt cx="8206740" cy="1015365"/>
          </a:xfrm>
        </p:grpSpPr>
        <p:sp>
          <p:nvSpPr>
            <p:cNvPr id="11" name="object 11"/>
            <p:cNvSpPr/>
            <p:nvPr/>
          </p:nvSpPr>
          <p:spPr>
            <a:xfrm>
              <a:off x="339852" y="354787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485"/>
                  </a:lnTo>
                  <a:lnTo>
                    <a:pt x="7975" y="952994"/>
                  </a:lnTo>
                  <a:lnTo>
                    <a:pt x="29727" y="985256"/>
                  </a:lnTo>
                  <a:lnTo>
                    <a:pt x="61989" y="1007008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8"/>
                  </a:lnTo>
                  <a:lnTo>
                    <a:pt x="8177006" y="985256"/>
                  </a:lnTo>
                  <a:lnTo>
                    <a:pt x="8198760" y="952994"/>
                  </a:lnTo>
                  <a:lnTo>
                    <a:pt x="8206740" y="913485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3257" y="3895508"/>
              <a:ext cx="528955" cy="321945"/>
            </a:xfrm>
            <a:custGeom>
              <a:avLst/>
              <a:gdLst/>
              <a:ahLst/>
              <a:cxnLst/>
              <a:rect l="l" t="t" r="r" b="b"/>
              <a:pathLst>
                <a:path w="528955" h="321945">
                  <a:moveTo>
                    <a:pt x="344665" y="22999"/>
                  </a:moveTo>
                  <a:lnTo>
                    <a:pt x="342861" y="14071"/>
                  </a:lnTo>
                  <a:lnTo>
                    <a:pt x="337921" y="6756"/>
                  </a:lnTo>
                  <a:lnTo>
                    <a:pt x="330619" y="1816"/>
                  </a:lnTo>
                  <a:lnTo>
                    <a:pt x="321691" y="0"/>
                  </a:lnTo>
                  <a:lnTo>
                    <a:pt x="310197" y="0"/>
                  </a:lnTo>
                  <a:lnTo>
                    <a:pt x="310197" y="34493"/>
                  </a:lnTo>
                  <a:lnTo>
                    <a:pt x="310197" y="218427"/>
                  </a:lnTo>
                  <a:lnTo>
                    <a:pt x="34467" y="218427"/>
                  </a:lnTo>
                  <a:lnTo>
                    <a:pt x="34467" y="34493"/>
                  </a:lnTo>
                  <a:lnTo>
                    <a:pt x="310197" y="34493"/>
                  </a:lnTo>
                  <a:lnTo>
                    <a:pt x="310197" y="0"/>
                  </a:lnTo>
                  <a:lnTo>
                    <a:pt x="22974" y="0"/>
                  </a:lnTo>
                  <a:lnTo>
                    <a:pt x="14046" y="1816"/>
                  </a:lnTo>
                  <a:lnTo>
                    <a:pt x="6743" y="6756"/>
                  </a:lnTo>
                  <a:lnTo>
                    <a:pt x="1803" y="14071"/>
                  </a:lnTo>
                  <a:lnTo>
                    <a:pt x="0" y="22999"/>
                  </a:lnTo>
                  <a:lnTo>
                    <a:pt x="0" y="229920"/>
                  </a:lnTo>
                  <a:lnTo>
                    <a:pt x="1803" y="238848"/>
                  </a:lnTo>
                  <a:lnTo>
                    <a:pt x="6743" y="246151"/>
                  </a:lnTo>
                  <a:lnTo>
                    <a:pt x="14046" y="251091"/>
                  </a:lnTo>
                  <a:lnTo>
                    <a:pt x="22974" y="252907"/>
                  </a:lnTo>
                  <a:lnTo>
                    <a:pt x="137871" y="252907"/>
                  </a:lnTo>
                  <a:lnTo>
                    <a:pt x="137871" y="287401"/>
                  </a:lnTo>
                  <a:lnTo>
                    <a:pt x="86169" y="287401"/>
                  </a:lnTo>
                  <a:lnTo>
                    <a:pt x="86169" y="321881"/>
                  </a:lnTo>
                  <a:lnTo>
                    <a:pt x="258508" y="321881"/>
                  </a:lnTo>
                  <a:lnTo>
                    <a:pt x="258508" y="287401"/>
                  </a:lnTo>
                  <a:lnTo>
                    <a:pt x="206806" y="287401"/>
                  </a:lnTo>
                  <a:lnTo>
                    <a:pt x="206806" y="252907"/>
                  </a:lnTo>
                  <a:lnTo>
                    <a:pt x="321691" y="252907"/>
                  </a:lnTo>
                  <a:lnTo>
                    <a:pt x="330619" y="251091"/>
                  </a:lnTo>
                  <a:lnTo>
                    <a:pt x="337921" y="246151"/>
                  </a:lnTo>
                  <a:lnTo>
                    <a:pt x="342861" y="238848"/>
                  </a:lnTo>
                  <a:lnTo>
                    <a:pt x="344665" y="229920"/>
                  </a:lnTo>
                  <a:lnTo>
                    <a:pt x="344665" y="218427"/>
                  </a:lnTo>
                  <a:lnTo>
                    <a:pt x="344665" y="34493"/>
                  </a:lnTo>
                  <a:lnTo>
                    <a:pt x="344665" y="22999"/>
                  </a:lnTo>
                  <a:close/>
                </a:path>
                <a:path w="528955" h="321945">
                  <a:moveTo>
                    <a:pt x="528497" y="22999"/>
                  </a:moveTo>
                  <a:lnTo>
                    <a:pt x="526681" y="14071"/>
                  </a:lnTo>
                  <a:lnTo>
                    <a:pt x="521754" y="6756"/>
                  </a:lnTo>
                  <a:lnTo>
                    <a:pt x="514438" y="1816"/>
                  </a:lnTo>
                  <a:lnTo>
                    <a:pt x="505523" y="0"/>
                  </a:lnTo>
                  <a:lnTo>
                    <a:pt x="505523" y="22999"/>
                  </a:lnTo>
                  <a:lnTo>
                    <a:pt x="505523" y="57480"/>
                  </a:lnTo>
                  <a:lnTo>
                    <a:pt x="505523" y="80479"/>
                  </a:lnTo>
                  <a:lnTo>
                    <a:pt x="505523" y="114960"/>
                  </a:lnTo>
                  <a:lnTo>
                    <a:pt x="465302" y="114960"/>
                  </a:lnTo>
                  <a:lnTo>
                    <a:pt x="465302" y="260375"/>
                  </a:lnTo>
                  <a:lnTo>
                    <a:pt x="465302" y="279920"/>
                  </a:lnTo>
                  <a:lnTo>
                    <a:pt x="457835" y="287401"/>
                  </a:lnTo>
                  <a:lnTo>
                    <a:pt x="438315" y="287401"/>
                  </a:lnTo>
                  <a:lnTo>
                    <a:pt x="430834" y="279920"/>
                  </a:lnTo>
                  <a:lnTo>
                    <a:pt x="430834" y="260375"/>
                  </a:lnTo>
                  <a:lnTo>
                    <a:pt x="438315" y="252907"/>
                  </a:lnTo>
                  <a:lnTo>
                    <a:pt x="457835" y="252907"/>
                  </a:lnTo>
                  <a:lnTo>
                    <a:pt x="465302" y="260375"/>
                  </a:lnTo>
                  <a:lnTo>
                    <a:pt x="465302" y="114960"/>
                  </a:lnTo>
                  <a:lnTo>
                    <a:pt x="390626" y="114960"/>
                  </a:lnTo>
                  <a:lnTo>
                    <a:pt x="390626" y="80479"/>
                  </a:lnTo>
                  <a:lnTo>
                    <a:pt x="505523" y="80479"/>
                  </a:lnTo>
                  <a:lnTo>
                    <a:pt x="505523" y="57480"/>
                  </a:lnTo>
                  <a:lnTo>
                    <a:pt x="390626" y="57480"/>
                  </a:lnTo>
                  <a:lnTo>
                    <a:pt x="390626" y="22999"/>
                  </a:lnTo>
                  <a:lnTo>
                    <a:pt x="505523" y="22999"/>
                  </a:lnTo>
                  <a:lnTo>
                    <a:pt x="505523" y="0"/>
                  </a:lnTo>
                  <a:lnTo>
                    <a:pt x="390626" y="0"/>
                  </a:lnTo>
                  <a:lnTo>
                    <a:pt x="381711" y="1816"/>
                  </a:lnTo>
                  <a:lnTo>
                    <a:pt x="374396" y="6756"/>
                  </a:lnTo>
                  <a:lnTo>
                    <a:pt x="369468" y="14071"/>
                  </a:lnTo>
                  <a:lnTo>
                    <a:pt x="367652" y="22999"/>
                  </a:lnTo>
                  <a:lnTo>
                    <a:pt x="367652" y="298894"/>
                  </a:lnTo>
                  <a:lnTo>
                    <a:pt x="369468" y="307822"/>
                  </a:lnTo>
                  <a:lnTo>
                    <a:pt x="374396" y="315125"/>
                  </a:lnTo>
                  <a:lnTo>
                    <a:pt x="381711" y="320065"/>
                  </a:lnTo>
                  <a:lnTo>
                    <a:pt x="390626" y="321881"/>
                  </a:lnTo>
                  <a:lnTo>
                    <a:pt x="505523" y="321881"/>
                  </a:lnTo>
                  <a:lnTo>
                    <a:pt x="514438" y="320065"/>
                  </a:lnTo>
                  <a:lnTo>
                    <a:pt x="521754" y="315125"/>
                  </a:lnTo>
                  <a:lnTo>
                    <a:pt x="526681" y="307822"/>
                  </a:lnTo>
                  <a:lnTo>
                    <a:pt x="528497" y="298894"/>
                  </a:lnTo>
                  <a:lnTo>
                    <a:pt x="528497" y="287401"/>
                  </a:lnTo>
                  <a:lnTo>
                    <a:pt x="528497" y="252907"/>
                  </a:lnTo>
                  <a:lnTo>
                    <a:pt x="528497" y="114960"/>
                  </a:lnTo>
                  <a:lnTo>
                    <a:pt x="528497" y="80479"/>
                  </a:lnTo>
                  <a:lnTo>
                    <a:pt x="528497" y="57480"/>
                  </a:lnTo>
                  <a:lnTo>
                    <a:pt x="528497" y="22999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08200" y="1119581"/>
            <a:ext cx="6413500" cy="31095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52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Simpler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and Safer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when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compared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Bastion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Host</a:t>
            </a:r>
            <a:endParaRPr sz="2500">
              <a:latin typeface="Arial MT"/>
              <a:cs typeface="Arial MT"/>
            </a:endParaRPr>
          </a:p>
          <a:p>
            <a:pPr marL="12700" marR="135255">
              <a:lnSpc>
                <a:spcPts val="999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Grant</a:t>
            </a:r>
            <a:r>
              <a:rPr sz="2500" spc="1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login</a:t>
            </a:r>
            <a:r>
              <a:rPr sz="2500" spc="1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access</a:t>
            </a:r>
            <a:r>
              <a:rPr sz="2500" spc="1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2500" spc="1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IAM</a:t>
            </a:r>
            <a:r>
              <a:rPr sz="2500" spc="1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credentials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Close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SSH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RDP</a:t>
            </a:r>
            <a:r>
              <a:rPr sz="25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ports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Security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Group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9279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Login</a:t>
            </a:r>
            <a:r>
              <a:rPr sz="2800" spc="-25" dirty="0"/>
              <a:t> </a:t>
            </a:r>
            <a:r>
              <a:rPr sz="2800" spc="-5" dirty="0"/>
              <a:t>-</a:t>
            </a:r>
            <a:r>
              <a:rPr sz="2800" spc="-30" dirty="0"/>
              <a:t> </a:t>
            </a:r>
            <a:r>
              <a:rPr sz="2800" spc="-5" dirty="0"/>
              <a:t>Summary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010411"/>
            <a:ext cx="8206740" cy="1015365"/>
            <a:chOff x="339852" y="1010411"/>
            <a:chExt cx="8206740" cy="1015365"/>
          </a:xfrm>
        </p:grpSpPr>
        <p:sp>
          <p:nvSpPr>
            <p:cNvPr id="4" name="object 4"/>
            <p:cNvSpPr/>
            <p:nvPr/>
          </p:nvSpPr>
          <p:spPr>
            <a:xfrm>
              <a:off x="339852" y="101041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3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3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622" y="1322751"/>
              <a:ext cx="217845" cy="1781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553" y="1535516"/>
              <a:ext cx="217845" cy="17818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39852" y="2278379"/>
            <a:ext cx="8206740" cy="1015365"/>
            <a:chOff x="339852" y="2278379"/>
            <a:chExt cx="8206740" cy="1015365"/>
          </a:xfrm>
        </p:grpSpPr>
        <p:sp>
          <p:nvSpPr>
            <p:cNvPr id="8" name="object 8"/>
            <p:cNvSpPr/>
            <p:nvPr/>
          </p:nvSpPr>
          <p:spPr>
            <a:xfrm>
              <a:off x="339852" y="2278379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0699" y="2574289"/>
              <a:ext cx="414020" cy="425450"/>
            </a:xfrm>
            <a:custGeom>
              <a:avLst/>
              <a:gdLst/>
              <a:ahLst/>
              <a:cxnLst/>
              <a:rect l="l" t="t" r="r" b="b"/>
              <a:pathLst>
                <a:path w="414019" h="425450">
                  <a:moveTo>
                    <a:pt x="166598" y="390855"/>
                  </a:moveTo>
                  <a:lnTo>
                    <a:pt x="0" y="390855"/>
                  </a:lnTo>
                  <a:lnTo>
                    <a:pt x="0" y="425335"/>
                  </a:lnTo>
                  <a:lnTo>
                    <a:pt x="166598" y="425335"/>
                  </a:lnTo>
                  <a:lnTo>
                    <a:pt x="166598" y="390855"/>
                  </a:lnTo>
                  <a:close/>
                </a:path>
                <a:path w="414019" h="425450">
                  <a:moveTo>
                    <a:pt x="224040" y="390855"/>
                  </a:moveTo>
                  <a:lnTo>
                    <a:pt x="189572" y="390855"/>
                  </a:lnTo>
                  <a:lnTo>
                    <a:pt x="189572" y="425335"/>
                  </a:lnTo>
                  <a:lnTo>
                    <a:pt x="224040" y="425335"/>
                  </a:lnTo>
                  <a:lnTo>
                    <a:pt x="224040" y="390855"/>
                  </a:lnTo>
                  <a:close/>
                </a:path>
                <a:path w="414019" h="425450">
                  <a:moveTo>
                    <a:pt x="390626" y="250494"/>
                  </a:moveTo>
                  <a:lnTo>
                    <a:pt x="389013" y="242481"/>
                  </a:lnTo>
                  <a:lnTo>
                    <a:pt x="384606" y="235940"/>
                  </a:lnTo>
                  <a:lnTo>
                    <a:pt x="378079" y="231533"/>
                  </a:lnTo>
                  <a:lnTo>
                    <a:pt x="370065" y="229908"/>
                  </a:lnTo>
                  <a:lnTo>
                    <a:pt x="206806" y="229908"/>
                  </a:lnTo>
                  <a:lnTo>
                    <a:pt x="206806" y="269544"/>
                  </a:lnTo>
                  <a:lnTo>
                    <a:pt x="206806" y="282244"/>
                  </a:lnTo>
                  <a:lnTo>
                    <a:pt x="201663" y="287388"/>
                  </a:lnTo>
                  <a:lnTo>
                    <a:pt x="188963" y="287388"/>
                  </a:lnTo>
                  <a:lnTo>
                    <a:pt x="183832" y="282244"/>
                  </a:lnTo>
                  <a:lnTo>
                    <a:pt x="183832" y="269544"/>
                  </a:lnTo>
                  <a:lnTo>
                    <a:pt x="188963" y="264401"/>
                  </a:lnTo>
                  <a:lnTo>
                    <a:pt x="201663" y="264401"/>
                  </a:lnTo>
                  <a:lnTo>
                    <a:pt x="206806" y="269544"/>
                  </a:lnTo>
                  <a:lnTo>
                    <a:pt x="206806" y="229908"/>
                  </a:lnTo>
                  <a:lnTo>
                    <a:pt x="149364" y="229908"/>
                  </a:lnTo>
                  <a:lnTo>
                    <a:pt x="149364" y="269544"/>
                  </a:lnTo>
                  <a:lnTo>
                    <a:pt x="149364" y="282244"/>
                  </a:lnTo>
                  <a:lnTo>
                    <a:pt x="144221" y="287388"/>
                  </a:lnTo>
                  <a:lnTo>
                    <a:pt x="131521" y="287388"/>
                  </a:lnTo>
                  <a:lnTo>
                    <a:pt x="126377" y="282244"/>
                  </a:lnTo>
                  <a:lnTo>
                    <a:pt x="126377" y="269544"/>
                  </a:lnTo>
                  <a:lnTo>
                    <a:pt x="131521" y="264401"/>
                  </a:lnTo>
                  <a:lnTo>
                    <a:pt x="144221" y="264401"/>
                  </a:lnTo>
                  <a:lnTo>
                    <a:pt x="149364" y="269544"/>
                  </a:lnTo>
                  <a:lnTo>
                    <a:pt x="149364" y="229908"/>
                  </a:lnTo>
                  <a:lnTo>
                    <a:pt x="91909" y="229908"/>
                  </a:lnTo>
                  <a:lnTo>
                    <a:pt x="91909" y="269544"/>
                  </a:lnTo>
                  <a:lnTo>
                    <a:pt x="91909" y="282244"/>
                  </a:lnTo>
                  <a:lnTo>
                    <a:pt x="86766" y="287388"/>
                  </a:lnTo>
                  <a:lnTo>
                    <a:pt x="74079" y="287388"/>
                  </a:lnTo>
                  <a:lnTo>
                    <a:pt x="68935" y="282244"/>
                  </a:lnTo>
                  <a:lnTo>
                    <a:pt x="68935" y="269544"/>
                  </a:lnTo>
                  <a:lnTo>
                    <a:pt x="74079" y="264401"/>
                  </a:lnTo>
                  <a:lnTo>
                    <a:pt x="86766" y="264401"/>
                  </a:lnTo>
                  <a:lnTo>
                    <a:pt x="91909" y="269544"/>
                  </a:lnTo>
                  <a:lnTo>
                    <a:pt x="91909" y="229908"/>
                  </a:lnTo>
                  <a:lnTo>
                    <a:pt x="43548" y="229908"/>
                  </a:lnTo>
                  <a:lnTo>
                    <a:pt x="35534" y="231533"/>
                  </a:lnTo>
                  <a:lnTo>
                    <a:pt x="28994" y="235940"/>
                  </a:lnTo>
                  <a:lnTo>
                    <a:pt x="24587" y="242481"/>
                  </a:lnTo>
                  <a:lnTo>
                    <a:pt x="22974" y="250494"/>
                  </a:lnTo>
                  <a:lnTo>
                    <a:pt x="22974" y="301307"/>
                  </a:lnTo>
                  <a:lnTo>
                    <a:pt x="24587" y="309308"/>
                  </a:lnTo>
                  <a:lnTo>
                    <a:pt x="28994" y="315849"/>
                  </a:lnTo>
                  <a:lnTo>
                    <a:pt x="35534" y="320255"/>
                  </a:lnTo>
                  <a:lnTo>
                    <a:pt x="43548" y="321881"/>
                  </a:lnTo>
                  <a:lnTo>
                    <a:pt x="189572" y="321881"/>
                  </a:lnTo>
                  <a:lnTo>
                    <a:pt x="189572" y="367855"/>
                  </a:lnTo>
                  <a:lnTo>
                    <a:pt x="224040" y="367855"/>
                  </a:lnTo>
                  <a:lnTo>
                    <a:pt x="224040" y="321881"/>
                  </a:lnTo>
                  <a:lnTo>
                    <a:pt x="370065" y="321881"/>
                  </a:lnTo>
                  <a:lnTo>
                    <a:pt x="378079" y="320255"/>
                  </a:lnTo>
                  <a:lnTo>
                    <a:pt x="384606" y="315849"/>
                  </a:lnTo>
                  <a:lnTo>
                    <a:pt x="389013" y="309308"/>
                  </a:lnTo>
                  <a:lnTo>
                    <a:pt x="390626" y="301307"/>
                  </a:lnTo>
                  <a:lnTo>
                    <a:pt x="390626" y="287388"/>
                  </a:lnTo>
                  <a:lnTo>
                    <a:pt x="390626" y="264401"/>
                  </a:lnTo>
                  <a:lnTo>
                    <a:pt x="390626" y="250494"/>
                  </a:lnTo>
                  <a:close/>
                </a:path>
                <a:path w="414019" h="425450">
                  <a:moveTo>
                    <a:pt x="390626" y="135534"/>
                  </a:moveTo>
                  <a:lnTo>
                    <a:pt x="389013" y="127520"/>
                  </a:lnTo>
                  <a:lnTo>
                    <a:pt x="384606" y="120980"/>
                  </a:lnTo>
                  <a:lnTo>
                    <a:pt x="378079" y="116573"/>
                  </a:lnTo>
                  <a:lnTo>
                    <a:pt x="370065" y="114960"/>
                  </a:lnTo>
                  <a:lnTo>
                    <a:pt x="206806" y="114960"/>
                  </a:lnTo>
                  <a:lnTo>
                    <a:pt x="206806" y="154597"/>
                  </a:lnTo>
                  <a:lnTo>
                    <a:pt x="206806" y="167297"/>
                  </a:lnTo>
                  <a:lnTo>
                    <a:pt x="201663" y="172440"/>
                  </a:lnTo>
                  <a:lnTo>
                    <a:pt x="188963" y="172440"/>
                  </a:lnTo>
                  <a:lnTo>
                    <a:pt x="183832" y="167297"/>
                  </a:lnTo>
                  <a:lnTo>
                    <a:pt x="183832" y="154597"/>
                  </a:lnTo>
                  <a:lnTo>
                    <a:pt x="188963" y="149440"/>
                  </a:lnTo>
                  <a:lnTo>
                    <a:pt x="201663" y="149440"/>
                  </a:lnTo>
                  <a:lnTo>
                    <a:pt x="206806" y="154597"/>
                  </a:lnTo>
                  <a:lnTo>
                    <a:pt x="206806" y="114960"/>
                  </a:lnTo>
                  <a:lnTo>
                    <a:pt x="149364" y="114960"/>
                  </a:lnTo>
                  <a:lnTo>
                    <a:pt x="149364" y="154597"/>
                  </a:lnTo>
                  <a:lnTo>
                    <a:pt x="149364" y="167297"/>
                  </a:lnTo>
                  <a:lnTo>
                    <a:pt x="144221" y="172440"/>
                  </a:lnTo>
                  <a:lnTo>
                    <a:pt x="131521" y="172440"/>
                  </a:lnTo>
                  <a:lnTo>
                    <a:pt x="126377" y="167297"/>
                  </a:lnTo>
                  <a:lnTo>
                    <a:pt x="126377" y="154597"/>
                  </a:lnTo>
                  <a:lnTo>
                    <a:pt x="131521" y="149440"/>
                  </a:lnTo>
                  <a:lnTo>
                    <a:pt x="144221" y="149440"/>
                  </a:lnTo>
                  <a:lnTo>
                    <a:pt x="149364" y="154597"/>
                  </a:lnTo>
                  <a:lnTo>
                    <a:pt x="149364" y="114960"/>
                  </a:lnTo>
                  <a:lnTo>
                    <a:pt x="91909" y="114960"/>
                  </a:lnTo>
                  <a:lnTo>
                    <a:pt x="91909" y="154597"/>
                  </a:lnTo>
                  <a:lnTo>
                    <a:pt x="91909" y="167297"/>
                  </a:lnTo>
                  <a:lnTo>
                    <a:pt x="86766" y="172440"/>
                  </a:lnTo>
                  <a:lnTo>
                    <a:pt x="74079" y="172440"/>
                  </a:lnTo>
                  <a:lnTo>
                    <a:pt x="68935" y="167297"/>
                  </a:lnTo>
                  <a:lnTo>
                    <a:pt x="68935" y="154597"/>
                  </a:lnTo>
                  <a:lnTo>
                    <a:pt x="74079" y="149440"/>
                  </a:lnTo>
                  <a:lnTo>
                    <a:pt x="86766" y="149440"/>
                  </a:lnTo>
                  <a:lnTo>
                    <a:pt x="91909" y="154597"/>
                  </a:lnTo>
                  <a:lnTo>
                    <a:pt x="91909" y="114960"/>
                  </a:lnTo>
                  <a:lnTo>
                    <a:pt x="43548" y="114960"/>
                  </a:lnTo>
                  <a:lnTo>
                    <a:pt x="35534" y="116573"/>
                  </a:lnTo>
                  <a:lnTo>
                    <a:pt x="28994" y="120980"/>
                  </a:lnTo>
                  <a:lnTo>
                    <a:pt x="24587" y="127520"/>
                  </a:lnTo>
                  <a:lnTo>
                    <a:pt x="22974" y="135534"/>
                  </a:lnTo>
                  <a:lnTo>
                    <a:pt x="22974" y="186347"/>
                  </a:lnTo>
                  <a:lnTo>
                    <a:pt x="24587" y="194360"/>
                  </a:lnTo>
                  <a:lnTo>
                    <a:pt x="28994" y="200901"/>
                  </a:lnTo>
                  <a:lnTo>
                    <a:pt x="35534" y="205308"/>
                  </a:lnTo>
                  <a:lnTo>
                    <a:pt x="43548" y="206921"/>
                  </a:lnTo>
                  <a:lnTo>
                    <a:pt x="370065" y="206921"/>
                  </a:lnTo>
                  <a:lnTo>
                    <a:pt x="378079" y="205308"/>
                  </a:lnTo>
                  <a:lnTo>
                    <a:pt x="384606" y="200901"/>
                  </a:lnTo>
                  <a:lnTo>
                    <a:pt x="389013" y="194360"/>
                  </a:lnTo>
                  <a:lnTo>
                    <a:pt x="390626" y="186347"/>
                  </a:lnTo>
                  <a:lnTo>
                    <a:pt x="390626" y="172440"/>
                  </a:lnTo>
                  <a:lnTo>
                    <a:pt x="390626" y="149440"/>
                  </a:lnTo>
                  <a:lnTo>
                    <a:pt x="390626" y="135534"/>
                  </a:lnTo>
                  <a:close/>
                </a:path>
                <a:path w="414019" h="425450">
                  <a:moveTo>
                    <a:pt x="390626" y="20586"/>
                  </a:moveTo>
                  <a:lnTo>
                    <a:pt x="389013" y="12560"/>
                  </a:lnTo>
                  <a:lnTo>
                    <a:pt x="384606" y="6019"/>
                  </a:lnTo>
                  <a:lnTo>
                    <a:pt x="378079" y="1612"/>
                  </a:lnTo>
                  <a:lnTo>
                    <a:pt x="370065" y="0"/>
                  </a:lnTo>
                  <a:lnTo>
                    <a:pt x="206806" y="0"/>
                  </a:lnTo>
                  <a:lnTo>
                    <a:pt x="206806" y="39636"/>
                  </a:lnTo>
                  <a:lnTo>
                    <a:pt x="206806" y="52336"/>
                  </a:lnTo>
                  <a:lnTo>
                    <a:pt x="201663" y="57480"/>
                  </a:lnTo>
                  <a:lnTo>
                    <a:pt x="188963" y="57480"/>
                  </a:lnTo>
                  <a:lnTo>
                    <a:pt x="183832" y="52336"/>
                  </a:lnTo>
                  <a:lnTo>
                    <a:pt x="183832" y="39636"/>
                  </a:lnTo>
                  <a:lnTo>
                    <a:pt x="188963" y="34493"/>
                  </a:lnTo>
                  <a:lnTo>
                    <a:pt x="201663" y="34493"/>
                  </a:lnTo>
                  <a:lnTo>
                    <a:pt x="206806" y="39636"/>
                  </a:lnTo>
                  <a:lnTo>
                    <a:pt x="206806" y="0"/>
                  </a:lnTo>
                  <a:lnTo>
                    <a:pt x="149364" y="0"/>
                  </a:lnTo>
                  <a:lnTo>
                    <a:pt x="149364" y="39636"/>
                  </a:lnTo>
                  <a:lnTo>
                    <a:pt x="149364" y="52336"/>
                  </a:lnTo>
                  <a:lnTo>
                    <a:pt x="144221" y="57480"/>
                  </a:lnTo>
                  <a:lnTo>
                    <a:pt x="131521" y="57480"/>
                  </a:lnTo>
                  <a:lnTo>
                    <a:pt x="126377" y="52336"/>
                  </a:lnTo>
                  <a:lnTo>
                    <a:pt x="126377" y="39636"/>
                  </a:lnTo>
                  <a:lnTo>
                    <a:pt x="131521" y="34493"/>
                  </a:lnTo>
                  <a:lnTo>
                    <a:pt x="144221" y="34493"/>
                  </a:lnTo>
                  <a:lnTo>
                    <a:pt x="149364" y="39636"/>
                  </a:lnTo>
                  <a:lnTo>
                    <a:pt x="149364" y="0"/>
                  </a:lnTo>
                  <a:lnTo>
                    <a:pt x="91909" y="0"/>
                  </a:lnTo>
                  <a:lnTo>
                    <a:pt x="91909" y="39636"/>
                  </a:lnTo>
                  <a:lnTo>
                    <a:pt x="91909" y="52336"/>
                  </a:lnTo>
                  <a:lnTo>
                    <a:pt x="86766" y="57480"/>
                  </a:lnTo>
                  <a:lnTo>
                    <a:pt x="74079" y="57480"/>
                  </a:lnTo>
                  <a:lnTo>
                    <a:pt x="68935" y="52336"/>
                  </a:lnTo>
                  <a:lnTo>
                    <a:pt x="68935" y="39636"/>
                  </a:lnTo>
                  <a:lnTo>
                    <a:pt x="74079" y="34493"/>
                  </a:lnTo>
                  <a:lnTo>
                    <a:pt x="86766" y="34493"/>
                  </a:lnTo>
                  <a:lnTo>
                    <a:pt x="91909" y="39636"/>
                  </a:lnTo>
                  <a:lnTo>
                    <a:pt x="91909" y="0"/>
                  </a:lnTo>
                  <a:lnTo>
                    <a:pt x="43548" y="0"/>
                  </a:lnTo>
                  <a:lnTo>
                    <a:pt x="35534" y="1612"/>
                  </a:lnTo>
                  <a:lnTo>
                    <a:pt x="28994" y="6019"/>
                  </a:lnTo>
                  <a:lnTo>
                    <a:pt x="24587" y="12560"/>
                  </a:lnTo>
                  <a:lnTo>
                    <a:pt x="22974" y="20586"/>
                  </a:lnTo>
                  <a:lnTo>
                    <a:pt x="22974" y="71386"/>
                  </a:lnTo>
                  <a:lnTo>
                    <a:pt x="24587" y="79400"/>
                  </a:lnTo>
                  <a:lnTo>
                    <a:pt x="28994" y="85940"/>
                  </a:lnTo>
                  <a:lnTo>
                    <a:pt x="35534" y="90347"/>
                  </a:lnTo>
                  <a:lnTo>
                    <a:pt x="43548" y="91973"/>
                  </a:lnTo>
                  <a:lnTo>
                    <a:pt x="370065" y="91973"/>
                  </a:lnTo>
                  <a:lnTo>
                    <a:pt x="378079" y="90347"/>
                  </a:lnTo>
                  <a:lnTo>
                    <a:pt x="384606" y="85940"/>
                  </a:lnTo>
                  <a:lnTo>
                    <a:pt x="389013" y="79400"/>
                  </a:lnTo>
                  <a:lnTo>
                    <a:pt x="390626" y="71386"/>
                  </a:lnTo>
                  <a:lnTo>
                    <a:pt x="390626" y="57480"/>
                  </a:lnTo>
                  <a:lnTo>
                    <a:pt x="390626" y="34493"/>
                  </a:lnTo>
                  <a:lnTo>
                    <a:pt x="390626" y="20586"/>
                  </a:lnTo>
                  <a:close/>
                </a:path>
                <a:path w="414019" h="425450">
                  <a:moveTo>
                    <a:pt x="413613" y="390855"/>
                  </a:moveTo>
                  <a:lnTo>
                    <a:pt x="247015" y="390855"/>
                  </a:lnTo>
                  <a:lnTo>
                    <a:pt x="247015" y="425335"/>
                  </a:lnTo>
                  <a:lnTo>
                    <a:pt x="413613" y="425335"/>
                  </a:lnTo>
                  <a:lnTo>
                    <a:pt x="413613" y="390855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39852" y="3547871"/>
            <a:ext cx="8206740" cy="1015365"/>
            <a:chOff x="339852" y="3547871"/>
            <a:chExt cx="8206740" cy="1015365"/>
          </a:xfrm>
        </p:grpSpPr>
        <p:sp>
          <p:nvSpPr>
            <p:cNvPr id="11" name="object 11"/>
            <p:cNvSpPr/>
            <p:nvPr/>
          </p:nvSpPr>
          <p:spPr>
            <a:xfrm>
              <a:off x="339852" y="354787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485"/>
                  </a:lnTo>
                  <a:lnTo>
                    <a:pt x="7975" y="952994"/>
                  </a:lnTo>
                  <a:lnTo>
                    <a:pt x="29727" y="985256"/>
                  </a:lnTo>
                  <a:lnTo>
                    <a:pt x="61989" y="1007008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8"/>
                  </a:lnTo>
                  <a:lnTo>
                    <a:pt x="8177006" y="985256"/>
                  </a:lnTo>
                  <a:lnTo>
                    <a:pt x="8198760" y="952994"/>
                  </a:lnTo>
                  <a:lnTo>
                    <a:pt x="8206740" y="913485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6661" y="3846652"/>
              <a:ext cx="321945" cy="419734"/>
            </a:xfrm>
            <a:custGeom>
              <a:avLst/>
              <a:gdLst/>
              <a:ahLst/>
              <a:cxnLst/>
              <a:rect l="l" t="t" r="r" b="b"/>
              <a:pathLst>
                <a:path w="321944" h="419735">
                  <a:moveTo>
                    <a:pt x="160849" y="0"/>
                  </a:moveTo>
                  <a:lnTo>
                    <a:pt x="113887" y="9483"/>
                  </a:lnTo>
                  <a:lnTo>
                    <a:pt x="75541" y="35348"/>
                  </a:lnTo>
                  <a:lnTo>
                    <a:pt x="49690" y="73715"/>
                  </a:lnTo>
                  <a:lnTo>
                    <a:pt x="40212" y="120703"/>
                  </a:lnTo>
                  <a:lnTo>
                    <a:pt x="40212" y="186802"/>
                  </a:lnTo>
                  <a:lnTo>
                    <a:pt x="0" y="189676"/>
                  </a:lnTo>
                  <a:lnTo>
                    <a:pt x="0" y="408092"/>
                  </a:lnTo>
                  <a:lnTo>
                    <a:pt x="160849" y="419587"/>
                  </a:lnTo>
                  <a:lnTo>
                    <a:pt x="321698" y="408092"/>
                  </a:lnTo>
                  <a:lnTo>
                    <a:pt x="321698" y="362110"/>
                  </a:lnTo>
                  <a:lnTo>
                    <a:pt x="149360" y="362110"/>
                  </a:lnTo>
                  <a:lnTo>
                    <a:pt x="149360" y="331646"/>
                  </a:lnTo>
                  <a:lnTo>
                    <a:pt x="140195" y="326770"/>
                  </a:lnTo>
                  <a:lnTo>
                    <a:pt x="132916" y="319360"/>
                  </a:lnTo>
                  <a:lnTo>
                    <a:pt x="128113" y="309904"/>
                  </a:lnTo>
                  <a:lnTo>
                    <a:pt x="126381" y="298884"/>
                  </a:lnTo>
                  <a:lnTo>
                    <a:pt x="129101" y="285493"/>
                  </a:lnTo>
                  <a:lnTo>
                    <a:pt x="136506" y="274528"/>
                  </a:lnTo>
                  <a:lnTo>
                    <a:pt x="147466" y="267119"/>
                  </a:lnTo>
                  <a:lnTo>
                    <a:pt x="160849" y="264397"/>
                  </a:lnTo>
                  <a:lnTo>
                    <a:pt x="321698" y="264397"/>
                  </a:lnTo>
                  <a:lnTo>
                    <a:pt x="321698" y="189676"/>
                  </a:lnTo>
                  <a:lnTo>
                    <a:pt x="281486" y="186802"/>
                  </a:lnTo>
                  <a:lnTo>
                    <a:pt x="281486" y="184503"/>
                  </a:lnTo>
                  <a:lnTo>
                    <a:pt x="74680" y="184503"/>
                  </a:lnTo>
                  <a:lnTo>
                    <a:pt x="74680" y="120703"/>
                  </a:lnTo>
                  <a:lnTo>
                    <a:pt x="81438" y="87105"/>
                  </a:lnTo>
                  <a:lnTo>
                    <a:pt x="99884" y="59705"/>
                  </a:lnTo>
                  <a:lnTo>
                    <a:pt x="127270" y="41249"/>
                  </a:lnTo>
                  <a:lnTo>
                    <a:pt x="160849" y="34486"/>
                  </a:lnTo>
                  <a:lnTo>
                    <a:pt x="244878" y="34486"/>
                  </a:lnTo>
                  <a:lnTo>
                    <a:pt x="207811" y="9483"/>
                  </a:lnTo>
                  <a:lnTo>
                    <a:pt x="160849" y="0"/>
                  </a:lnTo>
                  <a:close/>
                </a:path>
                <a:path w="321944" h="419735">
                  <a:moveTo>
                    <a:pt x="321698" y="264397"/>
                  </a:moveTo>
                  <a:lnTo>
                    <a:pt x="160849" y="264397"/>
                  </a:lnTo>
                  <a:lnTo>
                    <a:pt x="174232" y="267119"/>
                  </a:lnTo>
                  <a:lnTo>
                    <a:pt x="185192" y="274528"/>
                  </a:lnTo>
                  <a:lnTo>
                    <a:pt x="192597" y="285493"/>
                  </a:lnTo>
                  <a:lnTo>
                    <a:pt x="195316" y="298884"/>
                  </a:lnTo>
                  <a:lnTo>
                    <a:pt x="193584" y="309580"/>
                  </a:lnTo>
                  <a:lnTo>
                    <a:pt x="188782" y="318929"/>
                  </a:lnTo>
                  <a:lnTo>
                    <a:pt x="181502" y="326446"/>
                  </a:lnTo>
                  <a:lnTo>
                    <a:pt x="172338" y="331646"/>
                  </a:lnTo>
                  <a:lnTo>
                    <a:pt x="172338" y="362110"/>
                  </a:lnTo>
                  <a:lnTo>
                    <a:pt x="321698" y="362110"/>
                  </a:lnTo>
                  <a:lnTo>
                    <a:pt x="321698" y="264397"/>
                  </a:lnTo>
                  <a:close/>
                </a:path>
                <a:path w="321944" h="419735">
                  <a:moveTo>
                    <a:pt x="160849" y="178181"/>
                  </a:moveTo>
                  <a:lnTo>
                    <a:pt x="74680" y="184503"/>
                  </a:lnTo>
                  <a:lnTo>
                    <a:pt x="247018" y="184503"/>
                  </a:lnTo>
                  <a:lnTo>
                    <a:pt x="160849" y="178181"/>
                  </a:lnTo>
                  <a:close/>
                </a:path>
                <a:path w="321944" h="419735">
                  <a:moveTo>
                    <a:pt x="244878" y="34486"/>
                  </a:moveTo>
                  <a:lnTo>
                    <a:pt x="160849" y="34486"/>
                  </a:lnTo>
                  <a:lnTo>
                    <a:pt x="194428" y="41249"/>
                  </a:lnTo>
                  <a:lnTo>
                    <a:pt x="221814" y="59705"/>
                  </a:lnTo>
                  <a:lnTo>
                    <a:pt x="240259" y="87105"/>
                  </a:lnTo>
                  <a:lnTo>
                    <a:pt x="247018" y="120703"/>
                  </a:lnTo>
                  <a:lnTo>
                    <a:pt x="247018" y="184503"/>
                  </a:lnTo>
                  <a:lnTo>
                    <a:pt x="281486" y="184503"/>
                  </a:lnTo>
                  <a:lnTo>
                    <a:pt x="281486" y="120703"/>
                  </a:lnTo>
                  <a:lnTo>
                    <a:pt x="272007" y="73715"/>
                  </a:lnTo>
                  <a:lnTo>
                    <a:pt x="246156" y="35348"/>
                  </a:lnTo>
                  <a:lnTo>
                    <a:pt x="244878" y="34486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08200" y="1119581"/>
            <a:ext cx="6766559" cy="32746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1010285">
              <a:lnSpc>
                <a:spcPts val="2590"/>
              </a:lnSpc>
              <a:spcBef>
                <a:spcPts val="52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instances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directly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connect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the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instance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Bastion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Host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requires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additional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servers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Arial MT"/>
              <a:cs typeface="Arial MT"/>
            </a:endParaRPr>
          </a:p>
          <a:p>
            <a:pPr marL="12700" marR="5080">
              <a:lnSpc>
                <a:spcPts val="259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Session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Manager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(Systems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Manager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Service)</a:t>
            </a:r>
            <a:r>
              <a:rPr sz="2500" spc="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–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more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secure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2135885"/>
            <a:ext cx="7492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Integrating</a:t>
            </a:r>
            <a:r>
              <a:rPr sz="3600" spc="-35" dirty="0"/>
              <a:t> </a:t>
            </a:r>
            <a:r>
              <a:rPr sz="3600" dirty="0"/>
              <a:t>with</a:t>
            </a:r>
            <a:r>
              <a:rPr sz="3600" spc="-5" dirty="0"/>
              <a:t> </a:t>
            </a:r>
            <a:r>
              <a:rPr sz="3600" dirty="0"/>
              <a:t>other</a:t>
            </a:r>
            <a:r>
              <a:rPr sz="3600" spc="-15" dirty="0"/>
              <a:t> </a:t>
            </a:r>
            <a:r>
              <a:rPr sz="3600" spc="-5" dirty="0"/>
              <a:t>applications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5284" y="2872573"/>
            <a:ext cx="1978660" cy="93091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Internet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Peering</a:t>
            </a:r>
            <a:r>
              <a:rPr sz="18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connection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Transit</a:t>
            </a:r>
            <a:r>
              <a:rPr sz="18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Gateway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896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Application</a:t>
            </a:r>
            <a:r>
              <a:rPr sz="2800" spc="-10" dirty="0"/>
              <a:t> </a:t>
            </a:r>
            <a:r>
              <a:rPr sz="2800" spc="-5" dirty="0"/>
              <a:t>integration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30022" y="2050033"/>
            <a:ext cx="3573779" cy="2560320"/>
            <a:chOff x="430022" y="2050033"/>
            <a:chExt cx="3573779" cy="2560320"/>
          </a:xfrm>
        </p:grpSpPr>
        <p:sp>
          <p:nvSpPr>
            <p:cNvPr id="4" name="object 4"/>
            <p:cNvSpPr/>
            <p:nvPr/>
          </p:nvSpPr>
          <p:spPr>
            <a:xfrm>
              <a:off x="442722" y="2062733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3547872" y="0"/>
                  </a:moveTo>
                  <a:lnTo>
                    <a:pt x="0" y="0"/>
                  </a:lnTo>
                  <a:lnTo>
                    <a:pt x="0" y="2534412"/>
                  </a:lnTo>
                  <a:lnTo>
                    <a:pt x="3547872" y="2534412"/>
                  </a:lnTo>
                  <a:lnTo>
                    <a:pt x="354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2722" y="2062733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0" y="2534412"/>
                  </a:moveTo>
                  <a:lnTo>
                    <a:pt x="3547872" y="2534412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53441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0099" y="3977132"/>
            <a:ext cx="20307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66113" y="2050033"/>
            <a:ext cx="7522209" cy="2560320"/>
            <a:chOff x="1166113" y="2050033"/>
            <a:chExt cx="7522209" cy="2560320"/>
          </a:xfrm>
        </p:grpSpPr>
        <p:sp>
          <p:nvSpPr>
            <p:cNvPr id="8" name="object 8"/>
            <p:cNvSpPr/>
            <p:nvPr/>
          </p:nvSpPr>
          <p:spPr>
            <a:xfrm>
              <a:off x="1178813" y="2679953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1909318" y="0"/>
                  </a:moveTo>
                  <a:lnTo>
                    <a:pt x="157226" y="0"/>
                  </a:lnTo>
                  <a:lnTo>
                    <a:pt x="107531" y="8012"/>
                  </a:lnTo>
                  <a:lnTo>
                    <a:pt x="64371" y="30325"/>
                  </a:lnTo>
                  <a:lnTo>
                    <a:pt x="30336" y="64355"/>
                  </a:lnTo>
                  <a:lnTo>
                    <a:pt x="8015" y="107517"/>
                  </a:lnTo>
                  <a:lnTo>
                    <a:pt x="0" y="157225"/>
                  </a:lnTo>
                  <a:lnTo>
                    <a:pt x="0" y="786129"/>
                  </a:lnTo>
                  <a:lnTo>
                    <a:pt x="8015" y="835838"/>
                  </a:lnTo>
                  <a:lnTo>
                    <a:pt x="30336" y="879000"/>
                  </a:lnTo>
                  <a:lnTo>
                    <a:pt x="64371" y="913030"/>
                  </a:lnTo>
                  <a:lnTo>
                    <a:pt x="107531" y="935343"/>
                  </a:lnTo>
                  <a:lnTo>
                    <a:pt x="157226" y="943355"/>
                  </a:lnTo>
                  <a:lnTo>
                    <a:pt x="1909318" y="943355"/>
                  </a:lnTo>
                  <a:lnTo>
                    <a:pt x="1959026" y="935343"/>
                  </a:lnTo>
                  <a:lnTo>
                    <a:pt x="2002188" y="913030"/>
                  </a:lnTo>
                  <a:lnTo>
                    <a:pt x="2036218" y="879000"/>
                  </a:lnTo>
                  <a:lnTo>
                    <a:pt x="2058531" y="835838"/>
                  </a:lnTo>
                  <a:lnTo>
                    <a:pt x="2066544" y="786129"/>
                  </a:lnTo>
                  <a:lnTo>
                    <a:pt x="2066544" y="157225"/>
                  </a:lnTo>
                  <a:lnTo>
                    <a:pt x="2058531" y="107517"/>
                  </a:lnTo>
                  <a:lnTo>
                    <a:pt x="2036218" y="64355"/>
                  </a:lnTo>
                  <a:lnTo>
                    <a:pt x="2002188" y="30325"/>
                  </a:lnTo>
                  <a:lnTo>
                    <a:pt x="1959026" y="8012"/>
                  </a:lnTo>
                  <a:lnTo>
                    <a:pt x="19093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78813" y="2679953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0" y="157225"/>
                  </a:moveTo>
                  <a:lnTo>
                    <a:pt x="8015" y="107517"/>
                  </a:lnTo>
                  <a:lnTo>
                    <a:pt x="30336" y="64355"/>
                  </a:lnTo>
                  <a:lnTo>
                    <a:pt x="64371" y="30325"/>
                  </a:lnTo>
                  <a:lnTo>
                    <a:pt x="107531" y="8012"/>
                  </a:lnTo>
                  <a:lnTo>
                    <a:pt x="157226" y="0"/>
                  </a:lnTo>
                  <a:lnTo>
                    <a:pt x="1909318" y="0"/>
                  </a:lnTo>
                  <a:lnTo>
                    <a:pt x="1959026" y="8012"/>
                  </a:lnTo>
                  <a:lnTo>
                    <a:pt x="2002188" y="30325"/>
                  </a:lnTo>
                  <a:lnTo>
                    <a:pt x="2036218" y="64355"/>
                  </a:lnTo>
                  <a:lnTo>
                    <a:pt x="2058531" y="107517"/>
                  </a:lnTo>
                  <a:lnTo>
                    <a:pt x="2066544" y="157225"/>
                  </a:lnTo>
                  <a:lnTo>
                    <a:pt x="2066544" y="786129"/>
                  </a:lnTo>
                  <a:lnTo>
                    <a:pt x="2058531" y="835838"/>
                  </a:lnTo>
                  <a:lnTo>
                    <a:pt x="2036218" y="879000"/>
                  </a:lnTo>
                  <a:lnTo>
                    <a:pt x="2002188" y="913030"/>
                  </a:lnTo>
                  <a:lnTo>
                    <a:pt x="1959026" y="935343"/>
                  </a:lnTo>
                  <a:lnTo>
                    <a:pt x="1909318" y="943355"/>
                  </a:lnTo>
                  <a:lnTo>
                    <a:pt x="157226" y="943355"/>
                  </a:lnTo>
                  <a:lnTo>
                    <a:pt x="107531" y="935343"/>
                  </a:lnTo>
                  <a:lnTo>
                    <a:pt x="64371" y="913030"/>
                  </a:lnTo>
                  <a:lnTo>
                    <a:pt x="30336" y="879000"/>
                  </a:lnTo>
                  <a:lnTo>
                    <a:pt x="8015" y="835838"/>
                  </a:lnTo>
                  <a:lnTo>
                    <a:pt x="0" y="786129"/>
                  </a:lnTo>
                  <a:lnTo>
                    <a:pt x="0" y="15722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7498" y="2062733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3547872" y="0"/>
                  </a:moveTo>
                  <a:lnTo>
                    <a:pt x="0" y="0"/>
                  </a:lnTo>
                  <a:lnTo>
                    <a:pt x="0" y="2534412"/>
                  </a:lnTo>
                  <a:lnTo>
                    <a:pt x="3547872" y="2534412"/>
                  </a:lnTo>
                  <a:lnTo>
                    <a:pt x="354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7498" y="2062733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0" y="2534412"/>
                  </a:moveTo>
                  <a:lnTo>
                    <a:pt x="3547872" y="2534412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53441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47977" y="2858770"/>
            <a:ext cx="1727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20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Online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Mark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tpl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</a:t>
            </a:r>
            <a:r>
              <a:rPr sz="180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55461" y="2667254"/>
            <a:ext cx="2093595" cy="969010"/>
            <a:chOff x="5855461" y="2667254"/>
            <a:chExt cx="2093595" cy="969010"/>
          </a:xfrm>
        </p:grpSpPr>
        <p:sp>
          <p:nvSpPr>
            <p:cNvPr id="14" name="object 14"/>
            <p:cNvSpPr/>
            <p:nvPr/>
          </p:nvSpPr>
          <p:spPr>
            <a:xfrm>
              <a:off x="5868161" y="2679954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1910841" y="0"/>
                  </a:moveTo>
                  <a:lnTo>
                    <a:pt x="157225" y="0"/>
                  </a:lnTo>
                  <a:lnTo>
                    <a:pt x="107517" y="8012"/>
                  </a:lnTo>
                  <a:lnTo>
                    <a:pt x="64355" y="30325"/>
                  </a:lnTo>
                  <a:lnTo>
                    <a:pt x="30325" y="64355"/>
                  </a:lnTo>
                  <a:lnTo>
                    <a:pt x="8012" y="107517"/>
                  </a:lnTo>
                  <a:lnTo>
                    <a:pt x="0" y="157225"/>
                  </a:lnTo>
                  <a:lnTo>
                    <a:pt x="0" y="786129"/>
                  </a:lnTo>
                  <a:lnTo>
                    <a:pt x="8012" y="835838"/>
                  </a:lnTo>
                  <a:lnTo>
                    <a:pt x="30325" y="879000"/>
                  </a:lnTo>
                  <a:lnTo>
                    <a:pt x="64355" y="913030"/>
                  </a:lnTo>
                  <a:lnTo>
                    <a:pt x="107517" y="935343"/>
                  </a:lnTo>
                  <a:lnTo>
                    <a:pt x="157225" y="943355"/>
                  </a:lnTo>
                  <a:lnTo>
                    <a:pt x="1910841" y="943355"/>
                  </a:lnTo>
                  <a:lnTo>
                    <a:pt x="1960550" y="935343"/>
                  </a:lnTo>
                  <a:lnTo>
                    <a:pt x="2003712" y="913030"/>
                  </a:lnTo>
                  <a:lnTo>
                    <a:pt x="2037742" y="879000"/>
                  </a:lnTo>
                  <a:lnTo>
                    <a:pt x="2060055" y="835838"/>
                  </a:lnTo>
                  <a:lnTo>
                    <a:pt x="2068067" y="786129"/>
                  </a:lnTo>
                  <a:lnTo>
                    <a:pt x="2068067" y="157225"/>
                  </a:lnTo>
                  <a:lnTo>
                    <a:pt x="2060055" y="107517"/>
                  </a:lnTo>
                  <a:lnTo>
                    <a:pt x="2037742" y="64355"/>
                  </a:lnTo>
                  <a:lnTo>
                    <a:pt x="2003712" y="30325"/>
                  </a:lnTo>
                  <a:lnTo>
                    <a:pt x="1960550" y="8012"/>
                  </a:lnTo>
                  <a:lnTo>
                    <a:pt x="1910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68161" y="2679954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0" y="157225"/>
                  </a:moveTo>
                  <a:lnTo>
                    <a:pt x="8012" y="107517"/>
                  </a:lnTo>
                  <a:lnTo>
                    <a:pt x="30325" y="64355"/>
                  </a:lnTo>
                  <a:lnTo>
                    <a:pt x="64355" y="30325"/>
                  </a:lnTo>
                  <a:lnTo>
                    <a:pt x="107517" y="8012"/>
                  </a:lnTo>
                  <a:lnTo>
                    <a:pt x="157225" y="0"/>
                  </a:lnTo>
                  <a:lnTo>
                    <a:pt x="1910841" y="0"/>
                  </a:lnTo>
                  <a:lnTo>
                    <a:pt x="1960550" y="8012"/>
                  </a:lnTo>
                  <a:lnTo>
                    <a:pt x="2003712" y="30325"/>
                  </a:lnTo>
                  <a:lnTo>
                    <a:pt x="2037742" y="64355"/>
                  </a:lnTo>
                  <a:lnTo>
                    <a:pt x="2060055" y="107517"/>
                  </a:lnTo>
                  <a:lnTo>
                    <a:pt x="2068067" y="157225"/>
                  </a:lnTo>
                  <a:lnTo>
                    <a:pt x="2068067" y="786129"/>
                  </a:lnTo>
                  <a:lnTo>
                    <a:pt x="2060055" y="835838"/>
                  </a:lnTo>
                  <a:lnTo>
                    <a:pt x="2037742" y="879000"/>
                  </a:lnTo>
                  <a:lnTo>
                    <a:pt x="2003712" y="913030"/>
                  </a:lnTo>
                  <a:lnTo>
                    <a:pt x="1960550" y="935343"/>
                  </a:lnTo>
                  <a:lnTo>
                    <a:pt x="1910841" y="943355"/>
                  </a:lnTo>
                  <a:lnTo>
                    <a:pt x="157225" y="943355"/>
                  </a:lnTo>
                  <a:lnTo>
                    <a:pt x="107517" y="935343"/>
                  </a:lnTo>
                  <a:lnTo>
                    <a:pt x="64355" y="913030"/>
                  </a:lnTo>
                  <a:lnTo>
                    <a:pt x="30325" y="879000"/>
                  </a:lnTo>
                  <a:lnTo>
                    <a:pt x="8012" y="835838"/>
                  </a:lnTo>
                  <a:lnTo>
                    <a:pt x="0" y="786129"/>
                  </a:lnTo>
                  <a:lnTo>
                    <a:pt x="0" y="15722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11926" y="2721610"/>
            <a:ext cx="1780539" cy="155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9570" marR="361950" indent="-127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Product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Prom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tion  Service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Marketing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59635" y="1456943"/>
            <a:ext cx="3707765" cy="1746885"/>
          </a:xfrm>
          <a:custGeom>
            <a:avLst/>
            <a:gdLst/>
            <a:ahLst/>
            <a:cxnLst/>
            <a:rect l="l" t="t" r="r" b="b"/>
            <a:pathLst>
              <a:path w="3707765" h="1746885">
                <a:moveTo>
                  <a:pt x="103378" y="88646"/>
                </a:moveTo>
                <a:lnTo>
                  <a:pt x="59016" y="12573"/>
                </a:lnTo>
                <a:lnTo>
                  <a:pt x="51689" y="0"/>
                </a:lnTo>
                <a:lnTo>
                  <a:pt x="0" y="88646"/>
                </a:lnTo>
                <a:lnTo>
                  <a:pt x="1016" y="92456"/>
                </a:lnTo>
                <a:lnTo>
                  <a:pt x="7112" y="96012"/>
                </a:lnTo>
                <a:lnTo>
                  <a:pt x="10922" y="94996"/>
                </a:lnTo>
                <a:lnTo>
                  <a:pt x="45339" y="36004"/>
                </a:lnTo>
                <a:lnTo>
                  <a:pt x="45339" y="1222502"/>
                </a:lnTo>
                <a:lnTo>
                  <a:pt x="58039" y="1222502"/>
                </a:lnTo>
                <a:lnTo>
                  <a:pt x="58039" y="36004"/>
                </a:lnTo>
                <a:lnTo>
                  <a:pt x="92456" y="94996"/>
                </a:lnTo>
                <a:lnTo>
                  <a:pt x="96266" y="96012"/>
                </a:lnTo>
                <a:lnTo>
                  <a:pt x="102362" y="92456"/>
                </a:lnTo>
                <a:lnTo>
                  <a:pt x="103378" y="88646"/>
                </a:lnTo>
                <a:close/>
              </a:path>
              <a:path w="3707765" h="1746885">
                <a:moveTo>
                  <a:pt x="3707257" y="1694688"/>
                </a:moveTo>
                <a:lnTo>
                  <a:pt x="3696360" y="1688338"/>
                </a:lnTo>
                <a:lnTo>
                  <a:pt x="3618611" y="1642999"/>
                </a:lnTo>
                <a:lnTo>
                  <a:pt x="3614801" y="1644015"/>
                </a:lnTo>
                <a:lnTo>
                  <a:pt x="3611245" y="1650111"/>
                </a:lnTo>
                <a:lnTo>
                  <a:pt x="3612261" y="1653921"/>
                </a:lnTo>
                <a:lnTo>
                  <a:pt x="3671239" y="1688338"/>
                </a:lnTo>
                <a:lnTo>
                  <a:pt x="1084961" y="1688338"/>
                </a:lnTo>
                <a:lnTo>
                  <a:pt x="1084961" y="1701038"/>
                </a:lnTo>
                <a:lnTo>
                  <a:pt x="3671239" y="1701038"/>
                </a:lnTo>
                <a:lnTo>
                  <a:pt x="3612261" y="1735455"/>
                </a:lnTo>
                <a:lnTo>
                  <a:pt x="3611245" y="1739265"/>
                </a:lnTo>
                <a:lnTo>
                  <a:pt x="3614801" y="1745361"/>
                </a:lnTo>
                <a:lnTo>
                  <a:pt x="3618611" y="1746377"/>
                </a:lnTo>
                <a:lnTo>
                  <a:pt x="3696360" y="1701038"/>
                </a:lnTo>
                <a:lnTo>
                  <a:pt x="3707257" y="1694688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290698" y="1615185"/>
            <a:ext cx="1320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Specia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offers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36128" y="805992"/>
            <a:ext cx="753745" cy="583565"/>
          </a:xfrm>
          <a:custGeom>
            <a:avLst/>
            <a:gdLst/>
            <a:ahLst/>
            <a:cxnLst/>
            <a:rect l="l" t="t" r="r" b="b"/>
            <a:pathLst>
              <a:path w="753744" h="583565">
                <a:moveTo>
                  <a:pt x="536790" y="74828"/>
                </a:moveTo>
                <a:lnTo>
                  <a:pt x="535305" y="67487"/>
                </a:lnTo>
                <a:lnTo>
                  <a:pt x="531279" y="61506"/>
                </a:lnTo>
                <a:lnTo>
                  <a:pt x="525284" y="57467"/>
                </a:lnTo>
                <a:lnTo>
                  <a:pt x="517956" y="55981"/>
                </a:lnTo>
                <a:lnTo>
                  <a:pt x="510628" y="57467"/>
                </a:lnTo>
                <a:lnTo>
                  <a:pt x="504634" y="61506"/>
                </a:lnTo>
                <a:lnTo>
                  <a:pt x="500608" y="67487"/>
                </a:lnTo>
                <a:lnTo>
                  <a:pt x="499122" y="74828"/>
                </a:lnTo>
                <a:lnTo>
                  <a:pt x="500608" y="82156"/>
                </a:lnTo>
                <a:lnTo>
                  <a:pt x="504634" y="88150"/>
                </a:lnTo>
                <a:lnTo>
                  <a:pt x="510628" y="92189"/>
                </a:lnTo>
                <a:lnTo>
                  <a:pt x="517956" y="93675"/>
                </a:lnTo>
                <a:lnTo>
                  <a:pt x="525284" y="92189"/>
                </a:lnTo>
                <a:lnTo>
                  <a:pt x="531279" y="88150"/>
                </a:lnTo>
                <a:lnTo>
                  <a:pt x="535305" y="82156"/>
                </a:lnTo>
                <a:lnTo>
                  <a:pt x="536790" y="74828"/>
                </a:lnTo>
                <a:close/>
              </a:path>
              <a:path w="753744" h="583565">
                <a:moveTo>
                  <a:pt x="602716" y="74828"/>
                </a:moveTo>
                <a:lnTo>
                  <a:pt x="601230" y="67487"/>
                </a:lnTo>
                <a:lnTo>
                  <a:pt x="597192" y="61506"/>
                </a:lnTo>
                <a:lnTo>
                  <a:pt x="591210" y="57467"/>
                </a:lnTo>
                <a:lnTo>
                  <a:pt x="583882" y="55981"/>
                </a:lnTo>
                <a:lnTo>
                  <a:pt x="576554" y="57467"/>
                </a:lnTo>
                <a:lnTo>
                  <a:pt x="570560" y="61506"/>
                </a:lnTo>
                <a:lnTo>
                  <a:pt x="566521" y="67487"/>
                </a:lnTo>
                <a:lnTo>
                  <a:pt x="565048" y="74828"/>
                </a:lnTo>
                <a:lnTo>
                  <a:pt x="566521" y="82156"/>
                </a:lnTo>
                <a:lnTo>
                  <a:pt x="570560" y="88150"/>
                </a:lnTo>
                <a:lnTo>
                  <a:pt x="576554" y="92189"/>
                </a:lnTo>
                <a:lnTo>
                  <a:pt x="583882" y="93675"/>
                </a:lnTo>
                <a:lnTo>
                  <a:pt x="591210" y="92189"/>
                </a:lnTo>
                <a:lnTo>
                  <a:pt x="597192" y="88150"/>
                </a:lnTo>
                <a:lnTo>
                  <a:pt x="601230" y="82156"/>
                </a:lnTo>
                <a:lnTo>
                  <a:pt x="602716" y="74828"/>
                </a:lnTo>
                <a:close/>
              </a:path>
              <a:path w="753744" h="583565">
                <a:moveTo>
                  <a:pt x="668629" y="74828"/>
                </a:moveTo>
                <a:lnTo>
                  <a:pt x="667156" y="67487"/>
                </a:lnTo>
                <a:lnTo>
                  <a:pt x="663117" y="61506"/>
                </a:lnTo>
                <a:lnTo>
                  <a:pt x="657136" y="57467"/>
                </a:lnTo>
                <a:lnTo>
                  <a:pt x="649795" y="55981"/>
                </a:lnTo>
                <a:lnTo>
                  <a:pt x="642467" y="57467"/>
                </a:lnTo>
                <a:lnTo>
                  <a:pt x="636485" y="61506"/>
                </a:lnTo>
                <a:lnTo>
                  <a:pt x="632447" y="67487"/>
                </a:lnTo>
                <a:lnTo>
                  <a:pt x="630961" y="74828"/>
                </a:lnTo>
                <a:lnTo>
                  <a:pt x="632447" y="82156"/>
                </a:lnTo>
                <a:lnTo>
                  <a:pt x="636485" y="88150"/>
                </a:lnTo>
                <a:lnTo>
                  <a:pt x="642467" y="92189"/>
                </a:lnTo>
                <a:lnTo>
                  <a:pt x="649795" y="93675"/>
                </a:lnTo>
                <a:lnTo>
                  <a:pt x="657136" y="92189"/>
                </a:lnTo>
                <a:lnTo>
                  <a:pt x="663117" y="88150"/>
                </a:lnTo>
                <a:lnTo>
                  <a:pt x="667156" y="82156"/>
                </a:lnTo>
                <a:lnTo>
                  <a:pt x="668629" y="74828"/>
                </a:lnTo>
                <a:close/>
              </a:path>
              <a:path w="753744" h="583565">
                <a:moveTo>
                  <a:pt x="753389" y="18288"/>
                </a:moveTo>
                <a:lnTo>
                  <a:pt x="734555" y="18288"/>
                </a:lnTo>
                <a:lnTo>
                  <a:pt x="734555" y="140779"/>
                </a:lnTo>
                <a:lnTo>
                  <a:pt x="753389" y="140779"/>
                </a:lnTo>
                <a:lnTo>
                  <a:pt x="753389" y="18288"/>
                </a:lnTo>
                <a:close/>
              </a:path>
              <a:path w="753744" h="583565">
                <a:moveTo>
                  <a:pt x="753389" y="0"/>
                </a:moveTo>
                <a:lnTo>
                  <a:pt x="0" y="0"/>
                </a:lnTo>
                <a:lnTo>
                  <a:pt x="0" y="17792"/>
                </a:lnTo>
                <a:lnTo>
                  <a:pt x="0" y="141008"/>
                </a:lnTo>
                <a:lnTo>
                  <a:pt x="0" y="160070"/>
                </a:lnTo>
                <a:lnTo>
                  <a:pt x="0" y="565315"/>
                </a:lnTo>
                <a:lnTo>
                  <a:pt x="0" y="583095"/>
                </a:lnTo>
                <a:lnTo>
                  <a:pt x="753389" y="583095"/>
                </a:lnTo>
                <a:lnTo>
                  <a:pt x="753389" y="565315"/>
                </a:lnTo>
                <a:lnTo>
                  <a:pt x="18834" y="565315"/>
                </a:lnTo>
                <a:lnTo>
                  <a:pt x="18834" y="160070"/>
                </a:lnTo>
                <a:lnTo>
                  <a:pt x="734555" y="160070"/>
                </a:lnTo>
                <a:lnTo>
                  <a:pt x="734555" y="564794"/>
                </a:lnTo>
                <a:lnTo>
                  <a:pt x="753389" y="564794"/>
                </a:lnTo>
                <a:lnTo>
                  <a:pt x="753389" y="160070"/>
                </a:lnTo>
                <a:lnTo>
                  <a:pt x="753389" y="159626"/>
                </a:lnTo>
                <a:lnTo>
                  <a:pt x="753389" y="141008"/>
                </a:lnTo>
                <a:lnTo>
                  <a:pt x="18834" y="141008"/>
                </a:lnTo>
                <a:lnTo>
                  <a:pt x="18834" y="17792"/>
                </a:lnTo>
                <a:lnTo>
                  <a:pt x="753389" y="17792"/>
                </a:lnTo>
                <a:lnTo>
                  <a:pt x="753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151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Application</a:t>
            </a:r>
            <a:r>
              <a:rPr sz="2800" spc="20" dirty="0"/>
              <a:t> </a:t>
            </a:r>
            <a:r>
              <a:rPr sz="2800" spc="-5" dirty="0"/>
              <a:t>integration</a:t>
            </a:r>
            <a:r>
              <a:rPr sz="2800" spc="20" dirty="0"/>
              <a:t> </a:t>
            </a:r>
            <a:r>
              <a:rPr sz="2800" spc="-5" dirty="0"/>
              <a:t>over</a:t>
            </a:r>
            <a:r>
              <a:rPr sz="2800" spc="20" dirty="0"/>
              <a:t> </a:t>
            </a:r>
            <a:r>
              <a:rPr sz="2800" spc="-5" dirty="0"/>
              <a:t>internet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30022" y="1434338"/>
            <a:ext cx="3573779" cy="2560320"/>
            <a:chOff x="430022" y="1434338"/>
            <a:chExt cx="3573779" cy="2560320"/>
          </a:xfrm>
        </p:grpSpPr>
        <p:sp>
          <p:nvSpPr>
            <p:cNvPr id="4" name="object 4"/>
            <p:cNvSpPr/>
            <p:nvPr/>
          </p:nvSpPr>
          <p:spPr>
            <a:xfrm>
              <a:off x="442722" y="1447038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3547872" y="0"/>
                  </a:moveTo>
                  <a:lnTo>
                    <a:pt x="0" y="0"/>
                  </a:lnTo>
                  <a:lnTo>
                    <a:pt x="0" y="2534412"/>
                  </a:lnTo>
                  <a:lnTo>
                    <a:pt x="3547872" y="2534412"/>
                  </a:lnTo>
                  <a:lnTo>
                    <a:pt x="354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2722" y="1447038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0" y="2534412"/>
                  </a:moveTo>
                  <a:lnTo>
                    <a:pt x="3547872" y="2534412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53441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0099" y="3360546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14797" y="1434338"/>
            <a:ext cx="3573779" cy="2560320"/>
            <a:chOff x="5114797" y="1434338"/>
            <a:chExt cx="3573779" cy="2560320"/>
          </a:xfrm>
        </p:grpSpPr>
        <p:sp>
          <p:nvSpPr>
            <p:cNvPr id="8" name="object 8"/>
            <p:cNvSpPr/>
            <p:nvPr/>
          </p:nvSpPr>
          <p:spPr>
            <a:xfrm>
              <a:off x="5127497" y="1447038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3547872" y="0"/>
                  </a:moveTo>
                  <a:lnTo>
                    <a:pt x="0" y="0"/>
                  </a:lnTo>
                  <a:lnTo>
                    <a:pt x="0" y="2534412"/>
                  </a:lnTo>
                  <a:lnTo>
                    <a:pt x="3547872" y="2534412"/>
                  </a:lnTo>
                  <a:lnTo>
                    <a:pt x="354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27497" y="1447038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0" y="2534412"/>
                  </a:moveTo>
                  <a:lnTo>
                    <a:pt x="3547872" y="2534412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53441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1926" y="3086226"/>
            <a:ext cx="17805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Marketing</a:t>
            </a:r>
            <a:r>
              <a:rPr sz="1800" spc="-9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 </a:t>
            </a:r>
            <a:r>
              <a:rPr sz="1800" spc="-9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66113" y="2050033"/>
            <a:ext cx="2092325" cy="970280"/>
            <a:chOff x="1166113" y="2050033"/>
            <a:chExt cx="2092325" cy="970280"/>
          </a:xfrm>
        </p:grpSpPr>
        <p:sp>
          <p:nvSpPr>
            <p:cNvPr id="12" name="object 12"/>
            <p:cNvSpPr/>
            <p:nvPr/>
          </p:nvSpPr>
          <p:spPr>
            <a:xfrm>
              <a:off x="1178813" y="2062733"/>
              <a:ext cx="2066925" cy="944880"/>
            </a:xfrm>
            <a:custGeom>
              <a:avLst/>
              <a:gdLst/>
              <a:ahLst/>
              <a:cxnLst/>
              <a:rect l="l" t="t" r="r" b="b"/>
              <a:pathLst>
                <a:path w="2066925" h="944880">
                  <a:moveTo>
                    <a:pt x="1909064" y="0"/>
                  </a:moveTo>
                  <a:lnTo>
                    <a:pt x="157480" y="0"/>
                  </a:lnTo>
                  <a:lnTo>
                    <a:pt x="107705" y="8026"/>
                  </a:lnTo>
                  <a:lnTo>
                    <a:pt x="64476" y="30378"/>
                  </a:lnTo>
                  <a:lnTo>
                    <a:pt x="30385" y="64465"/>
                  </a:lnTo>
                  <a:lnTo>
                    <a:pt x="8028" y="107696"/>
                  </a:lnTo>
                  <a:lnTo>
                    <a:pt x="0" y="157480"/>
                  </a:lnTo>
                  <a:lnTo>
                    <a:pt x="0" y="787400"/>
                  </a:lnTo>
                  <a:lnTo>
                    <a:pt x="8028" y="837184"/>
                  </a:lnTo>
                  <a:lnTo>
                    <a:pt x="30385" y="880414"/>
                  </a:lnTo>
                  <a:lnTo>
                    <a:pt x="64476" y="914501"/>
                  </a:lnTo>
                  <a:lnTo>
                    <a:pt x="107705" y="936853"/>
                  </a:lnTo>
                  <a:lnTo>
                    <a:pt x="157480" y="944880"/>
                  </a:lnTo>
                  <a:lnTo>
                    <a:pt x="1909064" y="944880"/>
                  </a:lnTo>
                  <a:lnTo>
                    <a:pt x="1958848" y="936853"/>
                  </a:lnTo>
                  <a:lnTo>
                    <a:pt x="2002078" y="914501"/>
                  </a:lnTo>
                  <a:lnTo>
                    <a:pt x="2036165" y="880414"/>
                  </a:lnTo>
                  <a:lnTo>
                    <a:pt x="2058517" y="837184"/>
                  </a:lnTo>
                  <a:lnTo>
                    <a:pt x="2066544" y="787400"/>
                  </a:lnTo>
                  <a:lnTo>
                    <a:pt x="2066544" y="157480"/>
                  </a:lnTo>
                  <a:lnTo>
                    <a:pt x="2058517" y="107695"/>
                  </a:lnTo>
                  <a:lnTo>
                    <a:pt x="2036165" y="64465"/>
                  </a:lnTo>
                  <a:lnTo>
                    <a:pt x="2002078" y="30378"/>
                  </a:lnTo>
                  <a:lnTo>
                    <a:pt x="1958848" y="8026"/>
                  </a:lnTo>
                  <a:lnTo>
                    <a:pt x="19090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8813" y="2062733"/>
              <a:ext cx="2066925" cy="944880"/>
            </a:xfrm>
            <a:custGeom>
              <a:avLst/>
              <a:gdLst/>
              <a:ahLst/>
              <a:cxnLst/>
              <a:rect l="l" t="t" r="r" b="b"/>
              <a:pathLst>
                <a:path w="2066925" h="944880">
                  <a:moveTo>
                    <a:pt x="0" y="157480"/>
                  </a:moveTo>
                  <a:lnTo>
                    <a:pt x="8028" y="107696"/>
                  </a:lnTo>
                  <a:lnTo>
                    <a:pt x="30385" y="64465"/>
                  </a:lnTo>
                  <a:lnTo>
                    <a:pt x="64476" y="30378"/>
                  </a:lnTo>
                  <a:lnTo>
                    <a:pt x="107705" y="8026"/>
                  </a:lnTo>
                  <a:lnTo>
                    <a:pt x="157480" y="0"/>
                  </a:lnTo>
                  <a:lnTo>
                    <a:pt x="1909064" y="0"/>
                  </a:lnTo>
                  <a:lnTo>
                    <a:pt x="1958848" y="8026"/>
                  </a:lnTo>
                  <a:lnTo>
                    <a:pt x="2002078" y="30378"/>
                  </a:lnTo>
                  <a:lnTo>
                    <a:pt x="2036165" y="64465"/>
                  </a:lnTo>
                  <a:lnTo>
                    <a:pt x="2058517" y="107695"/>
                  </a:lnTo>
                  <a:lnTo>
                    <a:pt x="2066544" y="157480"/>
                  </a:lnTo>
                  <a:lnTo>
                    <a:pt x="2066544" y="787400"/>
                  </a:lnTo>
                  <a:lnTo>
                    <a:pt x="2058517" y="837184"/>
                  </a:lnTo>
                  <a:lnTo>
                    <a:pt x="2036165" y="880414"/>
                  </a:lnTo>
                  <a:lnTo>
                    <a:pt x="2002078" y="914501"/>
                  </a:lnTo>
                  <a:lnTo>
                    <a:pt x="1958848" y="936853"/>
                  </a:lnTo>
                  <a:lnTo>
                    <a:pt x="1909064" y="944880"/>
                  </a:lnTo>
                  <a:lnTo>
                    <a:pt x="157480" y="944880"/>
                  </a:lnTo>
                  <a:lnTo>
                    <a:pt x="107705" y="936853"/>
                  </a:lnTo>
                  <a:lnTo>
                    <a:pt x="64476" y="914501"/>
                  </a:lnTo>
                  <a:lnTo>
                    <a:pt x="30385" y="880414"/>
                  </a:lnTo>
                  <a:lnTo>
                    <a:pt x="8028" y="837184"/>
                  </a:lnTo>
                  <a:lnTo>
                    <a:pt x="0" y="787400"/>
                  </a:lnTo>
                  <a:lnTo>
                    <a:pt x="0" y="15748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47977" y="2241245"/>
            <a:ext cx="172720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Online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Mark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tpl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</a:t>
            </a:r>
            <a:r>
              <a:rPr sz="180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55461" y="2050033"/>
            <a:ext cx="2093595" cy="970280"/>
            <a:chOff x="5855461" y="2050033"/>
            <a:chExt cx="2093595" cy="970280"/>
          </a:xfrm>
        </p:grpSpPr>
        <p:sp>
          <p:nvSpPr>
            <p:cNvPr id="16" name="object 16"/>
            <p:cNvSpPr/>
            <p:nvPr/>
          </p:nvSpPr>
          <p:spPr>
            <a:xfrm>
              <a:off x="5868161" y="2062733"/>
              <a:ext cx="2068195" cy="944880"/>
            </a:xfrm>
            <a:custGeom>
              <a:avLst/>
              <a:gdLst/>
              <a:ahLst/>
              <a:cxnLst/>
              <a:rect l="l" t="t" r="r" b="b"/>
              <a:pathLst>
                <a:path w="2068195" h="944880">
                  <a:moveTo>
                    <a:pt x="1910588" y="0"/>
                  </a:moveTo>
                  <a:lnTo>
                    <a:pt x="157479" y="0"/>
                  </a:lnTo>
                  <a:lnTo>
                    <a:pt x="107696" y="8026"/>
                  </a:lnTo>
                  <a:lnTo>
                    <a:pt x="64465" y="30378"/>
                  </a:lnTo>
                  <a:lnTo>
                    <a:pt x="30378" y="64465"/>
                  </a:lnTo>
                  <a:lnTo>
                    <a:pt x="8026" y="107696"/>
                  </a:lnTo>
                  <a:lnTo>
                    <a:pt x="0" y="157480"/>
                  </a:lnTo>
                  <a:lnTo>
                    <a:pt x="0" y="787400"/>
                  </a:lnTo>
                  <a:lnTo>
                    <a:pt x="8026" y="837184"/>
                  </a:lnTo>
                  <a:lnTo>
                    <a:pt x="30378" y="880414"/>
                  </a:lnTo>
                  <a:lnTo>
                    <a:pt x="64465" y="914501"/>
                  </a:lnTo>
                  <a:lnTo>
                    <a:pt x="107696" y="936853"/>
                  </a:lnTo>
                  <a:lnTo>
                    <a:pt x="157479" y="944880"/>
                  </a:lnTo>
                  <a:lnTo>
                    <a:pt x="1910588" y="944880"/>
                  </a:lnTo>
                  <a:lnTo>
                    <a:pt x="1960372" y="936853"/>
                  </a:lnTo>
                  <a:lnTo>
                    <a:pt x="2003602" y="914501"/>
                  </a:lnTo>
                  <a:lnTo>
                    <a:pt x="2037689" y="880414"/>
                  </a:lnTo>
                  <a:lnTo>
                    <a:pt x="2060041" y="837184"/>
                  </a:lnTo>
                  <a:lnTo>
                    <a:pt x="2068067" y="787400"/>
                  </a:lnTo>
                  <a:lnTo>
                    <a:pt x="2068067" y="157480"/>
                  </a:lnTo>
                  <a:lnTo>
                    <a:pt x="2060041" y="107695"/>
                  </a:lnTo>
                  <a:lnTo>
                    <a:pt x="2037689" y="64465"/>
                  </a:lnTo>
                  <a:lnTo>
                    <a:pt x="2003602" y="30378"/>
                  </a:lnTo>
                  <a:lnTo>
                    <a:pt x="1960371" y="8026"/>
                  </a:lnTo>
                  <a:lnTo>
                    <a:pt x="1910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68161" y="2062733"/>
              <a:ext cx="2068195" cy="944880"/>
            </a:xfrm>
            <a:custGeom>
              <a:avLst/>
              <a:gdLst/>
              <a:ahLst/>
              <a:cxnLst/>
              <a:rect l="l" t="t" r="r" b="b"/>
              <a:pathLst>
                <a:path w="2068195" h="944880">
                  <a:moveTo>
                    <a:pt x="0" y="157480"/>
                  </a:moveTo>
                  <a:lnTo>
                    <a:pt x="8026" y="107696"/>
                  </a:lnTo>
                  <a:lnTo>
                    <a:pt x="30378" y="64465"/>
                  </a:lnTo>
                  <a:lnTo>
                    <a:pt x="64465" y="30378"/>
                  </a:lnTo>
                  <a:lnTo>
                    <a:pt x="107696" y="8026"/>
                  </a:lnTo>
                  <a:lnTo>
                    <a:pt x="157479" y="0"/>
                  </a:lnTo>
                  <a:lnTo>
                    <a:pt x="1910588" y="0"/>
                  </a:lnTo>
                  <a:lnTo>
                    <a:pt x="1960371" y="8026"/>
                  </a:lnTo>
                  <a:lnTo>
                    <a:pt x="2003602" y="30378"/>
                  </a:lnTo>
                  <a:lnTo>
                    <a:pt x="2037689" y="64465"/>
                  </a:lnTo>
                  <a:lnTo>
                    <a:pt x="2060041" y="107695"/>
                  </a:lnTo>
                  <a:lnTo>
                    <a:pt x="2068067" y="157480"/>
                  </a:lnTo>
                  <a:lnTo>
                    <a:pt x="2068067" y="787400"/>
                  </a:lnTo>
                  <a:lnTo>
                    <a:pt x="2060041" y="837184"/>
                  </a:lnTo>
                  <a:lnTo>
                    <a:pt x="2037689" y="880414"/>
                  </a:lnTo>
                  <a:lnTo>
                    <a:pt x="2003602" y="914501"/>
                  </a:lnTo>
                  <a:lnTo>
                    <a:pt x="1960372" y="936853"/>
                  </a:lnTo>
                  <a:lnTo>
                    <a:pt x="1910588" y="944880"/>
                  </a:lnTo>
                  <a:lnTo>
                    <a:pt x="157479" y="944880"/>
                  </a:lnTo>
                  <a:lnTo>
                    <a:pt x="107696" y="936853"/>
                  </a:lnTo>
                  <a:lnTo>
                    <a:pt x="64465" y="914501"/>
                  </a:lnTo>
                  <a:lnTo>
                    <a:pt x="30378" y="880414"/>
                  </a:lnTo>
                  <a:lnTo>
                    <a:pt x="8026" y="837184"/>
                  </a:lnTo>
                  <a:lnTo>
                    <a:pt x="0" y="787400"/>
                  </a:lnTo>
                  <a:lnTo>
                    <a:pt x="0" y="15748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68922" y="2104389"/>
            <a:ext cx="10661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Product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Prom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tion  Service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04973" y="913677"/>
            <a:ext cx="4748530" cy="1148080"/>
            <a:chOff x="2204973" y="913677"/>
            <a:chExt cx="4748530" cy="114808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2675" y="913677"/>
              <a:ext cx="580184" cy="35432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04974" y="1036446"/>
              <a:ext cx="4748530" cy="1025525"/>
            </a:xfrm>
            <a:custGeom>
              <a:avLst/>
              <a:gdLst/>
              <a:ahLst/>
              <a:cxnLst/>
              <a:rect l="l" t="t" r="r" b="b"/>
              <a:pathLst>
                <a:path w="4748530" h="1025525">
                  <a:moveTo>
                    <a:pt x="1913509" y="51689"/>
                  </a:moveTo>
                  <a:lnTo>
                    <a:pt x="1902612" y="45339"/>
                  </a:lnTo>
                  <a:lnTo>
                    <a:pt x="1824863" y="0"/>
                  </a:lnTo>
                  <a:lnTo>
                    <a:pt x="1820926" y="1016"/>
                  </a:lnTo>
                  <a:lnTo>
                    <a:pt x="1819275" y="4064"/>
                  </a:lnTo>
                  <a:lnTo>
                    <a:pt x="1817497" y="7112"/>
                  </a:lnTo>
                  <a:lnTo>
                    <a:pt x="1818513" y="10922"/>
                  </a:lnTo>
                  <a:lnTo>
                    <a:pt x="1821434" y="12700"/>
                  </a:lnTo>
                  <a:lnTo>
                    <a:pt x="1877364" y="45339"/>
                  </a:lnTo>
                  <a:lnTo>
                    <a:pt x="2794" y="45339"/>
                  </a:lnTo>
                  <a:lnTo>
                    <a:pt x="0" y="48133"/>
                  </a:lnTo>
                  <a:lnTo>
                    <a:pt x="0" y="1025144"/>
                  </a:lnTo>
                  <a:lnTo>
                    <a:pt x="12700" y="1025144"/>
                  </a:lnTo>
                  <a:lnTo>
                    <a:pt x="12700" y="58039"/>
                  </a:lnTo>
                  <a:lnTo>
                    <a:pt x="1877364" y="58039"/>
                  </a:lnTo>
                  <a:lnTo>
                    <a:pt x="1821434" y="90678"/>
                  </a:lnTo>
                  <a:lnTo>
                    <a:pt x="1818513" y="92456"/>
                  </a:lnTo>
                  <a:lnTo>
                    <a:pt x="1817497" y="96266"/>
                  </a:lnTo>
                  <a:lnTo>
                    <a:pt x="1819275" y="99314"/>
                  </a:lnTo>
                  <a:lnTo>
                    <a:pt x="1820926" y="102362"/>
                  </a:lnTo>
                  <a:lnTo>
                    <a:pt x="1824863" y="103378"/>
                  </a:lnTo>
                  <a:lnTo>
                    <a:pt x="1902612" y="58039"/>
                  </a:lnTo>
                  <a:lnTo>
                    <a:pt x="1913509" y="51689"/>
                  </a:lnTo>
                  <a:close/>
                </a:path>
                <a:path w="4748530" h="1025525">
                  <a:moveTo>
                    <a:pt x="4748022" y="936498"/>
                  </a:moveTo>
                  <a:lnTo>
                    <a:pt x="4747006" y="932561"/>
                  </a:lnTo>
                  <a:lnTo>
                    <a:pt x="4743958" y="930783"/>
                  </a:lnTo>
                  <a:lnTo>
                    <a:pt x="4741037" y="929005"/>
                  </a:lnTo>
                  <a:lnTo>
                    <a:pt x="4737100" y="930148"/>
                  </a:lnTo>
                  <a:lnTo>
                    <a:pt x="4735322" y="933069"/>
                  </a:lnTo>
                  <a:lnTo>
                    <a:pt x="4702683" y="989025"/>
                  </a:lnTo>
                  <a:lnTo>
                    <a:pt x="4702683" y="58039"/>
                  </a:lnTo>
                  <a:lnTo>
                    <a:pt x="4702683" y="51689"/>
                  </a:lnTo>
                  <a:lnTo>
                    <a:pt x="4702683" y="48133"/>
                  </a:lnTo>
                  <a:lnTo>
                    <a:pt x="4699889" y="45339"/>
                  </a:lnTo>
                  <a:lnTo>
                    <a:pt x="2519426" y="45339"/>
                  </a:lnTo>
                  <a:lnTo>
                    <a:pt x="2519426" y="58039"/>
                  </a:lnTo>
                  <a:lnTo>
                    <a:pt x="4689983" y="58039"/>
                  </a:lnTo>
                  <a:lnTo>
                    <a:pt x="4689983" y="989025"/>
                  </a:lnTo>
                  <a:lnTo>
                    <a:pt x="4657344" y="933069"/>
                  </a:lnTo>
                  <a:lnTo>
                    <a:pt x="4655693" y="930148"/>
                  </a:lnTo>
                  <a:lnTo>
                    <a:pt x="4651756" y="929005"/>
                  </a:lnTo>
                  <a:lnTo>
                    <a:pt x="4645660" y="932561"/>
                  </a:lnTo>
                  <a:lnTo>
                    <a:pt x="4644644" y="936498"/>
                  </a:lnTo>
                  <a:lnTo>
                    <a:pt x="4696333" y="1025144"/>
                  </a:lnTo>
                  <a:lnTo>
                    <a:pt x="4703661" y="1012571"/>
                  </a:lnTo>
                  <a:lnTo>
                    <a:pt x="4748022" y="936498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29716" y="4303877"/>
            <a:ext cx="692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solidFill>
                  <a:srgbClr val="464646"/>
                </a:solidFill>
                <a:latin typeface="Microsoft Sans Serif"/>
                <a:cs typeface="Microsoft Sans Serif"/>
              </a:rPr>
              <a:t>But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why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can’t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464646"/>
                </a:solidFill>
                <a:latin typeface="Microsoft Sans Serif"/>
                <a:cs typeface="Microsoft Sans Serif"/>
              </a:rPr>
              <a:t>these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two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applications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464646"/>
                </a:solidFill>
                <a:latin typeface="Microsoft Sans Serif"/>
                <a:cs typeface="Microsoft Sans Serif"/>
              </a:rPr>
              <a:t>talk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directly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using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AWS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network?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210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20" dirty="0"/>
              <a:t> </a:t>
            </a:r>
            <a:r>
              <a:rPr sz="2800" spc="-5" dirty="0"/>
              <a:t>Peering</a:t>
            </a:r>
            <a:r>
              <a:rPr sz="2800" spc="-20" dirty="0"/>
              <a:t> </a:t>
            </a:r>
            <a:r>
              <a:rPr sz="2800" spc="-5" dirty="0"/>
              <a:t>Connection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60501" y="827786"/>
            <a:ext cx="3573779" cy="2512695"/>
            <a:chOff x="460501" y="827786"/>
            <a:chExt cx="3573779" cy="2512695"/>
          </a:xfrm>
        </p:grpSpPr>
        <p:sp>
          <p:nvSpPr>
            <p:cNvPr id="4" name="object 4"/>
            <p:cNvSpPr/>
            <p:nvPr/>
          </p:nvSpPr>
          <p:spPr>
            <a:xfrm>
              <a:off x="473201" y="840486"/>
              <a:ext cx="3221990" cy="2487295"/>
            </a:xfrm>
            <a:custGeom>
              <a:avLst/>
              <a:gdLst/>
              <a:ahLst/>
              <a:cxnLst/>
              <a:rect l="l" t="t" r="r" b="b"/>
              <a:pathLst>
                <a:path w="3221990" h="2487295">
                  <a:moveTo>
                    <a:pt x="0" y="2487168"/>
                  </a:moveTo>
                  <a:lnTo>
                    <a:pt x="3221736" y="2487168"/>
                  </a:lnTo>
                  <a:lnTo>
                    <a:pt x="3221736" y="0"/>
                  </a:lnTo>
                  <a:lnTo>
                    <a:pt x="0" y="0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3201" y="840486"/>
              <a:ext cx="3548379" cy="2487295"/>
            </a:xfrm>
            <a:custGeom>
              <a:avLst/>
              <a:gdLst/>
              <a:ahLst/>
              <a:cxnLst/>
              <a:rect l="l" t="t" r="r" b="b"/>
              <a:pathLst>
                <a:path w="3548379" h="2487295">
                  <a:moveTo>
                    <a:pt x="0" y="2487168"/>
                  </a:moveTo>
                  <a:lnTo>
                    <a:pt x="3547872" y="2487168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487168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42669" y="2707385"/>
            <a:ext cx="2018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45278" y="827786"/>
            <a:ext cx="3573779" cy="2512695"/>
            <a:chOff x="5145278" y="827786"/>
            <a:chExt cx="3573779" cy="2512695"/>
          </a:xfrm>
        </p:grpSpPr>
        <p:sp>
          <p:nvSpPr>
            <p:cNvPr id="8" name="object 8"/>
            <p:cNvSpPr/>
            <p:nvPr/>
          </p:nvSpPr>
          <p:spPr>
            <a:xfrm>
              <a:off x="5157978" y="840485"/>
              <a:ext cx="3548379" cy="2487295"/>
            </a:xfrm>
            <a:custGeom>
              <a:avLst/>
              <a:gdLst/>
              <a:ahLst/>
              <a:cxnLst/>
              <a:rect l="l" t="t" r="r" b="b"/>
              <a:pathLst>
                <a:path w="3548379" h="2487295">
                  <a:moveTo>
                    <a:pt x="9144" y="0"/>
                  </a:moveTo>
                  <a:lnTo>
                    <a:pt x="0" y="0"/>
                  </a:lnTo>
                  <a:lnTo>
                    <a:pt x="0" y="2487168"/>
                  </a:lnTo>
                  <a:lnTo>
                    <a:pt x="9144" y="2487168"/>
                  </a:lnTo>
                  <a:lnTo>
                    <a:pt x="9144" y="0"/>
                  </a:lnTo>
                  <a:close/>
                </a:path>
                <a:path w="3548379" h="2487295">
                  <a:moveTo>
                    <a:pt x="3547872" y="0"/>
                  </a:moveTo>
                  <a:lnTo>
                    <a:pt x="335280" y="0"/>
                  </a:lnTo>
                  <a:lnTo>
                    <a:pt x="335280" y="2487168"/>
                  </a:lnTo>
                  <a:lnTo>
                    <a:pt x="3547872" y="2487168"/>
                  </a:lnTo>
                  <a:lnTo>
                    <a:pt x="354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57978" y="840486"/>
              <a:ext cx="3548379" cy="2487295"/>
            </a:xfrm>
            <a:custGeom>
              <a:avLst/>
              <a:gdLst/>
              <a:ahLst/>
              <a:cxnLst/>
              <a:rect l="l" t="t" r="r" b="b"/>
              <a:pathLst>
                <a:path w="3548379" h="2487295">
                  <a:moveTo>
                    <a:pt x="0" y="2487168"/>
                  </a:moveTo>
                  <a:lnTo>
                    <a:pt x="3547872" y="2487168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487168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03138" y="2707385"/>
            <a:ext cx="2268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069" y="1445005"/>
            <a:ext cx="2093595" cy="969010"/>
            <a:chOff x="1195069" y="1445005"/>
            <a:chExt cx="2093595" cy="969010"/>
          </a:xfrm>
        </p:grpSpPr>
        <p:sp>
          <p:nvSpPr>
            <p:cNvPr id="12" name="object 12"/>
            <p:cNvSpPr/>
            <p:nvPr/>
          </p:nvSpPr>
          <p:spPr>
            <a:xfrm>
              <a:off x="1207769" y="1457705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1910842" y="0"/>
                  </a:moveTo>
                  <a:lnTo>
                    <a:pt x="157226" y="0"/>
                  </a:lnTo>
                  <a:lnTo>
                    <a:pt x="107517" y="8012"/>
                  </a:lnTo>
                  <a:lnTo>
                    <a:pt x="64355" y="30325"/>
                  </a:lnTo>
                  <a:lnTo>
                    <a:pt x="30325" y="64355"/>
                  </a:lnTo>
                  <a:lnTo>
                    <a:pt x="8012" y="107517"/>
                  </a:lnTo>
                  <a:lnTo>
                    <a:pt x="0" y="157226"/>
                  </a:lnTo>
                  <a:lnTo>
                    <a:pt x="0" y="786130"/>
                  </a:lnTo>
                  <a:lnTo>
                    <a:pt x="8012" y="835838"/>
                  </a:lnTo>
                  <a:lnTo>
                    <a:pt x="30325" y="879000"/>
                  </a:lnTo>
                  <a:lnTo>
                    <a:pt x="64355" y="913030"/>
                  </a:lnTo>
                  <a:lnTo>
                    <a:pt x="107517" y="935343"/>
                  </a:lnTo>
                  <a:lnTo>
                    <a:pt x="157226" y="943356"/>
                  </a:lnTo>
                  <a:lnTo>
                    <a:pt x="1910842" y="943356"/>
                  </a:lnTo>
                  <a:lnTo>
                    <a:pt x="1960550" y="935343"/>
                  </a:lnTo>
                  <a:lnTo>
                    <a:pt x="2003712" y="913030"/>
                  </a:lnTo>
                  <a:lnTo>
                    <a:pt x="2037742" y="879000"/>
                  </a:lnTo>
                  <a:lnTo>
                    <a:pt x="2060055" y="835838"/>
                  </a:lnTo>
                  <a:lnTo>
                    <a:pt x="2068068" y="786130"/>
                  </a:lnTo>
                  <a:lnTo>
                    <a:pt x="2068068" y="157226"/>
                  </a:lnTo>
                  <a:lnTo>
                    <a:pt x="2060055" y="107517"/>
                  </a:lnTo>
                  <a:lnTo>
                    <a:pt x="2037742" y="64355"/>
                  </a:lnTo>
                  <a:lnTo>
                    <a:pt x="2003712" y="30325"/>
                  </a:lnTo>
                  <a:lnTo>
                    <a:pt x="1960550" y="8012"/>
                  </a:lnTo>
                  <a:lnTo>
                    <a:pt x="1910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07769" y="1457705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0" y="157226"/>
                  </a:moveTo>
                  <a:lnTo>
                    <a:pt x="8012" y="107517"/>
                  </a:lnTo>
                  <a:lnTo>
                    <a:pt x="30325" y="64355"/>
                  </a:lnTo>
                  <a:lnTo>
                    <a:pt x="64355" y="30325"/>
                  </a:lnTo>
                  <a:lnTo>
                    <a:pt x="107517" y="8012"/>
                  </a:lnTo>
                  <a:lnTo>
                    <a:pt x="157226" y="0"/>
                  </a:lnTo>
                  <a:lnTo>
                    <a:pt x="1910842" y="0"/>
                  </a:lnTo>
                  <a:lnTo>
                    <a:pt x="1960550" y="8012"/>
                  </a:lnTo>
                  <a:lnTo>
                    <a:pt x="2003712" y="30325"/>
                  </a:lnTo>
                  <a:lnTo>
                    <a:pt x="2037742" y="64355"/>
                  </a:lnTo>
                  <a:lnTo>
                    <a:pt x="2060055" y="107517"/>
                  </a:lnTo>
                  <a:lnTo>
                    <a:pt x="2068068" y="157226"/>
                  </a:lnTo>
                  <a:lnTo>
                    <a:pt x="2068068" y="786130"/>
                  </a:lnTo>
                  <a:lnTo>
                    <a:pt x="2060055" y="835838"/>
                  </a:lnTo>
                  <a:lnTo>
                    <a:pt x="2037742" y="879000"/>
                  </a:lnTo>
                  <a:lnTo>
                    <a:pt x="2003712" y="913030"/>
                  </a:lnTo>
                  <a:lnTo>
                    <a:pt x="1960550" y="935343"/>
                  </a:lnTo>
                  <a:lnTo>
                    <a:pt x="1910842" y="943356"/>
                  </a:lnTo>
                  <a:lnTo>
                    <a:pt x="157226" y="943356"/>
                  </a:lnTo>
                  <a:lnTo>
                    <a:pt x="107517" y="935343"/>
                  </a:lnTo>
                  <a:lnTo>
                    <a:pt x="64355" y="913030"/>
                  </a:lnTo>
                  <a:lnTo>
                    <a:pt x="30325" y="879000"/>
                  </a:lnTo>
                  <a:lnTo>
                    <a:pt x="8012" y="835838"/>
                  </a:lnTo>
                  <a:lnTo>
                    <a:pt x="0" y="786130"/>
                  </a:lnTo>
                  <a:lnTo>
                    <a:pt x="0" y="15722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90522" y="1636014"/>
            <a:ext cx="1714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520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Online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Mark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tpl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</a:t>
            </a:r>
            <a:r>
              <a:rPr sz="180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85941" y="1445005"/>
            <a:ext cx="2092325" cy="969010"/>
            <a:chOff x="5885941" y="1445005"/>
            <a:chExt cx="2092325" cy="969010"/>
          </a:xfrm>
        </p:grpSpPr>
        <p:sp>
          <p:nvSpPr>
            <p:cNvPr id="16" name="object 16"/>
            <p:cNvSpPr/>
            <p:nvPr/>
          </p:nvSpPr>
          <p:spPr>
            <a:xfrm>
              <a:off x="5898641" y="1457705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1909317" y="0"/>
                  </a:moveTo>
                  <a:lnTo>
                    <a:pt x="157225" y="0"/>
                  </a:lnTo>
                  <a:lnTo>
                    <a:pt x="107517" y="8012"/>
                  </a:lnTo>
                  <a:lnTo>
                    <a:pt x="64355" y="30325"/>
                  </a:lnTo>
                  <a:lnTo>
                    <a:pt x="30325" y="64355"/>
                  </a:lnTo>
                  <a:lnTo>
                    <a:pt x="8012" y="107517"/>
                  </a:lnTo>
                  <a:lnTo>
                    <a:pt x="0" y="157226"/>
                  </a:lnTo>
                  <a:lnTo>
                    <a:pt x="0" y="786130"/>
                  </a:lnTo>
                  <a:lnTo>
                    <a:pt x="8012" y="835838"/>
                  </a:lnTo>
                  <a:lnTo>
                    <a:pt x="30325" y="879000"/>
                  </a:lnTo>
                  <a:lnTo>
                    <a:pt x="64355" y="913030"/>
                  </a:lnTo>
                  <a:lnTo>
                    <a:pt x="107517" y="935343"/>
                  </a:lnTo>
                  <a:lnTo>
                    <a:pt x="157225" y="943356"/>
                  </a:lnTo>
                  <a:lnTo>
                    <a:pt x="1909317" y="943356"/>
                  </a:lnTo>
                  <a:lnTo>
                    <a:pt x="1959026" y="935343"/>
                  </a:lnTo>
                  <a:lnTo>
                    <a:pt x="2002188" y="913030"/>
                  </a:lnTo>
                  <a:lnTo>
                    <a:pt x="2036218" y="879000"/>
                  </a:lnTo>
                  <a:lnTo>
                    <a:pt x="2058531" y="835838"/>
                  </a:lnTo>
                  <a:lnTo>
                    <a:pt x="2066543" y="786130"/>
                  </a:lnTo>
                  <a:lnTo>
                    <a:pt x="2066543" y="157226"/>
                  </a:lnTo>
                  <a:lnTo>
                    <a:pt x="2058531" y="107517"/>
                  </a:lnTo>
                  <a:lnTo>
                    <a:pt x="2036218" y="64355"/>
                  </a:lnTo>
                  <a:lnTo>
                    <a:pt x="2002188" y="30325"/>
                  </a:lnTo>
                  <a:lnTo>
                    <a:pt x="1959026" y="8012"/>
                  </a:lnTo>
                  <a:lnTo>
                    <a:pt x="1909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98641" y="1457705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0" y="157226"/>
                  </a:moveTo>
                  <a:lnTo>
                    <a:pt x="8012" y="107517"/>
                  </a:lnTo>
                  <a:lnTo>
                    <a:pt x="30325" y="64355"/>
                  </a:lnTo>
                  <a:lnTo>
                    <a:pt x="64355" y="30325"/>
                  </a:lnTo>
                  <a:lnTo>
                    <a:pt x="107517" y="8012"/>
                  </a:lnTo>
                  <a:lnTo>
                    <a:pt x="157225" y="0"/>
                  </a:lnTo>
                  <a:lnTo>
                    <a:pt x="1909317" y="0"/>
                  </a:lnTo>
                  <a:lnTo>
                    <a:pt x="1959026" y="8012"/>
                  </a:lnTo>
                  <a:lnTo>
                    <a:pt x="2002188" y="30325"/>
                  </a:lnTo>
                  <a:lnTo>
                    <a:pt x="2036218" y="64355"/>
                  </a:lnTo>
                  <a:lnTo>
                    <a:pt x="2058531" y="107517"/>
                  </a:lnTo>
                  <a:lnTo>
                    <a:pt x="2066543" y="157226"/>
                  </a:lnTo>
                  <a:lnTo>
                    <a:pt x="2066543" y="786130"/>
                  </a:lnTo>
                  <a:lnTo>
                    <a:pt x="2058531" y="835838"/>
                  </a:lnTo>
                  <a:lnTo>
                    <a:pt x="2036218" y="879000"/>
                  </a:lnTo>
                  <a:lnTo>
                    <a:pt x="2002188" y="913030"/>
                  </a:lnTo>
                  <a:lnTo>
                    <a:pt x="1959026" y="935343"/>
                  </a:lnTo>
                  <a:lnTo>
                    <a:pt x="1909317" y="943356"/>
                  </a:lnTo>
                  <a:lnTo>
                    <a:pt x="157225" y="943356"/>
                  </a:lnTo>
                  <a:lnTo>
                    <a:pt x="107517" y="935343"/>
                  </a:lnTo>
                  <a:lnTo>
                    <a:pt x="64355" y="913030"/>
                  </a:lnTo>
                  <a:lnTo>
                    <a:pt x="30325" y="879000"/>
                  </a:lnTo>
                  <a:lnTo>
                    <a:pt x="8012" y="835838"/>
                  </a:lnTo>
                  <a:lnTo>
                    <a:pt x="0" y="786130"/>
                  </a:lnTo>
                  <a:lnTo>
                    <a:pt x="0" y="15722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11467" y="1498853"/>
            <a:ext cx="10534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Product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Prom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tion  Service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94938" y="840486"/>
            <a:ext cx="326390" cy="2487295"/>
          </a:xfrm>
          <a:custGeom>
            <a:avLst/>
            <a:gdLst/>
            <a:ahLst/>
            <a:cxnLst/>
            <a:rect l="l" t="t" r="r" b="b"/>
            <a:pathLst>
              <a:path w="326389" h="2487295">
                <a:moveTo>
                  <a:pt x="326136" y="0"/>
                </a:moveTo>
                <a:lnTo>
                  <a:pt x="0" y="0"/>
                </a:lnTo>
                <a:lnTo>
                  <a:pt x="0" y="2487168"/>
                </a:lnTo>
                <a:lnTo>
                  <a:pt x="326136" y="2487168"/>
                </a:lnTo>
                <a:lnTo>
                  <a:pt x="326136" y="0"/>
                </a:lnTo>
                <a:close/>
              </a:path>
            </a:pathLst>
          </a:custGeom>
          <a:solidFill>
            <a:srgbClr val="FD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94938" y="840486"/>
            <a:ext cx="326390" cy="2487295"/>
          </a:xfrm>
          <a:prstGeom prst="rect">
            <a:avLst/>
          </a:prstGeom>
          <a:ln w="25400">
            <a:solidFill>
              <a:srgbClr val="999A9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Times New Roman"/>
              <a:cs typeface="Times New Roman"/>
            </a:endParaRPr>
          </a:p>
          <a:p>
            <a:pPr marL="92710" marR="86360" indent="10160" algn="just">
              <a:lnSpc>
                <a:spcPct val="100000"/>
              </a:lnSpc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  E </a:t>
            </a:r>
            <a:r>
              <a:rPr sz="1400" spc="-3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 </a:t>
            </a:r>
            <a:r>
              <a:rPr sz="1400" spc="-3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R   I </a:t>
            </a:r>
            <a:r>
              <a:rPr sz="14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N  G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54421" y="827786"/>
            <a:ext cx="351790" cy="2512695"/>
            <a:chOff x="5154421" y="827786"/>
            <a:chExt cx="351790" cy="2512695"/>
          </a:xfrm>
        </p:grpSpPr>
        <p:sp>
          <p:nvSpPr>
            <p:cNvPr id="22" name="object 22"/>
            <p:cNvSpPr/>
            <p:nvPr/>
          </p:nvSpPr>
          <p:spPr>
            <a:xfrm>
              <a:off x="5167121" y="840486"/>
              <a:ext cx="326390" cy="2487295"/>
            </a:xfrm>
            <a:custGeom>
              <a:avLst/>
              <a:gdLst/>
              <a:ahLst/>
              <a:cxnLst/>
              <a:rect l="l" t="t" r="r" b="b"/>
              <a:pathLst>
                <a:path w="326389" h="2487295">
                  <a:moveTo>
                    <a:pt x="326136" y="0"/>
                  </a:moveTo>
                  <a:lnTo>
                    <a:pt x="0" y="0"/>
                  </a:lnTo>
                  <a:lnTo>
                    <a:pt x="0" y="2487168"/>
                  </a:lnTo>
                  <a:lnTo>
                    <a:pt x="326136" y="2487168"/>
                  </a:lnTo>
                  <a:lnTo>
                    <a:pt x="326136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67121" y="840486"/>
              <a:ext cx="326390" cy="2487295"/>
            </a:xfrm>
            <a:custGeom>
              <a:avLst/>
              <a:gdLst/>
              <a:ahLst/>
              <a:cxnLst/>
              <a:rect l="l" t="t" r="r" b="b"/>
              <a:pathLst>
                <a:path w="326389" h="2487295">
                  <a:moveTo>
                    <a:pt x="0" y="2487168"/>
                  </a:moveTo>
                  <a:lnTo>
                    <a:pt x="326136" y="2487168"/>
                  </a:lnTo>
                  <a:lnTo>
                    <a:pt x="326136" y="0"/>
                  </a:lnTo>
                  <a:lnTo>
                    <a:pt x="0" y="0"/>
                  </a:lnTo>
                  <a:lnTo>
                    <a:pt x="0" y="248716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79821" y="1318640"/>
            <a:ext cx="300990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010" marR="73660" indent="10160" algn="just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  E </a:t>
            </a:r>
            <a:r>
              <a:rPr sz="1400" spc="-3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 </a:t>
            </a:r>
            <a:r>
              <a:rPr sz="1400" spc="-3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R   I </a:t>
            </a:r>
            <a:r>
              <a:rPr sz="14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N  G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01440" y="1984273"/>
            <a:ext cx="1381125" cy="234950"/>
            <a:chOff x="3901440" y="1984273"/>
            <a:chExt cx="1381125" cy="23495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1440" y="1984273"/>
              <a:ext cx="1380743" cy="23467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21074" y="2045970"/>
              <a:ext cx="1146175" cy="76200"/>
            </a:xfrm>
            <a:custGeom>
              <a:avLst/>
              <a:gdLst/>
              <a:ahLst/>
              <a:cxnLst/>
              <a:rect l="l" t="t" r="r" b="b"/>
              <a:pathLst>
                <a:path w="114617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1146175" h="76200">
                  <a:moveTo>
                    <a:pt x="1069466" y="0"/>
                  </a:moveTo>
                  <a:lnTo>
                    <a:pt x="1069466" y="76200"/>
                  </a:lnTo>
                  <a:lnTo>
                    <a:pt x="1120266" y="50800"/>
                  </a:lnTo>
                  <a:lnTo>
                    <a:pt x="1082166" y="50800"/>
                  </a:lnTo>
                  <a:lnTo>
                    <a:pt x="1082166" y="25400"/>
                  </a:lnTo>
                  <a:lnTo>
                    <a:pt x="1120266" y="25400"/>
                  </a:lnTo>
                  <a:lnTo>
                    <a:pt x="1069466" y="0"/>
                  </a:lnTo>
                  <a:close/>
                </a:path>
                <a:path w="1146175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1146175" h="76200">
                  <a:moveTo>
                    <a:pt x="1069466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1069466" y="50800"/>
                  </a:lnTo>
                  <a:lnTo>
                    <a:pt x="1069466" y="25400"/>
                  </a:lnTo>
                  <a:close/>
                </a:path>
                <a:path w="1146175" h="76200">
                  <a:moveTo>
                    <a:pt x="1120266" y="25400"/>
                  </a:moveTo>
                  <a:lnTo>
                    <a:pt x="1082166" y="25400"/>
                  </a:lnTo>
                  <a:lnTo>
                    <a:pt x="1082166" y="50800"/>
                  </a:lnTo>
                  <a:lnTo>
                    <a:pt x="1120266" y="50800"/>
                  </a:lnTo>
                  <a:lnTo>
                    <a:pt x="1145666" y="38100"/>
                  </a:lnTo>
                  <a:lnTo>
                    <a:pt x="1120266" y="2540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0875" y="3610736"/>
            <a:ext cx="66744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Connect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464646"/>
                </a:solidFill>
                <a:latin typeface="Microsoft Sans Serif"/>
                <a:cs typeface="Microsoft Sans Serif"/>
              </a:rPr>
              <a:t>VPCs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into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single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logical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network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with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Peering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Connection</a:t>
            </a:r>
            <a:endParaRPr sz="18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Communicate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using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Private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IP</a:t>
            </a:r>
            <a:endParaRPr sz="18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AWS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managed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320" dirty="0">
                <a:solidFill>
                  <a:srgbClr val="464646"/>
                </a:solidFill>
                <a:latin typeface="Microsoft Sans Serif"/>
                <a:cs typeface="Microsoft Sans Serif"/>
              </a:rPr>
              <a:t>–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no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single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point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of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failure</a:t>
            </a:r>
            <a:endParaRPr sz="18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CIDR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block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must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not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overlap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75076" y="1876170"/>
            <a:ext cx="2622550" cy="103505"/>
          </a:xfrm>
          <a:custGeom>
            <a:avLst/>
            <a:gdLst/>
            <a:ahLst/>
            <a:cxnLst/>
            <a:rect l="l" t="t" r="r" b="b"/>
            <a:pathLst>
              <a:path w="2622550" h="103505">
                <a:moveTo>
                  <a:pt x="2597186" y="51688"/>
                </a:moveTo>
                <a:lnTo>
                  <a:pt x="2527300" y="92455"/>
                </a:lnTo>
                <a:lnTo>
                  <a:pt x="2526284" y="96265"/>
                </a:lnTo>
                <a:lnTo>
                  <a:pt x="2529840" y="102361"/>
                </a:lnTo>
                <a:lnTo>
                  <a:pt x="2533650" y="103377"/>
                </a:lnTo>
                <a:lnTo>
                  <a:pt x="2611405" y="58038"/>
                </a:lnTo>
                <a:lnTo>
                  <a:pt x="2609723" y="58038"/>
                </a:lnTo>
                <a:lnTo>
                  <a:pt x="2609723" y="57149"/>
                </a:lnTo>
                <a:lnTo>
                  <a:pt x="2606548" y="57149"/>
                </a:lnTo>
                <a:lnTo>
                  <a:pt x="2597186" y="51688"/>
                </a:lnTo>
                <a:close/>
              </a:path>
              <a:path w="2622550" h="103505">
                <a:moveTo>
                  <a:pt x="2586300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2586300" y="58038"/>
                </a:lnTo>
                <a:lnTo>
                  <a:pt x="2597186" y="51688"/>
                </a:lnTo>
                <a:lnTo>
                  <a:pt x="2586300" y="45338"/>
                </a:lnTo>
                <a:close/>
              </a:path>
              <a:path w="2622550" h="103505">
                <a:moveTo>
                  <a:pt x="2611405" y="45338"/>
                </a:moveTo>
                <a:lnTo>
                  <a:pt x="2609723" y="45338"/>
                </a:lnTo>
                <a:lnTo>
                  <a:pt x="2609723" y="58038"/>
                </a:lnTo>
                <a:lnTo>
                  <a:pt x="2611405" y="58038"/>
                </a:lnTo>
                <a:lnTo>
                  <a:pt x="2622296" y="51688"/>
                </a:lnTo>
                <a:lnTo>
                  <a:pt x="2611405" y="45338"/>
                </a:lnTo>
                <a:close/>
              </a:path>
              <a:path w="2622550" h="103505">
                <a:moveTo>
                  <a:pt x="2606548" y="46227"/>
                </a:moveTo>
                <a:lnTo>
                  <a:pt x="2597186" y="51688"/>
                </a:lnTo>
                <a:lnTo>
                  <a:pt x="2606548" y="57149"/>
                </a:lnTo>
                <a:lnTo>
                  <a:pt x="2606548" y="46227"/>
                </a:lnTo>
                <a:close/>
              </a:path>
              <a:path w="2622550" h="103505">
                <a:moveTo>
                  <a:pt x="2609723" y="46227"/>
                </a:moveTo>
                <a:lnTo>
                  <a:pt x="2606548" y="46227"/>
                </a:lnTo>
                <a:lnTo>
                  <a:pt x="2606548" y="57149"/>
                </a:lnTo>
                <a:lnTo>
                  <a:pt x="2609723" y="57149"/>
                </a:lnTo>
                <a:lnTo>
                  <a:pt x="2609723" y="46227"/>
                </a:lnTo>
                <a:close/>
              </a:path>
              <a:path w="2622550" h="103505">
                <a:moveTo>
                  <a:pt x="2533650" y="0"/>
                </a:moveTo>
                <a:lnTo>
                  <a:pt x="2529840" y="1015"/>
                </a:lnTo>
                <a:lnTo>
                  <a:pt x="2526284" y="7112"/>
                </a:lnTo>
                <a:lnTo>
                  <a:pt x="2527300" y="10921"/>
                </a:lnTo>
                <a:lnTo>
                  <a:pt x="2597186" y="51688"/>
                </a:lnTo>
                <a:lnTo>
                  <a:pt x="2606548" y="46227"/>
                </a:lnTo>
                <a:lnTo>
                  <a:pt x="2609723" y="46227"/>
                </a:lnTo>
                <a:lnTo>
                  <a:pt x="2609723" y="45338"/>
                </a:lnTo>
                <a:lnTo>
                  <a:pt x="2611405" y="45338"/>
                </a:lnTo>
                <a:lnTo>
                  <a:pt x="2533650" y="0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6205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dirty="0"/>
              <a:t> </a:t>
            </a:r>
            <a:r>
              <a:rPr sz="2800" spc="-5" dirty="0"/>
              <a:t>Peering</a:t>
            </a:r>
            <a:r>
              <a:rPr sz="2800" dirty="0"/>
              <a:t> </a:t>
            </a:r>
            <a:r>
              <a:rPr sz="2800" spc="-5" dirty="0"/>
              <a:t>Connection</a:t>
            </a:r>
            <a:r>
              <a:rPr sz="2800" spc="55" dirty="0"/>
              <a:t> </a:t>
            </a:r>
            <a:r>
              <a:rPr sz="2800" spc="-5" dirty="0"/>
              <a:t>– </a:t>
            </a:r>
            <a:r>
              <a:rPr sz="2800" spc="-10" dirty="0"/>
              <a:t>Route</a:t>
            </a:r>
            <a:r>
              <a:rPr sz="2800" spc="25" dirty="0"/>
              <a:t> </a:t>
            </a:r>
            <a:r>
              <a:rPr sz="2800" spc="-45" dirty="0"/>
              <a:t>Table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60501" y="827786"/>
            <a:ext cx="3573779" cy="2512695"/>
            <a:chOff x="460501" y="827786"/>
            <a:chExt cx="3573779" cy="2512695"/>
          </a:xfrm>
        </p:grpSpPr>
        <p:sp>
          <p:nvSpPr>
            <p:cNvPr id="4" name="object 4"/>
            <p:cNvSpPr/>
            <p:nvPr/>
          </p:nvSpPr>
          <p:spPr>
            <a:xfrm>
              <a:off x="473201" y="840486"/>
              <a:ext cx="3221990" cy="2487295"/>
            </a:xfrm>
            <a:custGeom>
              <a:avLst/>
              <a:gdLst/>
              <a:ahLst/>
              <a:cxnLst/>
              <a:rect l="l" t="t" r="r" b="b"/>
              <a:pathLst>
                <a:path w="3221990" h="2487295">
                  <a:moveTo>
                    <a:pt x="0" y="2487168"/>
                  </a:moveTo>
                  <a:lnTo>
                    <a:pt x="3221736" y="2487168"/>
                  </a:lnTo>
                  <a:lnTo>
                    <a:pt x="3221736" y="0"/>
                  </a:lnTo>
                  <a:lnTo>
                    <a:pt x="0" y="0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3201" y="840486"/>
              <a:ext cx="3548379" cy="2487295"/>
            </a:xfrm>
            <a:custGeom>
              <a:avLst/>
              <a:gdLst/>
              <a:ahLst/>
              <a:cxnLst/>
              <a:rect l="l" t="t" r="r" b="b"/>
              <a:pathLst>
                <a:path w="3548379" h="2487295">
                  <a:moveTo>
                    <a:pt x="0" y="2487168"/>
                  </a:moveTo>
                  <a:lnTo>
                    <a:pt x="3547872" y="2487168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487168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42669" y="2707385"/>
            <a:ext cx="2018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45278" y="827786"/>
            <a:ext cx="3573779" cy="2512695"/>
            <a:chOff x="5145278" y="827786"/>
            <a:chExt cx="3573779" cy="2512695"/>
          </a:xfrm>
        </p:grpSpPr>
        <p:sp>
          <p:nvSpPr>
            <p:cNvPr id="8" name="object 8"/>
            <p:cNvSpPr/>
            <p:nvPr/>
          </p:nvSpPr>
          <p:spPr>
            <a:xfrm>
              <a:off x="5157978" y="840485"/>
              <a:ext cx="3548379" cy="2487295"/>
            </a:xfrm>
            <a:custGeom>
              <a:avLst/>
              <a:gdLst/>
              <a:ahLst/>
              <a:cxnLst/>
              <a:rect l="l" t="t" r="r" b="b"/>
              <a:pathLst>
                <a:path w="3548379" h="2487295">
                  <a:moveTo>
                    <a:pt x="9144" y="0"/>
                  </a:moveTo>
                  <a:lnTo>
                    <a:pt x="0" y="0"/>
                  </a:lnTo>
                  <a:lnTo>
                    <a:pt x="0" y="2487168"/>
                  </a:lnTo>
                  <a:lnTo>
                    <a:pt x="9144" y="2487168"/>
                  </a:lnTo>
                  <a:lnTo>
                    <a:pt x="9144" y="0"/>
                  </a:lnTo>
                  <a:close/>
                </a:path>
                <a:path w="3548379" h="2487295">
                  <a:moveTo>
                    <a:pt x="3547872" y="0"/>
                  </a:moveTo>
                  <a:lnTo>
                    <a:pt x="335280" y="0"/>
                  </a:lnTo>
                  <a:lnTo>
                    <a:pt x="335280" y="2487168"/>
                  </a:lnTo>
                  <a:lnTo>
                    <a:pt x="3547872" y="2487168"/>
                  </a:lnTo>
                  <a:lnTo>
                    <a:pt x="354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57978" y="840486"/>
              <a:ext cx="3548379" cy="2487295"/>
            </a:xfrm>
            <a:custGeom>
              <a:avLst/>
              <a:gdLst/>
              <a:ahLst/>
              <a:cxnLst/>
              <a:rect l="l" t="t" r="r" b="b"/>
              <a:pathLst>
                <a:path w="3548379" h="2487295">
                  <a:moveTo>
                    <a:pt x="0" y="2487168"/>
                  </a:moveTo>
                  <a:lnTo>
                    <a:pt x="3547872" y="2487168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487168"/>
                  </a:lnTo>
                  <a:close/>
                </a:path>
              </a:pathLst>
            </a:custGeom>
            <a:ln w="25399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03138" y="2707385"/>
            <a:ext cx="2268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069" y="1445005"/>
            <a:ext cx="2093595" cy="969010"/>
            <a:chOff x="1195069" y="1445005"/>
            <a:chExt cx="2093595" cy="969010"/>
          </a:xfrm>
        </p:grpSpPr>
        <p:sp>
          <p:nvSpPr>
            <p:cNvPr id="12" name="object 12"/>
            <p:cNvSpPr/>
            <p:nvPr/>
          </p:nvSpPr>
          <p:spPr>
            <a:xfrm>
              <a:off x="1207769" y="1457705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1910842" y="0"/>
                  </a:moveTo>
                  <a:lnTo>
                    <a:pt x="157226" y="0"/>
                  </a:lnTo>
                  <a:lnTo>
                    <a:pt x="107517" y="8012"/>
                  </a:lnTo>
                  <a:lnTo>
                    <a:pt x="64355" y="30325"/>
                  </a:lnTo>
                  <a:lnTo>
                    <a:pt x="30325" y="64355"/>
                  </a:lnTo>
                  <a:lnTo>
                    <a:pt x="8012" y="107517"/>
                  </a:lnTo>
                  <a:lnTo>
                    <a:pt x="0" y="157226"/>
                  </a:lnTo>
                  <a:lnTo>
                    <a:pt x="0" y="786130"/>
                  </a:lnTo>
                  <a:lnTo>
                    <a:pt x="8012" y="835838"/>
                  </a:lnTo>
                  <a:lnTo>
                    <a:pt x="30325" y="879000"/>
                  </a:lnTo>
                  <a:lnTo>
                    <a:pt x="64355" y="913030"/>
                  </a:lnTo>
                  <a:lnTo>
                    <a:pt x="107517" y="935343"/>
                  </a:lnTo>
                  <a:lnTo>
                    <a:pt x="157226" y="943356"/>
                  </a:lnTo>
                  <a:lnTo>
                    <a:pt x="1910842" y="943356"/>
                  </a:lnTo>
                  <a:lnTo>
                    <a:pt x="1960550" y="935343"/>
                  </a:lnTo>
                  <a:lnTo>
                    <a:pt x="2003712" y="913030"/>
                  </a:lnTo>
                  <a:lnTo>
                    <a:pt x="2037742" y="879000"/>
                  </a:lnTo>
                  <a:lnTo>
                    <a:pt x="2060055" y="835838"/>
                  </a:lnTo>
                  <a:lnTo>
                    <a:pt x="2068068" y="786130"/>
                  </a:lnTo>
                  <a:lnTo>
                    <a:pt x="2068068" y="157226"/>
                  </a:lnTo>
                  <a:lnTo>
                    <a:pt x="2060055" y="107517"/>
                  </a:lnTo>
                  <a:lnTo>
                    <a:pt x="2037742" y="64355"/>
                  </a:lnTo>
                  <a:lnTo>
                    <a:pt x="2003712" y="30325"/>
                  </a:lnTo>
                  <a:lnTo>
                    <a:pt x="1960550" y="8012"/>
                  </a:lnTo>
                  <a:lnTo>
                    <a:pt x="1910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07769" y="1457705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0" y="157226"/>
                  </a:moveTo>
                  <a:lnTo>
                    <a:pt x="8012" y="107517"/>
                  </a:lnTo>
                  <a:lnTo>
                    <a:pt x="30325" y="64355"/>
                  </a:lnTo>
                  <a:lnTo>
                    <a:pt x="64355" y="30325"/>
                  </a:lnTo>
                  <a:lnTo>
                    <a:pt x="107517" y="8012"/>
                  </a:lnTo>
                  <a:lnTo>
                    <a:pt x="157226" y="0"/>
                  </a:lnTo>
                  <a:lnTo>
                    <a:pt x="1910842" y="0"/>
                  </a:lnTo>
                  <a:lnTo>
                    <a:pt x="1960550" y="8012"/>
                  </a:lnTo>
                  <a:lnTo>
                    <a:pt x="2003712" y="30325"/>
                  </a:lnTo>
                  <a:lnTo>
                    <a:pt x="2037742" y="64355"/>
                  </a:lnTo>
                  <a:lnTo>
                    <a:pt x="2060055" y="107517"/>
                  </a:lnTo>
                  <a:lnTo>
                    <a:pt x="2068068" y="157226"/>
                  </a:lnTo>
                  <a:lnTo>
                    <a:pt x="2068068" y="786130"/>
                  </a:lnTo>
                  <a:lnTo>
                    <a:pt x="2060055" y="835838"/>
                  </a:lnTo>
                  <a:lnTo>
                    <a:pt x="2037742" y="879000"/>
                  </a:lnTo>
                  <a:lnTo>
                    <a:pt x="2003712" y="913030"/>
                  </a:lnTo>
                  <a:lnTo>
                    <a:pt x="1960550" y="935343"/>
                  </a:lnTo>
                  <a:lnTo>
                    <a:pt x="1910842" y="943356"/>
                  </a:lnTo>
                  <a:lnTo>
                    <a:pt x="157226" y="943356"/>
                  </a:lnTo>
                  <a:lnTo>
                    <a:pt x="107517" y="935343"/>
                  </a:lnTo>
                  <a:lnTo>
                    <a:pt x="64355" y="913030"/>
                  </a:lnTo>
                  <a:lnTo>
                    <a:pt x="30325" y="879000"/>
                  </a:lnTo>
                  <a:lnTo>
                    <a:pt x="8012" y="835838"/>
                  </a:lnTo>
                  <a:lnTo>
                    <a:pt x="0" y="786130"/>
                  </a:lnTo>
                  <a:lnTo>
                    <a:pt x="0" y="15722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90522" y="1636014"/>
            <a:ext cx="1714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520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Online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Mark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tpl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</a:t>
            </a:r>
            <a:r>
              <a:rPr sz="180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85941" y="1445005"/>
            <a:ext cx="2092325" cy="969010"/>
            <a:chOff x="5885941" y="1445005"/>
            <a:chExt cx="2092325" cy="969010"/>
          </a:xfrm>
        </p:grpSpPr>
        <p:sp>
          <p:nvSpPr>
            <p:cNvPr id="16" name="object 16"/>
            <p:cNvSpPr/>
            <p:nvPr/>
          </p:nvSpPr>
          <p:spPr>
            <a:xfrm>
              <a:off x="5898641" y="1457705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1909317" y="0"/>
                  </a:moveTo>
                  <a:lnTo>
                    <a:pt x="157225" y="0"/>
                  </a:lnTo>
                  <a:lnTo>
                    <a:pt x="107517" y="8012"/>
                  </a:lnTo>
                  <a:lnTo>
                    <a:pt x="64355" y="30325"/>
                  </a:lnTo>
                  <a:lnTo>
                    <a:pt x="30325" y="64355"/>
                  </a:lnTo>
                  <a:lnTo>
                    <a:pt x="8012" y="107517"/>
                  </a:lnTo>
                  <a:lnTo>
                    <a:pt x="0" y="157226"/>
                  </a:lnTo>
                  <a:lnTo>
                    <a:pt x="0" y="786130"/>
                  </a:lnTo>
                  <a:lnTo>
                    <a:pt x="8012" y="835838"/>
                  </a:lnTo>
                  <a:lnTo>
                    <a:pt x="30325" y="879000"/>
                  </a:lnTo>
                  <a:lnTo>
                    <a:pt x="64355" y="913030"/>
                  </a:lnTo>
                  <a:lnTo>
                    <a:pt x="107517" y="935343"/>
                  </a:lnTo>
                  <a:lnTo>
                    <a:pt x="157225" y="943356"/>
                  </a:lnTo>
                  <a:lnTo>
                    <a:pt x="1909317" y="943356"/>
                  </a:lnTo>
                  <a:lnTo>
                    <a:pt x="1959026" y="935343"/>
                  </a:lnTo>
                  <a:lnTo>
                    <a:pt x="2002188" y="913030"/>
                  </a:lnTo>
                  <a:lnTo>
                    <a:pt x="2036218" y="879000"/>
                  </a:lnTo>
                  <a:lnTo>
                    <a:pt x="2058531" y="835838"/>
                  </a:lnTo>
                  <a:lnTo>
                    <a:pt x="2066543" y="786130"/>
                  </a:lnTo>
                  <a:lnTo>
                    <a:pt x="2066543" y="157226"/>
                  </a:lnTo>
                  <a:lnTo>
                    <a:pt x="2058531" y="107517"/>
                  </a:lnTo>
                  <a:lnTo>
                    <a:pt x="2036218" y="64355"/>
                  </a:lnTo>
                  <a:lnTo>
                    <a:pt x="2002188" y="30325"/>
                  </a:lnTo>
                  <a:lnTo>
                    <a:pt x="1959026" y="8012"/>
                  </a:lnTo>
                  <a:lnTo>
                    <a:pt x="1909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98641" y="1457705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0" y="157226"/>
                  </a:moveTo>
                  <a:lnTo>
                    <a:pt x="8012" y="107517"/>
                  </a:lnTo>
                  <a:lnTo>
                    <a:pt x="30325" y="64355"/>
                  </a:lnTo>
                  <a:lnTo>
                    <a:pt x="64355" y="30325"/>
                  </a:lnTo>
                  <a:lnTo>
                    <a:pt x="107517" y="8012"/>
                  </a:lnTo>
                  <a:lnTo>
                    <a:pt x="157225" y="0"/>
                  </a:lnTo>
                  <a:lnTo>
                    <a:pt x="1909317" y="0"/>
                  </a:lnTo>
                  <a:lnTo>
                    <a:pt x="1959026" y="8012"/>
                  </a:lnTo>
                  <a:lnTo>
                    <a:pt x="2002188" y="30325"/>
                  </a:lnTo>
                  <a:lnTo>
                    <a:pt x="2036218" y="64355"/>
                  </a:lnTo>
                  <a:lnTo>
                    <a:pt x="2058531" y="107517"/>
                  </a:lnTo>
                  <a:lnTo>
                    <a:pt x="2066543" y="157226"/>
                  </a:lnTo>
                  <a:lnTo>
                    <a:pt x="2066543" y="786130"/>
                  </a:lnTo>
                  <a:lnTo>
                    <a:pt x="2058531" y="835838"/>
                  </a:lnTo>
                  <a:lnTo>
                    <a:pt x="2036218" y="879000"/>
                  </a:lnTo>
                  <a:lnTo>
                    <a:pt x="2002188" y="913030"/>
                  </a:lnTo>
                  <a:lnTo>
                    <a:pt x="1959026" y="935343"/>
                  </a:lnTo>
                  <a:lnTo>
                    <a:pt x="1909317" y="943356"/>
                  </a:lnTo>
                  <a:lnTo>
                    <a:pt x="157225" y="943356"/>
                  </a:lnTo>
                  <a:lnTo>
                    <a:pt x="107517" y="935343"/>
                  </a:lnTo>
                  <a:lnTo>
                    <a:pt x="64355" y="913030"/>
                  </a:lnTo>
                  <a:lnTo>
                    <a:pt x="30325" y="879000"/>
                  </a:lnTo>
                  <a:lnTo>
                    <a:pt x="8012" y="835838"/>
                  </a:lnTo>
                  <a:lnTo>
                    <a:pt x="0" y="786130"/>
                  </a:lnTo>
                  <a:lnTo>
                    <a:pt x="0" y="15722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11467" y="1498853"/>
            <a:ext cx="10534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Product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Prom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tion  Service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94938" y="840486"/>
            <a:ext cx="326390" cy="2487295"/>
          </a:xfrm>
          <a:custGeom>
            <a:avLst/>
            <a:gdLst/>
            <a:ahLst/>
            <a:cxnLst/>
            <a:rect l="l" t="t" r="r" b="b"/>
            <a:pathLst>
              <a:path w="326389" h="2487295">
                <a:moveTo>
                  <a:pt x="326136" y="0"/>
                </a:moveTo>
                <a:lnTo>
                  <a:pt x="0" y="0"/>
                </a:lnTo>
                <a:lnTo>
                  <a:pt x="0" y="2487168"/>
                </a:lnTo>
                <a:lnTo>
                  <a:pt x="326136" y="2487168"/>
                </a:lnTo>
                <a:lnTo>
                  <a:pt x="326136" y="0"/>
                </a:lnTo>
                <a:close/>
              </a:path>
            </a:pathLst>
          </a:custGeom>
          <a:solidFill>
            <a:srgbClr val="FD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94938" y="840486"/>
            <a:ext cx="326390" cy="2487295"/>
          </a:xfrm>
          <a:prstGeom prst="rect">
            <a:avLst/>
          </a:prstGeom>
          <a:ln w="25400">
            <a:solidFill>
              <a:srgbClr val="999A9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Times New Roman"/>
              <a:cs typeface="Times New Roman"/>
            </a:endParaRPr>
          </a:p>
          <a:p>
            <a:pPr marL="92710" marR="86360" indent="10160" algn="just">
              <a:lnSpc>
                <a:spcPct val="100000"/>
              </a:lnSpc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  E </a:t>
            </a:r>
            <a:r>
              <a:rPr sz="1400" spc="-3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 </a:t>
            </a:r>
            <a:r>
              <a:rPr sz="1400" spc="-3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R   I </a:t>
            </a:r>
            <a:r>
              <a:rPr sz="14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N  G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54421" y="827786"/>
            <a:ext cx="351790" cy="2512695"/>
            <a:chOff x="5154421" y="827786"/>
            <a:chExt cx="351790" cy="2512695"/>
          </a:xfrm>
        </p:grpSpPr>
        <p:sp>
          <p:nvSpPr>
            <p:cNvPr id="22" name="object 22"/>
            <p:cNvSpPr/>
            <p:nvPr/>
          </p:nvSpPr>
          <p:spPr>
            <a:xfrm>
              <a:off x="5167121" y="840486"/>
              <a:ext cx="326390" cy="2487295"/>
            </a:xfrm>
            <a:custGeom>
              <a:avLst/>
              <a:gdLst/>
              <a:ahLst/>
              <a:cxnLst/>
              <a:rect l="l" t="t" r="r" b="b"/>
              <a:pathLst>
                <a:path w="326389" h="2487295">
                  <a:moveTo>
                    <a:pt x="326136" y="0"/>
                  </a:moveTo>
                  <a:lnTo>
                    <a:pt x="0" y="0"/>
                  </a:lnTo>
                  <a:lnTo>
                    <a:pt x="0" y="2487168"/>
                  </a:lnTo>
                  <a:lnTo>
                    <a:pt x="326136" y="2487168"/>
                  </a:lnTo>
                  <a:lnTo>
                    <a:pt x="326136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67121" y="840486"/>
              <a:ext cx="326390" cy="2487295"/>
            </a:xfrm>
            <a:custGeom>
              <a:avLst/>
              <a:gdLst/>
              <a:ahLst/>
              <a:cxnLst/>
              <a:rect l="l" t="t" r="r" b="b"/>
              <a:pathLst>
                <a:path w="326389" h="2487295">
                  <a:moveTo>
                    <a:pt x="0" y="2487168"/>
                  </a:moveTo>
                  <a:lnTo>
                    <a:pt x="326136" y="2487168"/>
                  </a:lnTo>
                  <a:lnTo>
                    <a:pt x="326136" y="0"/>
                  </a:lnTo>
                  <a:lnTo>
                    <a:pt x="0" y="0"/>
                  </a:lnTo>
                  <a:lnTo>
                    <a:pt x="0" y="248716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79821" y="1318640"/>
            <a:ext cx="300990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010" marR="73660" indent="10160" algn="just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  E </a:t>
            </a:r>
            <a:r>
              <a:rPr sz="1400" spc="-3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 </a:t>
            </a:r>
            <a:r>
              <a:rPr sz="1400" spc="-3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R   I </a:t>
            </a:r>
            <a:r>
              <a:rPr sz="14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N  G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01440" y="1984273"/>
            <a:ext cx="1381125" cy="234950"/>
            <a:chOff x="3901440" y="1984273"/>
            <a:chExt cx="1381125" cy="23495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1440" y="1984273"/>
              <a:ext cx="1380743" cy="23467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21074" y="2045970"/>
              <a:ext cx="1146175" cy="76200"/>
            </a:xfrm>
            <a:custGeom>
              <a:avLst/>
              <a:gdLst/>
              <a:ahLst/>
              <a:cxnLst/>
              <a:rect l="l" t="t" r="r" b="b"/>
              <a:pathLst>
                <a:path w="114617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1146175" h="76200">
                  <a:moveTo>
                    <a:pt x="1069466" y="0"/>
                  </a:moveTo>
                  <a:lnTo>
                    <a:pt x="1069466" y="76200"/>
                  </a:lnTo>
                  <a:lnTo>
                    <a:pt x="1120266" y="50800"/>
                  </a:lnTo>
                  <a:lnTo>
                    <a:pt x="1082166" y="50800"/>
                  </a:lnTo>
                  <a:lnTo>
                    <a:pt x="1082166" y="25400"/>
                  </a:lnTo>
                  <a:lnTo>
                    <a:pt x="1120266" y="25400"/>
                  </a:lnTo>
                  <a:lnTo>
                    <a:pt x="1069466" y="0"/>
                  </a:lnTo>
                  <a:close/>
                </a:path>
                <a:path w="1146175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1146175" h="76200">
                  <a:moveTo>
                    <a:pt x="1069466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1069466" y="50800"/>
                  </a:lnTo>
                  <a:lnTo>
                    <a:pt x="1069466" y="25400"/>
                  </a:lnTo>
                  <a:close/>
                </a:path>
                <a:path w="1146175" h="76200">
                  <a:moveTo>
                    <a:pt x="1120266" y="25400"/>
                  </a:moveTo>
                  <a:lnTo>
                    <a:pt x="1082166" y="25400"/>
                  </a:lnTo>
                  <a:lnTo>
                    <a:pt x="1082166" y="50800"/>
                  </a:lnTo>
                  <a:lnTo>
                    <a:pt x="1120266" y="50800"/>
                  </a:lnTo>
                  <a:lnTo>
                    <a:pt x="1145666" y="38100"/>
                  </a:lnTo>
                  <a:lnTo>
                    <a:pt x="1120266" y="2540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42048" y="3380866"/>
          <a:ext cx="3208655" cy="11125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0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172.31.0.0/16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PCX-id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322696" y="3380866"/>
          <a:ext cx="3208655" cy="11125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0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Destination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172.31.0.0/16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local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PCX-id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5972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25" dirty="0"/>
              <a:t> </a:t>
            </a:r>
            <a:r>
              <a:rPr sz="2800" spc="-5" dirty="0"/>
              <a:t>Peering</a:t>
            </a:r>
            <a:r>
              <a:rPr sz="2800" spc="-20" dirty="0"/>
              <a:t> </a:t>
            </a:r>
            <a:r>
              <a:rPr sz="2800" spc="-5" dirty="0"/>
              <a:t>Options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0501" y="827786"/>
          <a:ext cx="3548379" cy="12877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1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22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68985" marR="439420" indent="50101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Region</a:t>
                      </a:r>
                      <a:r>
                        <a:rPr sz="1800" spc="3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 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VPC:</a:t>
                      </a:r>
                      <a:r>
                        <a:rPr sz="1800" spc="-8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10.0.0.0/16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  <a:spcBef>
                          <a:spcPts val="409"/>
                        </a:spcBef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7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8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11750" y="827786"/>
          <a:ext cx="3543300" cy="12877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225"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  <a:spcBef>
                          <a:spcPts val="409"/>
                        </a:spcBef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FDE1B7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2956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Region</a:t>
                      </a:r>
                      <a:r>
                        <a:rPr sz="1800" spc="-7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R="32829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VPC:</a:t>
                      </a:r>
                      <a:r>
                        <a:rPr sz="1800" spc="-5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172.31.0.0/16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00">
                <a:tc>
                  <a:txBody>
                    <a:bodyPr/>
                    <a:lstStyle/>
                    <a:p>
                      <a:pPr marL="3810" algn="ctr">
                        <a:lnSpc>
                          <a:spcPts val="122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798">
                <a:tc>
                  <a:txBody>
                    <a:bodyPr/>
                    <a:lstStyle/>
                    <a:p>
                      <a:pPr marL="3810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39">
                <a:tc>
                  <a:txBody>
                    <a:bodyPr/>
                    <a:lstStyle/>
                    <a:p>
                      <a:pPr marL="3810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835">
                <a:tc>
                  <a:txBody>
                    <a:bodyPr/>
                    <a:lstStyle/>
                    <a:p>
                      <a:pPr marL="3810" algn="ctr">
                        <a:lnSpc>
                          <a:spcPts val="126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1440" y="1383817"/>
            <a:ext cx="1347215" cy="23467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021073" y="1445513"/>
            <a:ext cx="1112520" cy="76200"/>
          </a:xfrm>
          <a:custGeom>
            <a:avLst/>
            <a:gdLst/>
            <a:ahLst/>
            <a:cxnLst/>
            <a:rect l="l" t="t" r="r" b="b"/>
            <a:pathLst>
              <a:path w="111252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50800"/>
                </a:lnTo>
                <a:lnTo>
                  <a:pt x="63500" y="50800"/>
                </a:lnTo>
                <a:lnTo>
                  <a:pt x="63500" y="25400"/>
                </a:lnTo>
                <a:lnTo>
                  <a:pt x="76200" y="25400"/>
                </a:lnTo>
                <a:lnTo>
                  <a:pt x="76200" y="0"/>
                </a:lnTo>
                <a:close/>
              </a:path>
              <a:path w="1112520" h="76200">
                <a:moveTo>
                  <a:pt x="1036320" y="0"/>
                </a:moveTo>
                <a:lnTo>
                  <a:pt x="1036320" y="76200"/>
                </a:lnTo>
                <a:lnTo>
                  <a:pt x="1087120" y="50800"/>
                </a:lnTo>
                <a:lnTo>
                  <a:pt x="1049020" y="50800"/>
                </a:lnTo>
                <a:lnTo>
                  <a:pt x="1049020" y="25400"/>
                </a:lnTo>
                <a:lnTo>
                  <a:pt x="1087120" y="25400"/>
                </a:lnTo>
                <a:lnTo>
                  <a:pt x="1036320" y="0"/>
                </a:lnTo>
                <a:close/>
              </a:path>
              <a:path w="1112520" h="76200">
                <a:moveTo>
                  <a:pt x="76200" y="25400"/>
                </a:moveTo>
                <a:lnTo>
                  <a:pt x="63500" y="25400"/>
                </a:lnTo>
                <a:lnTo>
                  <a:pt x="63500" y="50800"/>
                </a:lnTo>
                <a:lnTo>
                  <a:pt x="76200" y="50800"/>
                </a:lnTo>
                <a:lnTo>
                  <a:pt x="76200" y="25400"/>
                </a:lnTo>
                <a:close/>
              </a:path>
              <a:path w="1112520" h="76200">
                <a:moveTo>
                  <a:pt x="1036320" y="25400"/>
                </a:moveTo>
                <a:lnTo>
                  <a:pt x="76200" y="25400"/>
                </a:lnTo>
                <a:lnTo>
                  <a:pt x="76200" y="50800"/>
                </a:lnTo>
                <a:lnTo>
                  <a:pt x="1036320" y="50800"/>
                </a:lnTo>
                <a:lnTo>
                  <a:pt x="1036320" y="25400"/>
                </a:lnTo>
                <a:close/>
              </a:path>
              <a:path w="1112520" h="76200">
                <a:moveTo>
                  <a:pt x="1087120" y="25400"/>
                </a:moveTo>
                <a:lnTo>
                  <a:pt x="1049020" y="25400"/>
                </a:lnTo>
                <a:lnTo>
                  <a:pt x="1049020" y="50800"/>
                </a:lnTo>
                <a:lnTo>
                  <a:pt x="1087120" y="50800"/>
                </a:lnTo>
                <a:lnTo>
                  <a:pt x="1112520" y="38100"/>
                </a:lnTo>
                <a:lnTo>
                  <a:pt x="1087120" y="25400"/>
                </a:lnTo>
                <a:close/>
              </a:path>
            </a:pathLst>
          </a:custGeom>
          <a:solidFill>
            <a:srgbClr val="FBB64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125465" y="3648709"/>
          <a:ext cx="3543300" cy="12862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959">
                <a:tc>
                  <a:txBody>
                    <a:bodyPr/>
                    <a:lstStyle/>
                    <a:p>
                      <a:pPr marR="109220" algn="r">
                        <a:lnSpc>
                          <a:spcPts val="1275"/>
                        </a:lnSpc>
                        <a:spcBef>
                          <a:spcPts val="409"/>
                        </a:spcBef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FDE1B7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34340" marR="702945" indent="-6286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Different</a:t>
                      </a:r>
                      <a:r>
                        <a:rPr sz="1800" spc="-9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Account </a:t>
                      </a:r>
                      <a:r>
                        <a:rPr sz="1800" spc="-97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VPC:</a:t>
                      </a:r>
                      <a:r>
                        <a:rPr sz="1800" spc="-6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10.2.0.0/16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49">
                <a:tc>
                  <a:txBody>
                    <a:bodyPr/>
                    <a:lstStyle/>
                    <a:p>
                      <a:pPr marR="109220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760">
                <a:tc>
                  <a:txBody>
                    <a:bodyPr/>
                    <a:lstStyle/>
                    <a:p>
                      <a:pPr marR="109220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39">
                <a:tc>
                  <a:txBody>
                    <a:bodyPr/>
                    <a:lstStyle/>
                    <a:p>
                      <a:pPr marR="104775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R="136525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R="104775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666">
                <a:tc>
                  <a:txBody>
                    <a:bodyPr/>
                    <a:lstStyle/>
                    <a:p>
                      <a:pPr marR="101600" algn="r">
                        <a:lnSpc>
                          <a:spcPts val="126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130038" y="2237485"/>
          <a:ext cx="3539490" cy="128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860">
                <a:tc>
                  <a:txBody>
                    <a:bodyPr/>
                    <a:lstStyle/>
                    <a:p>
                      <a:pPr marR="108585" algn="r">
                        <a:lnSpc>
                          <a:spcPts val="1275"/>
                        </a:lnSpc>
                        <a:spcBef>
                          <a:spcPts val="415"/>
                        </a:spcBef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FDE1B7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34975" marR="764540" indent="50101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Region</a:t>
                      </a:r>
                      <a:r>
                        <a:rPr sz="1800" spc="3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2 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VPC:</a:t>
                      </a:r>
                      <a:r>
                        <a:rPr sz="1800" spc="-8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10.1.0.0/16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37">
                <a:tc>
                  <a:txBody>
                    <a:bodyPr/>
                    <a:lstStyle/>
                    <a:p>
                      <a:pPr marR="107950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734">
                <a:tc>
                  <a:txBody>
                    <a:bodyPr/>
                    <a:lstStyle/>
                    <a:p>
                      <a:pPr marR="108585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39">
                <a:tc>
                  <a:txBody>
                    <a:bodyPr/>
                    <a:lstStyle/>
                    <a:p>
                      <a:pPr marR="103505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R="135255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39">
                <a:tc>
                  <a:txBody>
                    <a:bodyPr/>
                    <a:lstStyle/>
                    <a:p>
                      <a:pPr marR="103505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327">
                <a:tc>
                  <a:txBody>
                    <a:bodyPr/>
                    <a:lstStyle/>
                    <a:p>
                      <a:pPr marR="100330" algn="r">
                        <a:lnSpc>
                          <a:spcPts val="126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3901440" y="1383791"/>
            <a:ext cx="1359535" cy="3054350"/>
            <a:chOff x="3901440" y="1383791"/>
            <a:chExt cx="1359535" cy="30543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1440" y="1383791"/>
              <a:ext cx="1356360" cy="16443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1440" y="1383791"/>
              <a:ext cx="1359408" cy="3054095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4021074" y="1445513"/>
            <a:ext cx="1125855" cy="2896235"/>
          </a:xfrm>
          <a:custGeom>
            <a:avLst/>
            <a:gdLst/>
            <a:ahLst/>
            <a:cxnLst/>
            <a:rect l="l" t="t" r="r" b="b"/>
            <a:pathLst>
              <a:path w="1125854" h="2896235">
                <a:moveTo>
                  <a:pt x="1125601" y="2857919"/>
                </a:moveTo>
                <a:lnTo>
                  <a:pt x="1100201" y="2845231"/>
                </a:lnTo>
                <a:lnTo>
                  <a:pt x="1049401" y="2819819"/>
                </a:lnTo>
                <a:lnTo>
                  <a:pt x="1049401" y="2845231"/>
                </a:lnTo>
                <a:lnTo>
                  <a:pt x="575564" y="2845231"/>
                </a:lnTo>
                <a:lnTo>
                  <a:pt x="575564" y="1460754"/>
                </a:lnTo>
                <a:lnTo>
                  <a:pt x="1045718" y="1460754"/>
                </a:lnTo>
                <a:lnTo>
                  <a:pt x="1045718" y="1486154"/>
                </a:lnTo>
                <a:lnTo>
                  <a:pt x="1096518" y="1460754"/>
                </a:lnTo>
                <a:lnTo>
                  <a:pt x="1121918" y="1448054"/>
                </a:lnTo>
                <a:lnTo>
                  <a:pt x="1096518" y="1435354"/>
                </a:lnTo>
                <a:lnTo>
                  <a:pt x="1045718" y="1409954"/>
                </a:lnTo>
                <a:lnTo>
                  <a:pt x="1045718" y="1435354"/>
                </a:lnTo>
                <a:lnTo>
                  <a:pt x="575564" y="1435354"/>
                </a:lnTo>
                <a:lnTo>
                  <a:pt x="575564" y="50800"/>
                </a:lnTo>
                <a:lnTo>
                  <a:pt x="575564" y="38100"/>
                </a:lnTo>
                <a:lnTo>
                  <a:pt x="575564" y="31115"/>
                </a:lnTo>
                <a:lnTo>
                  <a:pt x="569849" y="25400"/>
                </a:lnTo>
                <a:lnTo>
                  <a:pt x="567944" y="25400"/>
                </a:lnTo>
                <a:lnTo>
                  <a:pt x="76200" y="2540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50800"/>
                </a:lnTo>
                <a:lnTo>
                  <a:pt x="548259" y="50800"/>
                </a:lnTo>
                <a:lnTo>
                  <a:pt x="548259" y="1455039"/>
                </a:lnTo>
                <a:lnTo>
                  <a:pt x="550164" y="1456944"/>
                </a:lnTo>
                <a:lnTo>
                  <a:pt x="550164" y="2864929"/>
                </a:lnTo>
                <a:lnTo>
                  <a:pt x="555879" y="2870619"/>
                </a:lnTo>
                <a:lnTo>
                  <a:pt x="1049401" y="2870619"/>
                </a:lnTo>
                <a:lnTo>
                  <a:pt x="1049401" y="2896019"/>
                </a:lnTo>
                <a:lnTo>
                  <a:pt x="1100201" y="2870619"/>
                </a:lnTo>
                <a:lnTo>
                  <a:pt x="1125601" y="2857919"/>
                </a:lnTo>
                <a:close/>
              </a:path>
            </a:pathLst>
          </a:custGeom>
          <a:solidFill>
            <a:srgbClr val="FBB64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1047" y="3868244"/>
            <a:ext cx="603800" cy="50271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65836" y="3490086"/>
            <a:ext cx="2621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60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1800" spc="-19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yo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agr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36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th</a:t>
            </a:r>
            <a:r>
              <a:rPr sz="1800" spc="4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ion?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157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55" dirty="0"/>
              <a:t> </a:t>
            </a:r>
            <a:r>
              <a:rPr sz="2800" spc="-5" dirty="0"/>
              <a:t>Peering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19506" y="962025"/>
            <a:ext cx="225488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Bi-directional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Not-Transitive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88461" y="3124454"/>
          <a:ext cx="2867025" cy="12862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363">
                <a:tc>
                  <a:txBody>
                    <a:bodyPr/>
                    <a:lstStyle/>
                    <a:p>
                      <a:pPr marL="4445" algn="ctr">
                        <a:lnSpc>
                          <a:spcPts val="1275"/>
                        </a:lnSpc>
                        <a:spcBef>
                          <a:spcPts val="409"/>
                        </a:spcBef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FDE1B7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3335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Marketing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R="14604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VPC:</a:t>
                      </a:r>
                      <a:r>
                        <a:rPr sz="1400" spc="-2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172.31.0.0/16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275"/>
                        </a:lnSpc>
                        <a:spcBef>
                          <a:spcPts val="409"/>
                        </a:spcBef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38100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4445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38100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02">
                <a:tc>
                  <a:txBody>
                    <a:bodyPr/>
                    <a:lstStyle/>
                    <a:p>
                      <a:pPr marL="4445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38100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975">
                <a:tc>
                  <a:txBody>
                    <a:bodyPr/>
                    <a:lstStyle/>
                    <a:p>
                      <a:pPr marL="3175" algn="ctr">
                        <a:lnSpc>
                          <a:spcPts val="122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122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38100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772">
                <a:tc>
                  <a:txBody>
                    <a:bodyPr/>
                    <a:lstStyle/>
                    <a:p>
                      <a:pPr marL="1270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38100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39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38100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362">
                <a:tc>
                  <a:txBody>
                    <a:bodyPr/>
                    <a:lstStyle/>
                    <a:p>
                      <a:pPr marL="1270" algn="ctr">
                        <a:lnSpc>
                          <a:spcPts val="126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8100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ts val="126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38100">
                      <a:solidFill>
                        <a:srgbClr val="999A97"/>
                      </a:solidFill>
                      <a:prstDash val="solid"/>
                    </a:lnR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62026" y="3124454"/>
          <a:ext cx="2279649" cy="12862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9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363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0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Online</a:t>
                      </a:r>
                      <a:r>
                        <a:rPr sz="1800" spc="-5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App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1559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VPC:10.0.0.0/16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  <a:spcBef>
                          <a:spcPts val="409"/>
                        </a:spcBef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8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3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FDE1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12306" y="3124454"/>
          <a:ext cx="2280284" cy="12862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363">
                <a:tc>
                  <a:txBody>
                    <a:bodyPr/>
                    <a:lstStyle/>
                    <a:p>
                      <a:pPr marL="113664">
                        <a:lnSpc>
                          <a:spcPts val="1275"/>
                        </a:lnSpc>
                        <a:spcBef>
                          <a:spcPts val="409"/>
                        </a:spcBef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FDE1B7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13055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HR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R="3124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VPC:10.1.0.0/16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13664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02">
                <a:tc>
                  <a:txBody>
                    <a:bodyPr/>
                    <a:lstStyle/>
                    <a:p>
                      <a:pPr marL="113664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975">
                <a:tc>
                  <a:txBody>
                    <a:bodyPr/>
                    <a:lstStyle/>
                    <a:p>
                      <a:pPr marL="109220">
                        <a:lnSpc>
                          <a:spcPts val="122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772">
                <a:tc>
                  <a:txBody>
                    <a:bodyPr/>
                    <a:lstStyle/>
                    <a:p>
                      <a:pPr marL="139700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39">
                <a:tc>
                  <a:txBody>
                    <a:bodyPr/>
                    <a:lstStyle/>
                    <a:p>
                      <a:pPr marL="109220">
                        <a:lnSpc>
                          <a:spcPts val="1220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362">
                <a:tc>
                  <a:txBody>
                    <a:bodyPr/>
                    <a:lstStyle/>
                    <a:p>
                      <a:pPr marL="104139">
                        <a:lnSpc>
                          <a:spcPts val="1265"/>
                        </a:lnSpc>
                      </a:pPr>
                      <a:r>
                        <a:rPr sz="1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999A97"/>
                      </a:solidFill>
                      <a:prstDash val="solid"/>
                    </a:lnR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FDE1B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999A97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987295" y="3245929"/>
            <a:ext cx="5422900" cy="669290"/>
            <a:chOff x="1987295" y="3245929"/>
            <a:chExt cx="5422900" cy="669290"/>
          </a:xfrm>
        </p:grpSpPr>
        <p:sp>
          <p:nvSpPr>
            <p:cNvPr id="8" name="object 8"/>
            <p:cNvSpPr/>
            <p:nvPr/>
          </p:nvSpPr>
          <p:spPr>
            <a:xfrm>
              <a:off x="6958583" y="3250692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40" h="447039">
                  <a:moveTo>
                    <a:pt x="223266" y="0"/>
                  </a:moveTo>
                  <a:lnTo>
                    <a:pt x="178267" y="4535"/>
                  </a:lnTo>
                  <a:lnTo>
                    <a:pt x="136356" y="17543"/>
                  </a:lnTo>
                  <a:lnTo>
                    <a:pt x="98431" y="38127"/>
                  </a:lnTo>
                  <a:lnTo>
                    <a:pt x="65389" y="65389"/>
                  </a:lnTo>
                  <a:lnTo>
                    <a:pt x="38127" y="98431"/>
                  </a:lnTo>
                  <a:lnTo>
                    <a:pt x="17543" y="136356"/>
                  </a:lnTo>
                  <a:lnTo>
                    <a:pt x="4535" y="178267"/>
                  </a:lnTo>
                  <a:lnTo>
                    <a:pt x="0" y="223265"/>
                  </a:lnTo>
                  <a:lnTo>
                    <a:pt x="4535" y="268264"/>
                  </a:lnTo>
                  <a:lnTo>
                    <a:pt x="17543" y="310175"/>
                  </a:lnTo>
                  <a:lnTo>
                    <a:pt x="38127" y="348100"/>
                  </a:lnTo>
                  <a:lnTo>
                    <a:pt x="65389" y="381142"/>
                  </a:lnTo>
                  <a:lnTo>
                    <a:pt x="98431" y="408404"/>
                  </a:lnTo>
                  <a:lnTo>
                    <a:pt x="136356" y="428988"/>
                  </a:lnTo>
                  <a:lnTo>
                    <a:pt x="178267" y="441996"/>
                  </a:lnTo>
                  <a:lnTo>
                    <a:pt x="223266" y="446531"/>
                  </a:lnTo>
                  <a:lnTo>
                    <a:pt x="268264" y="441996"/>
                  </a:lnTo>
                  <a:lnTo>
                    <a:pt x="310175" y="428988"/>
                  </a:lnTo>
                  <a:lnTo>
                    <a:pt x="348100" y="408404"/>
                  </a:lnTo>
                  <a:lnTo>
                    <a:pt x="381142" y="381142"/>
                  </a:lnTo>
                  <a:lnTo>
                    <a:pt x="396244" y="362838"/>
                  </a:lnTo>
                  <a:lnTo>
                    <a:pt x="223266" y="362838"/>
                  </a:lnTo>
                  <a:lnTo>
                    <a:pt x="189384" y="358647"/>
                  </a:lnTo>
                  <a:lnTo>
                    <a:pt x="157099" y="346074"/>
                  </a:lnTo>
                  <a:lnTo>
                    <a:pt x="121654" y="318935"/>
                  </a:lnTo>
                  <a:lnTo>
                    <a:pt x="97329" y="283341"/>
                  </a:lnTo>
                  <a:lnTo>
                    <a:pt x="85062" y="242418"/>
                  </a:lnTo>
                  <a:lnTo>
                    <a:pt x="85792" y="199295"/>
                  </a:lnTo>
                  <a:lnTo>
                    <a:pt x="100457" y="157099"/>
                  </a:lnTo>
                  <a:lnTo>
                    <a:pt x="213741" y="157099"/>
                  </a:lnTo>
                  <a:lnTo>
                    <a:pt x="157099" y="100456"/>
                  </a:lnTo>
                  <a:lnTo>
                    <a:pt x="189384" y="87883"/>
                  </a:lnTo>
                  <a:lnTo>
                    <a:pt x="223266" y="83693"/>
                  </a:lnTo>
                  <a:lnTo>
                    <a:pt x="396244" y="83693"/>
                  </a:lnTo>
                  <a:lnTo>
                    <a:pt x="381142" y="65389"/>
                  </a:lnTo>
                  <a:lnTo>
                    <a:pt x="348100" y="38127"/>
                  </a:lnTo>
                  <a:lnTo>
                    <a:pt x="310175" y="17543"/>
                  </a:lnTo>
                  <a:lnTo>
                    <a:pt x="268264" y="4535"/>
                  </a:lnTo>
                  <a:lnTo>
                    <a:pt x="223266" y="0"/>
                  </a:lnTo>
                  <a:close/>
                </a:path>
                <a:path w="447040" h="447039">
                  <a:moveTo>
                    <a:pt x="213741" y="157099"/>
                  </a:moveTo>
                  <a:lnTo>
                    <a:pt x="100457" y="157099"/>
                  </a:lnTo>
                  <a:lnTo>
                    <a:pt x="289433" y="346074"/>
                  </a:lnTo>
                  <a:lnTo>
                    <a:pt x="257147" y="358647"/>
                  </a:lnTo>
                  <a:lnTo>
                    <a:pt x="223266" y="362838"/>
                  </a:lnTo>
                  <a:lnTo>
                    <a:pt x="396244" y="362838"/>
                  </a:lnTo>
                  <a:lnTo>
                    <a:pt x="408404" y="348100"/>
                  </a:lnTo>
                  <a:lnTo>
                    <a:pt x="428988" y="310175"/>
                  </a:lnTo>
                  <a:lnTo>
                    <a:pt x="435426" y="289432"/>
                  </a:lnTo>
                  <a:lnTo>
                    <a:pt x="346075" y="289432"/>
                  </a:lnTo>
                  <a:lnTo>
                    <a:pt x="213741" y="157099"/>
                  </a:lnTo>
                  <a:close/>
                </a:path>
                <a:path w="447040" h="447039">
                  <a:moveTo>
                    <a:pt x="396244" y="83693"/>
                  </a:moveTo>
                  <a:lnTo>
                    <a:pt x="223266" y="83693"/>
                  </a:lnTo>
                  <a:lnTo>
                    <a:pt x="257147" y="87883"/>
                  </a:lnTo>
                  <a:lnTo>
                    <a:pt x="289433" y="100456"/>
                  </a:lnTo>
                  <a:lnTo>
                    <a:pt x="324877" y="127596"/>
                  </a:lnTo>
                  <a:lnTo>
                    <a:pt x="349202" y="163190"/>
                  </a:lnTo>
                  <a:lnTo>
                    <a:pt x="361469" y="204113"/>
                  </a:lnTo>
                  <a:lnTo>
                    <a:pt x="360739" y="247236"/>
                  </a:lnTo>
                  <a:lnTo>
                    <a:pt x="346075" y="289432"/>
                  </a:lnTo>
                  <a:lnTo>
                    <a:pt x="435426" y="289432"/>
                  </a:lnTo>
                  <a:lnTo>
                    <a:pt x="441996" y="268264"/>
                  </a:lnTo>
                  <a:lnTo>
                    <a:pt x="446532" y="223265"/>
                  </a:lnTo>
                  <a:lnTo>
                    <a:pt x="441996" y="178267"/>
                  </a:lnTo>
                  <a:lnTo>
                    <a:pt x="428988" y="136356"/>
                  </a:lnTo>
                  <a:lnTo>
                    <a:pt x="408404" y="98431"/>
                  </a:lnTo>
                  <a:lnTo>
                    <a:pt x="396244" y="8369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58583" y="3250692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40" h="447039">
                  <a:moveTo>
                    <a:pt x="0" y="223265"/>
                  </a:moveTo>
                  <a:lnTo>
                    <a:pt x="4535" y="178267"/>
                  </a:lnTo>
                  <a:lnTo>
                    <a:pt x="17543" y="136356"/>
                  </a:lnTo>
                  <a:lnTo>
                    <a:pt x="38127" y="98431"/>
                  </a:lnTo>
                  <a:lnTo>
                    <a:pt x="65389" y="65389"/>
                  </a:lnTo>
                  <a:lnTo>
                    <a:pt x="98431" y="38127"/>
                  </a:lnTo>
                  <a:lnTo>
                    <a:pt x="136356" y="17543"/>
                  </a:lnTo>
                  <a:lnTo>
                    <a:pt x="178267" y="4535"/>
                  </a:lnTo>
                  <a:lnTo>
                    <a:pt x="223266" y="0"/>
                  </a:lnTo>
                  <a:lnTo>
                    <a:pt x="268264" y="4535"/>
                  </a:lnTo>
                  <a:lnTo>
                    <a:pt x="310175" y="17543"/>
                  </a:lnTo>
                  <a:lnTo>
                    <a:pt x="348100" y="38127"/>
                  </a:lnTo>
                  <a:lnTo>
                    <a:pt x="381142" y="65389"/>
                  </a:lnTo>
                  <a:lnTo>
                    <a:pt x="408404" y="98431"/>
                  </a:lnTo>
                  <a:lnTo>
                    <a:pt x="428988" y="136356"/>
                  </a:lnTo>
                  <a:lnTo>
                    <a:pt x="441996" y="178267"/>
                  </a:lnTo>
                  <a:lnTo>
                    <a:pt x="446532" y="223265"/>
                  </a:lnTo>
                  <a:lnTo>
                    <a:pt x="441996" y="268264"/>
                  </a:lnTo>
                  <a:lnTo>
                    <a:pt x="428988" y="310175"/>
                  </a:lnTo>
                  <a:lnTo>
                    <a:pt x="408404" y="348100"/>
                  </a:lnTo>
                  <a:lnTo>
                    <a:pt x="381142" y="381142"/>
                  </a:lnTo>
                  <a:lnTo>
                    <a:pt x="348100" y="408404"/>
                  </a:lnTo>
                  <a:lnTo>
                    <a:pt x="310175" y="428988"/>
                  </a:lnTo>
                  <a:lnTo>
                    <a:pt x="268264" y="441996"/>
                  </a:lnTo>
                  <a:lnTo>
                    <a:pt x="223266" y="446531"/>
                  </a:lnTo>
                  <a:lnTo>
                    <a:pt x="178267" y="441996"/>
                  </a:lnTo>
                  <a:lnTo>
                    <a:pt x="136356" y="428988"/>
                  </a:lnTo>
                  <a:lnTo>
                    <a:pt x="98431" y="408404"/>
                  </a:lnTo>
                  <a:lnTo>
                    <a:pt x="65389" y="381142"/>
                  </a:lnTo>
                  <a:lnTo>
                    <a:pt x="38127" y="348100"/>
                  </a:lnTo>
                  <a:lnTo>
                    <a:pt x="17543" y="310175"/>
                  </a:lnTo>
                  <a:lnTo>
                    <a:pt x="4535" y="268264"/>
                  </a:lnTo>
                  <a:lnTo>
                    <a:pt x="0" y="223265"/>
                  </a:lnTo>
                  <a:close/>
                </a:path>
              </a:pathLst>
            </a:custGeom>
            <a:ln w="952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8884" y="3329622"/>
              <a:ext cx="285931" cy="2886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87295" y="3421507"/>
              <a:ext cx="4970780" cy="103505"/>
            </a:xfrm>
            <a:custGeom>
              <a:avLst/>
              <a:gdLst/>
              <a:ahLst/>
              <a:cxnLst/>
              <a:rect l="l" t="t" r="r" b="b"/>
              <a:pathLst>
                <a:path w="4970780" h="103504">
                  <a:moveTo>
                    <a:pt x="4945543" y="51689"/>
                  </a:moveTo>
                  <a:lnTo>
                    <a:pt x="4875657" y="92456"/>
                  </a:lnTo>
                  <a:lnTo>
                    <a:pt x="4874640" y="96266"/>
                  </a:lnTo>
                  <a:lnTo>
                    <a:pt x="4878197" y="102362"/>
                  </a:lnTo>
                  <a:lnTo>
                    <a:pt x="4882133" y="103378"/>
                  </a:lnTo>
                  <a:lnTo>
                    <a:pt x="4959889" y="58039"/>
                  </a:lnTo>
                  <a:lnTo>
                    <a:pt x="4958333" y="58039"/>
                  </a:lnTo>
                  <a:lnTo>
                    <a:pt x="4958333" y="57150"/>
                  </a:lnTo>
                  <a:lnTo>
                    <a:pt x="4954905" y="57150"/>
                  </a:lnTo>
                  <a:lnTo>
                    <a:pt x="4945543" y="51689"/>
                  </a:lnTo>
                  <a:close/>
                </a:path>
                <a:path w="4970780" h="103504">
                  <a:moveTo>
                    <a:pt x="4934657" y="45339"/>
                  </a:moveTo>
                  <a:lnTo>
                    <a:pt x="0" y="45339"/>
                  </a:lnTo>
                  <a:lnTo>
                    <a:pt x="0" y="58039"/>
                  </a:lnTo>
                  <a:lnTo>
                    <a:pt x="4934657" y="58039"/>
                  </a:lnTo>
                  <a:lnTo>
                    <a:pt x="4945543" y="51689"/>
                  </a:lnTo>
                  <a:lnTo>
                    <a:pt x="4934657" y="45339"/>
                  </a:lnTo>
                  <a:close/>
                </a:path>
                <a:path w="4970780" h="103504">
                  <a:moveTo>
                    <a:pt x="4959889" y="45339"/>
                  </a:moveTo>
                  <a:lnTo>
                    <a:pt x="4958333" y="45339"/>
                  </a:lnTo>
                  <a:lnTo>
                    <a:pt x="4958333" y="58039"/>
                  </a:lnTo>
                  <a:lnTo>
                    <a:pt x="4959889" y="58039"/>
                  </a:lnTo>
                  <a:lnTo>
                    <a:pt x="4970780" y="51689"/>
                  </a:lnTo>
                  <a:lnTo>
                    <a:pt x="4959889" y="45339"/>
                  </a:lnTo>
                  <a:close/>
                </a:path>
                <a:path w="4970780" h="103504">
                  <a:moveTo>
                    <a:pt x="4954905" y="46228"/>
                  </a:moveTo>
                  <a:lnTo>
                    <a:pt x="4945543" y="51689"/>
                  </a:lnTo>
                  <a:lnTo>
                    <a:pt x="4954905" y="57150"/>
                  </a:lnTo>
                  <a:lnTo>
                    <a:pt x="4954905" y="46228"/>
                  </a:lnTo>
                  <a:close/>
                </a:path>
                <a:path w="4970780" h="103504">
                  <a:moveTo>
                    <a:pt x="4958333" y="46228"/>
                  </a:moveTo>
                  <a:lnTo>
                    <a:pt x="4954905" y="46228"/>
                  </a:lnTo>
                  <a:lnTo>
                    <a:pt x="4954905" y="57150"/>
                  </a:lnTo>
                  <a:lnTo>
                    <a:pt x="4958333" y="57150"/>
                  </a:lnTo>
                  <a:lnTo>
                    <a:pt x="4958333" y="46228"/>
                  </a:lnTo>
                  <a:close/>
                </a:path>
                <a:path w="4970780" h="103504">
                  <a:moveTo>
                    <a:pt x="4882133" y="0"/>
                  </a:moveTo>
                  <a:lnTo>
                    <a:pt x="4878197" y="1016"/>
                  </a:lnTo>
                  <a:lnTo>
                    <a:pt x="4874640" y="7112"/>
                  </a:lnTo>
                  <a:lnTo>
                    <a:pt x="4875657" y="10922"/>
                  </a:lnTo>
                  <a:lnTo>
                    <a:pt x="4945543" y="51689"/>
                  </a:lnTo>
                  <a:lnTo>
                    <a:pt x="4954905" y="46228"/>
                  </a:lnTo>
                  <a:lnTo>
                    <a:pt x="4958333" y="46228"/>
                  </a:lnTo>
                  <a:lnTo>
                    <a:pt x="4958333" y="45339"/>
                  </a:lnTo>
                  <a:lnTo>
                    <a:pt x="4959889" y="45339"/>
                  </a:lnTo>
                  <a:lnTo>
                    <a:pt x="4882133" y="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4995" y="3680460"/>
              <a:ext cx="690371" cy="23467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54629" y="3742182"/>
              <a:ext cx="456565" cy="76200"/>
            </a:xfrm>
            <a:custGeom>
              <a:avLst/>
              <a:gdLst/>
              <a:ahLst/>
              <a:cxnLst/>
              <a:rect l="l" t="t" r="r" b="b"/>
              <a:pathLst>
                <a:path w="45656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456564" h="76200">
                  <a:moveTo>
                    <a:pt x="380111" y="0"/>
                  </a:moveTo>
                  <a:lnTo>
                    <a:pt x="380111" y="76200"/>
                  </a:lnTo>
                  <a:lnTo>
                    <a:pt x="430911" y="50800"/>
                  </a:lnTo>
                  <a:lnTo>
                    <a:pt x="392811" y="50800"/>
                  </a:lnTo>
                  <a:lnTo>
                    <a:pt x="392811" y="25400"/>
                  </a:lnTo>
                  <a:lnTo>
                    <a:pt x="430911" y="25400"/>
                  </a:lnTo>
                  <a:lnTo>
                    <a:pt x="380111" y="0"/>
                  </a:lnTo>
                  <a:close/>
                </a:path>
                <a:path w="456564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456564" h="76200">
                  <a:moveTo>
                    <a:pt x="380111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380111" y="50800"/>
                  </a:lnTo>
                  <a:lnTo>
                    <a:pt x="380111" y="25400"/>
                  </a:lnTo>
                  <a:close/>
                </a:path>
                <a:path w="456564" h="76200">
                  <a:moveTo>
                    <a:pt x="430911" y="25400"/>
                  </a:moveTo>
                  <a:lnTo>
                    <a:pt x="392811" y="25400"/>
                  </a:lnTo>
                  <a:lnTo>
                    <a:pt x="392811" y="50800"/>
                  </a:lnTo>
                  <a:lnTo>
                    <a:pt x="430911" y="50800"/>
                  </a:lnTo>
                  <a:lnTo>
                    <a:pt x="456311" y="38100"/>
                  </a:lnTo>
                  <a:lnTo>
                    <a:pt x="430911" y="2540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7316" y="3680460"/>
              <a:ext cx="681228" cy="2346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76949" y="3742182"/>
              <a:ext cx="447675" cy="76200"/>
            </a:xfrm>
            <a:custGeom>
              <a:avLst/>
              <a:gdLst/>
              <a:ahLst/>
              <a:cxnLst/>
              <a:rect l="l" t="t" r="r" b="b"/>
              <a:pathLst>
                <a:path w="44767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447675" h="76200">
                  <a:moveTo>
                    <a:pt x="370966" y="0"/>
                  </a:moveTo>
                  <a:lnTo>
                    <a:pt x="370966" y="76200"/>
                  </a:lnTo>
                  <a:lnTo>
                    <a:pt x="421767" y="50800"/>
                  </a:lnTo>
                  <a:lnTo>
                    <a:pt x="383666" y="50800"/>
                  </a:lnTo>
                  <a:lnTo>
                    <a:pt x="383666" y="25400"/>
                  </a:lnTo>
                  <a:lnTo>
                    <a:pt x="421767" y="25400"/>
                  </a:lnTo>
                  <a:lnTo>
                    <a:pt x="370966" y="0"/>
                  </a:lnTo>
                  <a:close/>
                </a:path>
                <a:path w="447675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447675" h="76200">
                  <a:moveTo>
                    <a:pt x="370966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370966" y="50800"/>
                  </a:lnTo>
                  <a:lnTo>
                    <a:pt x="370966" y="25400"/>
                  </a:lnTo>
                  <a:close/>
                </a:path>
                <a:path w="447675" h="76200">
                  <a:moveTo>
                    <a:pt x="421767" y="25400"/>
                  </a:moveTo>
                  <a:lnTo>
                    <a:pt x="383666" y="25400"/>
                  </a:lnTo>
                  <a:lnTo>
                    <a:pt x="383666" y="50800"/>
                  </a:lnTo>
                  <a:lnTo>
                    <a:pt x="421767" y="50800"/>
                  </a:lnTo>
                  <a:lnTo>
                    <a:pt x="447167" y="38100"/>
                  </a:lnTo>
                  <a:lnTo>
                    <a:pt x="421767" y="2540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3642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15" dirty="0"/>
              <a:t> </a:t>
            </a:r>
            <a:r>
              <a:rPr sz="2800" spc="-5" dirty="0"/>
              <a:t>Peering</a:t>
            </a:r>
            <a:r>
              <a:rPr sz="2800" spc="-15" dirty="0"/>
              <a:t> </a:t>
            </a:r>
            <a:r>
              <a:rPr sz="2800" spc="-5" dirty="0"/>
              <a:t>Issues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6387338" y="1246886"/>
            <a:ext cx="777240" cy="514984"/>
            <a:chOff x="6387338" y="1246886"/>
            <a:chExt cx="777240" cy="514984"/>
          </a:xfrm>
        </p:grpSpPr>
        <p:sp>
          <p:nvSpPr>
            <p:cNvPr id="4" name="object 4"/>
            <p:cNvSpPr/>
            <p:nvPr/>
          </p:nvSpPr>
          <p:spPr>
            <a:xfrm>
              <a:off x="6400038" y="1259586"/>
              <a:ext cx="751840" cy="489584"/>
            </a:xfrm>
            <a:custGeom>
              <a:avLst/>
              <a:gdLst/>
              <a:ahLst/>
              <a:cxnLst/>
              <a:rect l="l" t="t" r="r" b="b"/>
              <a:pathLst>
                <a:path w="751840" h="489585">
                  <a:moveTo>
                    <a:pt x="669797" y="0"/>
                  </a:moveTo>
                  <a:lnTo>
                    <a:pt x="81534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4"/>
                  </a:lnTo>
                  <a:lnTo>
                    <a:pt x="0" y="407669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4" y="489203"/>
                  </a:lnTo>
                  <a:lnTo>
                    <a:pt x="669797" y="489203"/>
                  </a:lnTo>
                  <a:lnTo>
                    <a:pt x="701557" y="482804"/>
                  </a:lnTo>
                  <a:lnTo>
                    <a:pt x="727471" y="465343"/>
                  </a:lnTo>
                  <a:lnTo>
                    <a:pt x="744932" y="439429"/>
                  </a:lnTo>
                  <a:lnTo>
                    <a:pt x="751332" y="407669"/>
                  </a:lnTo>
                  <a:lnTo>
                    <a:pt x="751332" y="81534"/>
                  </a:lnTo>
                  <a:lnTo>
                    <a:pt x="744932" y="49774"/>
                  </a:lnTo>
                  <a:lnTo>
                    <a:pt x="727471" y="23860"/>
                  </a:lnTo>
                  <a:lnTo>
                    <a:pt x="701557" y="6399"/>
                  </a:lnTo>
                  <a:lnTo>
                    <a:pt x="669797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038" y="1259586"/>
              <a:ext cx="751840" cy="489584"/>
            </a:xfrm>
            <a:custGeom>
              <a:avLst/>
              <a:gdLst/>
              <a:ahLst/>
              <a:cxnLst/>
              <a:rect l="l" t="t" r="r" b="b"/>
              <a:pathLst>
                <a:path w="751840" h="489585">
                  <a:moveTo>
                    <a:pt x="0" y="81534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4" y="0"/>
                  </a:lnTo>
                  <a:lnTo>
                    <a:pt x="669797" y="0"/>
                  </a:lnTo>
                  <a:lnTo>
                    <a:pt x="701557" y="6399"/>
                  </a:lnTo>
                  <a:lnTo>
                    <a:pt x="727471" y="23860"/>
                  </a:lnTo>
                  <a:lnTo>
                    <a:pt x="744932" y="49774"/>
                  </a:lnTo>
                  <a:lnTo>
                    <a:pt x="751332" y="81534"/>
                  </a:lnTo>
                  <a:lnTo>
                    <a:pt x="751332" y="407669"/>
                  </a:lnTo>
                  <a:lnTo>
                    <a:pt x="744932" y="439429"/>
                  </a:lnTo>
                  <a:lnTo>
                    <a:pt x="727471" y="465343"/>
                  </a:lnTo>
                  <a:lnTo>
                    <a:pt x="701557" y="482804"/>
                  </a:lnTo>
                  <a:lnTo>
                    <a:pt x="669797" y="489203"/>
                  </a:lnTo>
                  <a:lnTo>
                    <a:pt x="81534" y="489203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69"/>
                  </a:lnTo>
                  <a:lnTo>
                    <a:pt x="0" y="8153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674357" y="1305814"/>
            <a:ext cx="2038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152195" y="1575244"/>
            <a:ext cx="941705" cy="861694"/>
            <a:chOff x="7152195" y="1575244"/>
            <a:chExt cx="941705" cy="861694"/>
          </a:xfrm>
        </p:grpSpPr>
        <p:sp>
          <p:nvSpPr>
            <p:cNvPr id="8" name="object 8"/>
            <p:cNvSpPr/>
            <p:nvPr/>
          </p:nvSpPr>
          <p:spPr>
            <a:xfrm>
              <a:off x="7156957" y="1580007"/>
              <a:ext cx="426084" cy="349250"/>
            </a:xfrm>
            <a:custGeom>
              <a:avLst/>
              <a:gdLst/>
              <a:ahLst/>
              <a:cxnLst/>
              <a:rect l="l" t="t" r="r" b="b"/>
              <a:pathLst>
                <a:path w="426084" h="349250">
                  <a:moveTo>
                    <a:pt x="0" y="0"/>
                  </a:moveTo>
                  <a:lnTo>
                    <a:pt x="46409" y="21126"/>
                  </a:lnTo>
                  <a:lnTo>
                    <a:pt x="91512" y="44563"/>
                  </a:lnTo>
                  <a:lnTo>
                    <a:pt x="135232" y="70244"/>
                  </a:lnTo>
                  <a:lnTo>
                    <a:pt x="177490" y="98105"/>
                  </a:lnTo>
                  <a:lnTo>
                    <a:pt x="218208" y="128082"/>
                  </a:lnTo>
                  <a:lnTo>
                    <a:pt x="257309" y="160109"/>
                  </a:lnTo>
                  <a:lnTo>
                    <a:pt x="294715" y="194122"/>
                  </a:lnTo>
                  <a:lnTo>
                    <a:pt x="330348" y="230057"/>
                  </a:lnTo>
                  <a:lnTo>
                    <a:pt x="364130" y="267848"/>
                  </a:lnTo>
                  <a:lnTo>
                    <a:pt x="395984" y="307431"/>
                  </a:lnTo>
                  <a:lnTo>
                    <a:pt x="425831" y="348741"/>
                  </a:lnTo>
                </a:path>
              </a:pathLst>
            </a:custGeom>
            <a:ln w="9525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29677" y="1934718"/>
              <a:ext cx="751840" cy="489584"/>
            </a:xfrm>
            <a:custGeom>
              <a:avLst/>
              <a:gdLst/>
              <a:ahLst/>
              <a:cxnLst/>
              <a:rect l="l" t="t" r="r" b="b"/>
              <a:pathLst>
                <a:path w="751840" h="489585">
                  <a:moveTo>
                    <a:pt x="669798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3"/>
                  </a:lnTo>
                  <a:lnTo>
                    <a:pt x="0" y="407669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4"/>
                  </a:lnTo>
                  <a:lnTo>
                    <a:pt x="669798" y="489204"/>
                  </a:lnTo>
                  <a:lnTo>
                    <a:pt x="701557" y="482804"/>
                  </a:lnTo>
                  <a:lnTo>
                    <a:pt x="727471" y="465343"/>
                  </a:lnTo>
                  <a:lnTo>
                    <a:pt x="744932" y="439429"/>
                  </a:lnTo>
                  <a:lnTo>
                    <a:pt x="751331" y="407669"/>
                  </a:lnTo>
                  <a:lnTo>
                    <a:pt x="751331" y="81533"/>
                  </a:lnTo>
                  <a:lnTo>
                    <a:pt x="744932" y="49774"/>
                  </a:lnTo>
                  <a:lnTo>
                    <a:pt x="727471" y="23860"/>
                  </a:lnTo>
                  <a:lnTo>
                    <a:pt x="701557" y="6399"/>
                  </a:lnTo>
                  <a:lnTo>
                    <a:pt x="669798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29677" y="1934718"/>
              <a:ext cx="751840" cy="489584"/>
            </a:xfrm>
            <a:custGeom>
              <a:avLst/>
              <a:gdLst/>
              <a:ahLst/>
              <a:cxnLst/>
              <a:rect l="l" t="t" r="r" b="b"/>
              <a:pathLst>
                <a:path w="751840" h="489585">
                  <a:moveTo>
                    <a:pt x="0" y="81533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669798" y="0"/>
                  </a:lnTo>
                  <a:lnTo>
                    <a:pt x="701557" y="6399"/>
                  </a:lnTo>
                  <a:lnTo>
                    <a:pt x="727471" y="23860"/>
                  </a:lnTo>
                  <a:lnTo>
                    <a:pt x="744932" y="49774"/>
                  </a:lnTo>
                  <a:lnTo>
                    <a:pt x="751331" y="81533"/>
                  </a:lnTo>
                  <a:lnTo>
                    <a:pt x="751331" y="407669"/>
                  </a:lnTo>
                  <a:lnTo>
                    <a:pt x="744932" y="439429"/>
                  </a:lnTo>
                  <a:lnTo>
                    <a:pt x="727471" y="465343"/>
                  </a:lnTo>
                  <a:lnTo>
                    <a:pt x="701557" y="482804"/>
                  </a:lnTo>
                  <a:lnTo>
                    <a:pt x="669798" y="489204"/>
                  </a:lnTo>
                  <a:lnTo>
                    <a:pt x="81533" y="489204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69"/>
                  </a:lnTo>
                  <a:lnTo>
                    <a:pt x="0" y="8153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603617" y="1980945"/>
            <a:ext cx="2038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61885" y="2423604"/>
            <a:ext cx="796290" cy="1104265"/>
            <a:chOff x="6961885" y="2423604"/>
            <a:chExt cx="796290" cy="1104265"/>
          </a:xfrm>
        </p:grpSpPr>
        <p:sp>
          <p:nvSpPr>
            <p:cNvPr id="13" name="object 13"/>
            <p:cNvSpPr/>
            <p:nvPr/>
          </p:nvSpPr>
          <p:spPr>
            <a:xfrm>
              <a:off x="7589519" y="2428367"/>
              <a:ext cx="163830" cy="592455"/>
            </a:xfrm>
            <a:custGeom>
              <a:avLst/>
              <a:gdLst/>
              <a:ahLst/>
              <a:cxnLst/>
              <a:rect l="l" t="t" r="r" b="b"/>
              <a:pathLst>
                <a:path w="163829" h="592455">
                  <a:moveTo>
                    <a:pt x="162051" y="0"/>
                  </a:moveTo>
                  <a:lnTo>
                    <a:pt x="163399" y="48336"/>
                  </a:lnTo>
                  <a:lnTo>
                    <a:pt x="162358" y="96517"/>
                  </a:lnTo>
                  <a:lnTo>
                    <a:pt x="158952" y="144458"/>
                  </a:lnTo>
                  <a:lnTo>
                    <a:pt x="153204" y="192075"/>
                  </a:lnTo>
                  <a:lnTo>
                    <a:pt x="145139" y="239284"/>
                  </a:lnTo>
                  <a:lnTo>
                    <a:pt x="134779" y="286001"/>
                  </a:lnTo>
                  <a:lnTo>
                    <a:pt x="122148" y="332143"/>
                  </a:lnTo>
                  <a:lnTo>
                    <a:pt x="107270" y="377625"/>
                  </a:lnTo>
                  <a:lnTo>
                    <a:pt x="90169" y="422363"/>
                  </a:lnTo>
                  <a:lnTo>
                    <a:pt x="70868" y="466273"/>
                  </a:lnTo>
                  <a:lnTo>
                    <a:pt x="49390" y="509272"/>
                  </a:lnTo>
                  <a:lnTo>
                    <a:pt x="25759" y="551276"/>
                  </a:lnTo>
                  <a:lnTo>
                    <a:pt x="0" y="592201"/>
                  </a:lnTo>
                </a:path>
              </a:pathLst>
            </a:custGeom>
            <a:ln w="9524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74585" y="3027426"/>
              <a:ext cx="751840" cy="487680"/>
            </a:xfrm>
            <a:custGeom>
              <a:avLst/>
              <a:gdLst/>
              <a:ahLst/>
              <a:cxnLst/>
              <a:rect l="l" t="t" r="r" b="b"/>
              <a:pathLst>
                <a:path w="751840" h="487679">
                  <a:moveTo>
                    <a:pt x="670052" y="0"/>
                  </a:moveTo>
                  <a:lnTo>
                    <a:pt x="81280" y="0"/>
                  </a:lnTo>
                  <a:lnTo>
                    <a:pt x="49666" y="6395"/>
                  </a:lnTo>
                  <a:lnTo>
                    <a:pt x="23828" y="23828"/>
                  </a:lnTo>
                  <a:lnTo>
                    <a:pt x="6395" y="49666"/>
                  </a:lnTo>
                  <a:lnTo>
                    <a:pt x="0" y="81280"/>
                  </a:lnTo>
                  <a:lnTo>
                    <a:pt x="0" y="406400"/>
                  </a:lnTo>
                  <a:lnTo>
                    <a:pt x="6395" y="438013"/>
                  </a:lnTo>
                  <a:lnTo>
                    <a:pt x="23828" y="463851"/>
                  </a:lnTo>
                  <a:lnTo>
                    <a:pt x="49666" y="481284"/>
                  </a:lnTo>
                  <a:lnTo>
                    <a:pt x="81280" y="487680"/>
                  </a:lnTo>
                  <a:lnTo>
                    <a:pt x="670052" y="487680"/>
                  </a:lnTo>
                  <a:lnTo>
                    <a:pt x="701665" y="481284"/>
                  </a:lnTo>
                  <a:lnTo>
                    <a:pt x="727503" y="463851"/>
                  </a:lnTo>
                  <a:lnTo>
                    <a:pt x="744936" y="438013"/>
                  </a:lnTo>
                  <a:lnTo>
                    <a:pt x="751332" y="406400"/>
                  </a:lnTo>
                  <a:lnTo>
                    <a:pt x="751332" y="81280"/>
                  </a:lnTo>
                  <a:lnTo>
                    <a:pt x="744936" y="49666"/>
                  </a:lnTo>
                  <a:lnTo>
                    <a:pt x="727503" y="23828"/>
                  </a:lnTo>
                  <a:lnTo>
                    <a:pt x="701665" y="6395"/>
                  </a:lnTo>
                  <a:lnTo>
                    <a:pt x="670052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74585" y="3027426"/>
              <a:ext cx="751840" cy="487680"/>
            </a:xfrm>
            <a:custGeom>
              <a:avLst/>
              <a:gdLst/>
              <a:ahLst/>
              <a:cxnLst/>
              <a:rect l="l" t="t" r="r" b="b"/>
              <a:pathLst>
                <a:path w="751840" h="487679">
                  <a:moveTo>
                    <a:pt x="0" y="81280"/>
                  </a:moveTo>
                  <a:lnTo>
                    <a:pt x="6395" y="49666"/>
                  </a:lnTo>
                  <a:lnTo>
                    <a:pt x="23828" y="23828"/>
                  </a:lnTo>
                  <a:lnTo>
                    <a:pt x="49666" y="6395"/>
                  </a:lnTo>
                  <a:lnTo>
                    <a:pt x="81280" y="0"/>
                  </a:lnTo>
                  <a:lnTo>
                    <a:pt x="670052" y="0"/>
                  </a:lnTo>
                  <a:lnTo>
                    <a:pt x="701665" y="6395"/>
                  </a:lnTo>
                  <a:lnTo>
                    <a:pt x="727503" y="23828"/>
                  </a:lnTo>
                  <a:lnTo>
                    <a:pt x="744936" y="49666"/>
                  </a:lnTo>
                  <a:lnTo>
                    <a:pt x="751332" y="81280"/>
                  </a:lnTo>
                  <a:lnTo>
                    <a:pt x="751332" y="406400"/>
                  </a:lnTo>
                  <a:lnTo>
                    <a:pt x="744936" y="438013"/>
                  </a:lnTo>
                  <a:lnTo>
                    <a:pt x="727503" y="463851"/>
                  </a:lnTo>
                  <a:lnTo>
                    <a:pt x="701665" y="481284"/>
                  </a:lnTo>
                  <a:lnTo>
                    <a:pt x="670052" y="487680"/>
                  </a:lnTo>
                  <a:lnTo>
                    <a:pt x="81280" y="487680"/>
                  </a:lnTo>
                  <a:lnTo>
                    <a:pt x="49666" y="481284"/>
                  </a:lnTo>
                  <a:lnTo>
                    <a:pt x="23828" y="463851"/>
                  </a:lnTo>
                  <a:lnTo>
                    <a:pt x="6395" y="438013"/>
                  </a:lnTo>
                  <a:lnTo>
                    <a:pt x="0" y="406400"/>
                  </a:lnTo>
                  <a:lnTo>
                    <a:pt x="0" y="8128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240905" y="3073654"/>
            <a:ext cx="2184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12790" y="3014726"/>
            <a:ext cx="1162685" cy="513080"/>
            <a:chOff x="5812790" y="3014726"/>
            <a:chExt cx="1162685" cy="513080"/>
          </a:xfrm>
        </p:grpSpPr>
        <p:sp>
          <p:nvSpPr>
            <p:cNvPr id="18" name="object 18"/>
            <p:cNvSpPr/>
            <p:nvPr/>
          </p:nvSpPr>
          <p:spPr>
            <a:xfrm>
              <a:off x="6581394" y="3437255"/>
              <a:ext cx="389255" cy="19685"/>
            </a:xfrm>
            <a:custGeom>
              <a:avLst/>
              <a:gdLst/>
              <a:ahLst/>
              <a:cxnLst/>
              <a:rect l="l" t="t" r="r" b="b"/>
              <a:pathLst>
                <a:path w="389254" h="19685">
                  <a:moveTo>
                    <a:pt x="388874" y="0"/>
                  </a:moveTo>
                  <a:lnTo>
                    <a:pt x="340603" y="8542"/>
                  </a:lnTo>
                  <a:lnTo>
                    <a:pt x="292054" y="14644"/>
                  </a:lnTo>
                  <a:lnTo>
                    <a:pt x="243317" y="18305"/>
                  </a:lnTo>
                  <a:lnTo>
                    <a:pt x="194484" y="19526"/>
                  </a:lnTo>
                  <a:lnTo>
                    <a:pt x="145645" y="18305"/>
                  </a:lnTo>
                  <a:lnTo>
                    <a:pt x="96891" y="14644"/>
                  </a:lnTo>
                  <a:lnTo>
                    <a:pt x="48312" y="8542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25490" y="3027426"/>
              <a:ext cx="753110" cy="487680"/>
            </a:xfrm>
            <a:custGeom>
              <a:avLst/>
              <a:gdLst/>
              <a:ahLst/>
              <a:cxnLst/>
              <a:rect l="l" t="t" r="r" b="b"/>
              <a:pathLst>
                <a:path w="753109" h="487679">
                  <a:moveTo>
                    <a:pt x="671576" y="0"/>
                  </a:moveTo>
                  <a:lnTo>
                    <a:pt x="81280" y="0"/>
                  </a:lnTo>
                  <a:lnTo>
                    <a:pt x="49666" y="6395"/>
                  </a:lnTo>
                  <a:lnTo>
                    <a:pt x="23828" y="23828"/>
                  </a:lnTo>
                  <a:lnTo>
                    <a:pt x="6395" y="49666"/>
                  </a:lnTo>
                  <a:lnTo>
                    <a:pt x="0" y="81280"/>
                  </a:lnTo>
                  <a:lnTo>
                    <a:pt x="0" y="406400"/>
                  </a:lnTo>
                  <a:lnTo>
                    <a:pt x="6395" y="438013"/>
                  </a:lnTo>
                  <a:lnTo>
                    <a:pt x="23828" y="463851"/>
                  </a:lnTo>
                  <a:lnTo>
                    <a:pt x="49666" y="481284"/>
                  </a:lnTo>
                  <a:lnTo>
                    <a:pt x="81280" y="487680"/>
                  </a:lnTo>
                  <a:lnTo>
                    <a:pt x="671576" y="487680"/>
                  </a:lnTo>
                  <a:lnTo>
                    <a:pt x="703189" y="481284"/>
                  </a:lnTo>
                  <a:lnTo>
                    <a:pt x="729027" y="463851"/>
                  </a:lnTo>
                  <a:lnTo>
                    <a:pt x="746460" y="438013"/>
                  </a:lnTo>
                  <a:lnTo>
                    <a:pt x="752856" y="406400"/>
                  </a:lnTo>
                  <a:lnTo>
                    <a:pt x="752856" y="81280"/>
                  </a:lnTo>
                  <a:lnTo>
                    <a:pt x="746460" y="49666"/>
                  </a:lnTo>
                  <a:lnTo>
                    <a:pt x="729027" y="23828"/>
                  </a:lnTo>
                  <a:lnTo>
                    <a:pt x="703189" y="6395"/>
                  </a:lnTo>
                  <a:lnTo>
                    <a:pt x="671576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25490" y="3027426"/>
              <a:ext cx="753110" cy="487680"/>
            </a:xfrm>
            <a:custGeom>
              <a:avLst/>
              <a:gdLst/>
              <a:ahLst/>
              <a:cxnLst/>
              <a:rect l="l" t="t" r="r" b="b"/>
              <a:pathLst>
                <a:path w="753109" h="487679">
                  <a:moveTo>
                    <a:pt x="0" y="81280"/>
                  </a:moveTo>
                  <a:lnTo>
                    <a:pt x="6395" y="49666"/>
                  </a:lnTo>
                  <a:lnTo>
                    <a:pt x="23828" y="23828"/>
                  </a:lnTo>
                  <a:lnTo>
                    <a:pt x="49666" y="6395"/>
                  </a:lnTo>
                  <a:lnTo>
                    <a:pt x="81280" y="0"/>
                  </a:lnTo>
                  <a:lnTo>
                    <a:pt x="671576" y="0"/>
                  </a:lnTo>
                  <a:lnTo>
                    <a:pt x="703189" y="6395"/>
                  </a:lnTo>
                  <a:lnTo>
                    <a:pt x="729027" y="23828"/>
                  </a:lnTo>
                  <a:lnTo>
                    <a:pt x="746460" y="49666"/>
                  </a:lnTo>
                  <a:lnTo>
                    <a:pt x="752856" y="81280"/>
                  </a:lnTo>
                  <a:lnTo>
                    <a:pt x="752856" y="406400"/>
                  </a:lnTo>
                  <a:lnTo>
                    <a:pt x="746460" y="438013"/>
                  </a:lnTo>
                  <a:lnTo>
                    <a:pt x="729027" y="463851"/>
                  </a:lnTo>
                  <a:lnTo>
                    <a:pt x="703189" y="481284"/>
                  </a:lnTo>
                  <a:lnTo>
                    <a:pt x="671576" y="487680"/>
                  </a:lnTo>
                  <a:lnTo>
                    <a:pt x="81280" y="487680"/>
                  </a:lnTo>
                  <a:lnTo>
                    <a:pt x="49666" y="481284"/>
                  </a:lnTo>
                  <a:lnTo>
                    <a:pt x="23828" y="463851"/>
                  </a:lnTo>
                  <a:lnTo>
                    <a:pt x="6395" y="438013"/>
                  </a:lnTo>
                  <a:lnTo>
                    <a:pt x="0" y="406400"/>
                  </a:lnTo>
                  <a:lnTo>
                    <a:pt x="0" y="8128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92444" y="3073654"/>
            <a:ext cx="2184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57697" y="1922017"/>
            <a:ext cx="778510" cy="1103630"/>
            <a:chOff x="5457697" y="1922017"/>
            <a:chExt cx="778510" cy="1103630"/>
          </a:xfrm>
        </p:grpSpPr>
        <p:sp>
          <p:nvSpPr>
            <p:cNvPr id="23" name="object 23"/>
            <p:cNvSpPr/>
            <p:nvPr/>
          </p:nvSpPr>
          <p:spPr>
            <a:xfrm>
              <a:off x="5798867" y="2428366"/>
              <a:ext cx="163830" cy="592455"/>
            </a:xfrm>
            <a:custGeom>
              <a:avLst/>
              <a:gdLst/>
              <a:ahLst/>
              <a:cxnLst/>
              <a:rect l="l" t="t" r="r" b="b"/>
              <a:pathLst>
                <a:path w="163829" h="592455">
                  <a:moveTo>
                    <a:pt x="163274" y="592201"/>
                  </a:moveTo>
                  <a:lnTo>
                    <a:pt x="137517" y="551276"/>
                  </a:lnTo>
                  <a:lnTo>
                    <a:pt x="113892" y="509272"/>
                  </a:lnTo>
                  <a:lnTo>
                    <a:pt x="92423" y="466273"/>
                  </a:lnTo>
                  <a:lnTo>
                    <a:pt x="73133" y="422363"/>
                  </a:lnTo>
                  <a:lnTo>
                    <a:pt x="56045" y="377625"/>
                  </a:lnTo>
                  <a:lnTo>
                    <a:pt x="41182" y="332143"/>
                  </a:lnTo>
                  <a:lnTo>
                    <a:pt x="28566" y="286001"/>
                  </a:lnTo>
                  <a:lnTo>
                    <a:pt x="18220" y="239284"/>
                  </a:lnTo>
                  <a:lnTo>
                    <a:pt x="10168" y="192075"/>
                  </a:lnTo>
                  <a:lnTo>
                    <a:pt x="4432" y="144458"/>
                  </a:lnTo>
                  <a:lnTo>
                    <a:pt x="1035" y="96517"/>
                  </a:lnTo>
                  <a:lnTo>
                    <a:pt x="0" y="48336"/>
                  </a:lnTo>
                  <a:lnTo>
                    <a:pt x="1349" y="0"/>
                  </a:lnTo>
                </a:path>
              </a:pathLst>
            </a:custGeom>
            <a:ln w="9525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70397" y="1934717"/>
              <a:ext cx="753110" cy="489584"/>
            </a:xfrm>
            <a:custGeom>
              <a:avLst/>
              <a:gdLst/>
              <a:ahLst/>
              <a:cxnLst/>
              <a:rect l="l" t="t" r="r" b="b"/>
              <a:pathLst>
                <a:path w="753110" h="489585">
                  <a:moveTo>
                    <a:pt x="671322" y="0"/>
                  </a:moveTo>
                  <a:lnTo>
                    <a:pt x="81534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3"/>
                  </a:lnTo>
                  <a:lnTo>
                    <a:pt x="0" y="407669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4" y="489204"/>
                  </a:lnTo>
                  <a:lnTo>
                    <a:pt x="671322" y="489204"/>
                  </a:lnTo>
                  <a:lnTo>
                    <a:pt x="703081" y="482804"/>
                  </a:lnTo>
                  <a:lnTo>
                    <a:pt x="728995" y="465343"/>
                  </a:lnTo>
                  <a:lnTo>
                    <a:pt x="746456" y="439429"/>
                  </a:lnTo>
                  <a:lnTo>
                    <a:pt x="752855" y="407669"/>
                  </a:lnTo>
                  <a:lnTo>
                    <a:pt x="752855" y="81533"/>
                  </a:lnTo>
                  <a:lnTo>
                    <a:pt x="746456" y="49774"/>
                  </a:lnTo>
                  <a:lnTo>
                    <a:pt x="728995" y="23860"/>
                  </a:lnTo>
                  <a:lnTo>
                    <a:pt x="703081" y="6399"/>
                  </a:lnTo>
                  <a:lnTo>
                    <a:pt x="671322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70397" y="1934717"/>
              <a:ext cx="753110" cy="489584"/>
            </a:xfrm>
            <a:custGeom>
              <a:avLst/>
              <a:gdLst/>
              <a:ahLst/>
              <a:cxnLst/>
              <a:rect l="l" t="t" r="r" b="b"/>
              <a:pathLst>
                <a:path w="753110" h="489585">
                  <a:moveTo>
                    <a:pt x="0" y="81533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4" y="0"/>
                  </a:lnTo>
                  <a:lnTo>
                    <a:pt x="671322" y="0"/>
                  </a:lnTo>
                  <a:lnTo>
                    <a:pt x="703081" y="6399"/>
                  </a:lnTo>
                  <a:lnTo>
                    <a:pt x="728995" y="23860"/>
                  </a:lnTo>
                  <a:lnTo>
                    <a:pt x="746456" y="49774"/>
                  </a:lnTo>
                  <a:lnTo>
                    <a:pt x="752855" y="81533"/>
                  </a:lnTo>
                  <a:lnTo>
                    <a:pt x="752855" y="407669"/>
                  </a:lnTo>
                  <a:lnTo>
                    <a:pt x="746456" y="439429"/>
                  </a:lnTo>
                  <a:lnTo>
                    <a:pt x="728995" y="465343"/>
                  </a:lnTo>
                  <a:lnTo>
                    <a:pt x="703081" y="482804"/>
                  </a:lnTo>
                  <a:lnTo>
                    <a:pt x="671322" y="489204"/>
                  </a:lnTo>
                  <a:lnTo>
                    <a:pt x="81534" y="489204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69"/>
                  </a:lnTo>
                  <a:lnTo>
                    <a:pt x="0" y="8153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744971" y="1980945"/>
            <a:ext cx="2038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964237" y="1575244"/>
            <a:ext cx="1386205" cy="1451610"/>
            <a:chOff x="5964237" y="1575244"/>
            <a:chExt cx="1386205" cy="1451610"/>
          </a:xfrm>
        </p:grpSpPr>
        <p:sp>
          <p:nvSpPr>
            <p:cNvPr id="28" name="object 28"/>
            <p:cNvSpPr/>
            <p:nvPr/>
          </p:nvSpPr>
          <p:spPr>
            <a:xfrm>
              <a:off x="5969000" y="1580007"/>
              <a:ext cx="426084" cy="349250"/>
            </a:xfrm>
            <a:custGeom>
              <a:avLst/>
              <a:gdLst/>
              <a:ahLst/>
              <a:cxnLst/>
              <a:rect l="l" t="t" r="r" b="b"/>
              <a:pathLst>
                <a:path w="426085" h="349250">
                  <a:moveTo>
                    <a:pt x="0" y="348741"/>
                  </a:moveTo>
                  <a:lnTo>
                    <a:pt x="29817" y="307431"/>
                  </a:lnTo>
                  <a:lnTo>
                    <a:pt x="61652" y="267848"/>
                  </a:lnTo>
                  <a:lnTo>
                    <a:pt x="95424" y="230057"/>
                  </a:lnTo>
                  <a:lnTo>
                    <a:pt x="131052" y="194122"/>
                  </a:lnTo>
                  <a:lnTo>
                    <a:pt x="168457" y="160109"/>
                  </a:lnTo>
                  <a:lnTo>
                    <a:pt x="207558" y="128082"/>
                  </a:lnTo>
                  <a:lnTo>
                    <a:pt x="248276" y="98105"/>
                  </a:lnTo>
                  <a:lnTo>
                    <a:pt x="290529" y="70244"/>
                  </a:lnTo>
                  <a:lnTo>
                    <a:pt x="334238" y="44563"/>
                  </a:lnTo>
                  <a:lnTo>
                    <a:pt x="379323" y="21126"/>
                  </a:lnTo>
                  <a:lnTo>
                    <a:pt x="425703" y="0"/>
                  </a:lnTo>
                </a:path>
              </a:pathLst>
            </a:custGeom>
            <a:ln w="9525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92011" y="1749552"/>
              <a:ext cx="1153795" cy="1272540"/>
            </a:xfrm>
            <a:custGeom>
              <a:avLst/>
              <a:gdLst/>
              <a:ahLst/>
              <a:cxnLst/>
              <a:rect l="l" t="t" r="r" b="b"/>
              <a:pathLst>
                <a:path w="1153795" h="1272539">
                  <a:moveTo>
                    <a:pt x="583184" y="0"/>
                  </a:moveTo>
                  <a:lnTo>
                    <a:pt x="0" y="1262253"/>
                  </a:lnTo>
                </a:path>
                <a:path w="1153795" h="1272539">
                  <a:moveTo>
                    <a:pt x="583691" y="39624"/>
                  </a:moveTo>
                  <a:lnTo>
                    <a:pt x="1153540" y="1272032"/>
                  </a:lnTo>
                </a:path>
                <a:path w="1153795" h="1272539">
                  <a:moveTo>
                    <a:pt x="1152906" y="397764"/>
                  </a:moveTo>
                  <a:lnTo>
                    <a:pt x="0" y="397764"/>
                  </a:lnTo>
                </a:path>
                <a:path w="1153795" h="1272539">
                  <a:moveTo>
                    <a:pt x="1152906" y="397764"/>
                  </a:moveTo>
                  <a:lnTo>
                    <a:pt x="0" y="1272413"/>
                  </a:lnTo>
                </a:path>
                <a:path w="1153795" h="1272539">
                  <a:moveTo>
                    <a:pt x="0" y="417575"/>
                  </a:moveTo>
                  <a:lnTo>
                    <a:pt x="1152906" y="1262380"/>
                  </a:lnTo>
                </a:path>
              </a:pathLst>
            </a:custGeom>
            <a:ln w="9525">
              <a:solidFill>
                <a:srgbClr val="FAB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947926" y="1320038"/>
            <a:ext cx="843915" cy="557530"/>
            <a:chOff x="1947926" y="1320038"/>
            <a:chExt cx="843915" cy="557530"/>
          </a:xfrm>
        </p:grpSpPr>
        <p:sp>
          <p:nvSpPr>
            <p:cNvPr id="31" name="object 31"/>
            <p:cNvSpPr/>
            <p:nvPr/>
          </p:nvSpPr>
          <p:spPr>
            <a:xfrm>
              <a:off x="1960626" y="1332738"/>
              <a:ext cx="818515" cy="532130"/>
            </a:xfrm>
            <a:custGeom>
              <a:avLst/>
              <a:gdLst/>
              <a:ahLst/>
              <a:cxnLst/>
              <a:rect l="l" t="t" r="r" b="b"/>
              <a:pathLst>
                <a:path w="818514" h="532130">
                  <a:moveTo>
                    <a:pt x="729742" y="0"/>
                  </a:moveTo>
                  <a:lnTo>
                    <a:pt x="88646" y="0"/>
                  </a:lnTo>
                  <a:lnTo>
                    <a:pt x="54167" y="6975"/>
                  </a:lnTo>
                  <a:lnTo>
                    <a:pt x="25987" y="25987"/>
                  </a:lnTo>
                  <a:lnTo>
                    <a:pt x="6975" y="54167"/>
                  </a:lnTo>
                  <a:lnTo>
                    <a:pt x="0" y="88646"/>
                  </a:lnTo>
                  <a:lnTo>
                    <a:pt x="0" y="443229"/>
                  </a:lnTo>
                  <a:lnTo>
                    <a:pt x="6975" y="477708"/>
                  </a:lnTo>
                  <a:lnTo>
                    <a:pt x="25987" y="505888"/>
                  </a:lnTo>
                  <a:lnTo>
                    <a:pt x="54167" y="524900"/>
                  </a:lnTo>
                  <a:lnTo>
                    <a:pt x="88646" y="531876"/>
                  </a:lnTo>
                  <a:lnTo>
                    <a:pt x="729742" y="531876"/>
                  </a:lnTo>
                  <a:lnTo>
                    <a:pt x="764220" y="524900"/>
                  </a:lnTo>
                  <a:lnTo>
                    <a:pt x="792400" y="505888"/>
                  </a:lnTo>
                  <a:lnTo>
                    <a:pt x="811412" y="477708"/>
                  </a:lnTo>
                  <a:lnTo>
                    <a:pt x="818388" y="443229"/>
                  </a:lnTo>
                  <a:lnTo>
                    <a:pt x="818388" y="88646"/>
                  </a:lnTo>
                  <a:lnTo>
                    <a:pt x="811412" y="54167"/>
                  </a:lnTo>
                  <a:lnTo>
                    <a:pt x="792400" y="25987"/>
                  </a:lnTo>
                  <a:lnTo>
                    <a:pt x="764220" y="6975"/>
                  </a:lnTo>
                  <a:lnTo>
                    <a:pt x="729742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60626" y="1332738"/>
              <a:ext cx="818515" cy="532130"/>
            </a:xfrm>
            <a:custGeom>
              <a:avLst/>
              <a:gdLst/>
              <a:ahLst/>
              <a:cxnLst/>
              <a:rect l="l" t="t" r="r" b="b"/>
              <a:pathLst>
                <a:path w="818514" h="532130">
                  <a:moveTo>
                    <a:pt x="0" y="88646"/>
                  </a:moveTo>
                  <a:lnTo>
                    <a:pt x="6975" y="54167"/>
                  </a:lnTo>
                  <a:lnTo>
                    <a:pt x="25987" y="25987"/>
                  </a:lnTo>
                  <a:lnTo>
                    <a:pt x="54167" y="6975"/>
                  </a:lnTo>
                  <a:lnTo>
                    <a:pt x="88646" y="0"/>
                  </a:lnTo>
                  <a:lnTo>
                    <a:pt x="729742" y="0"/>
                  </a:lnTo>
                  <a:lnTo>
                    <a:pt x="764220" y="6975"/>
                  </a:lnTo>
                  <a:lnTo>
                    <a:pt x="792400" y="25987"/>
                  </a:lnTo>
                  <a:lnTo>
                    <a:pt x="811412" y="54167"/>
                  </a:lnTo>
                  <a:lnTo>
                    <a:pt x="818388" y="88646"/>
                  </a:lnTo>
                  <a:lnTo>
                    <a:pt x="818388" y="443229"/>
                  </a:lnTo>
                  <a:lnTo>
                    <a:pt x="811412" y="477708"/>
                  </a:lnTo>
                  <a:lnTo>
                    <a:pt x="792400" y="505888"/>
                  </a:lnTo>
                  <a:lnTo>
                    <a:pt x="764220" y="524900"/>
                  </a:lnTo>
                  <a:lnTo>
                    <a:pt x="729742" y="531876"/>
                  </a:lnTo>
                  <a:lnTo>
                    <a:pt x="88646" y="531876"/>
                  </a:lnTo>
                  <a:lnTo>
                    <a:pt x="54167" y="524900"/>
                  </a:lnTo>
                  <a:lnTo>
                    <a:pt x="25987" y="505888"/>
                  </a:lnTo>
                  <a:lnTo>
                    <a:pt x="6975" y="477708"/>
                  </a:lnTo>
                  <a:lnTo>
                    <a:pt x="0" y="443229"/>
                  </a:lnTo>
                  <a:lnTo>
                    <a:pt x="0" y="8864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259329" y="1382090"/>
            <a:ext cx="220979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778950" y="1696529"/>
            <a:ext cx="890905" cy="1059180"/>
            <a:chOff x="2778950" y="1696529"/>
            <a:chExt cx="890905" cy="1059180"/>
          </a:xfrm>
        </p:grpSpPr>
        <p:sp>
          <p:nvSpPr>
            <p:cNvPr id="35" name="object 35"/>
            <p:cNvSpPr/>
            <p:nvPr/>
          </p:nvSpPr>
          <p:spPr>
            <a:xfrm>
              <a:off x="2783713" y="1701292"/>
              <a:ext cx="420370" cy="502284"/>
            </a:xfrm>
            <a:custGeom>
              <a:avLst/>
              <a:gdLst/>
              <a:ahLst/>
              <a:cxnLst/>
              <a:rect l="l" t="t" r="r" b="b"/>
              <a:pathLst>
                <a:path w="420369" h="502285">
                  <a:moveTo>
                    <a:pt x="0" y="0"/>
                  </a:moveTo>
                  <a:lnTo>
                    <a:pt x="42019" y="24016"/>
                  </a:lnTo>
                  <a:lnTo>
                    <a:pt x="82468" y="50183"/>
                  </a:lnTo>
                  <a:lnTo>
                    <a:pt x="121279" y="78417"/>
                  </a:lnTo>
                  <a:lnTo>
                    <a:pt x="158383" y="108639"/>
                  </a:lnTo>
                  <a:lnTo>
                    <a:pt x="193711" y="140765"/>
                  </a:lnTo>
                  <a:lnTo>
                    <a:pt x="227193" y="174715"/>
                  </a:lnTo>
                  <a:lnTo>
                    <a:pt x="258762" y="210407"/>
                  </a:lnTo>
                  <a:lnTo>
                    <a:pt x="288348" y="247758"/>
                  </a:lnTo>
                  <a:lnTo>
                    <a:pt x="315882" y="286688"/>
                  </a:lnTo>
                  <a:lnTo>
                    <a:pt x="341296" y="327115"/>
                  </a:lnTo>
                  <a:lnTo>
                    <a:pt x="364521" y="368957"/>
                  </a:lnTo>
                  <a:lnTo>
                    <a:pt x="385487" y="412133"/>
                  </a:lnTo>
                  <a:lnTo>
                    <a:pt x="404126" y="456560"/>
                  </a:lnTo>
                  <a:lnTo>
                    <a:pt x="420369" y="502158"/>
                  </a:lnTo>
                </a:path>
              </a:pathLst>
            </a:custGeom>
            <a:ln w="9525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38450" y="2210562"/>
              <a:ext cx="818515" cy="532130"/>
            </a:xfrm>
            <a:custGeom>
              <a:avLst/>
              <a:gdLst/>
              <a:ahLst/>
              <a:cxnLst/>
              <a:rect l="l" t="t" r="r" b="b"/>
              <a:pathLst>
                <a:path w="818514" h="532130">
                  <a:moveTo>
                    <a:pt x="729741" y="0"/>
                  </a:moveTo>
                  <a:lnTo>
                    <a:pt x="88645" y="0"/>
                  </a:lnTo>
                  <a:lnTo>
                    <a:pt x="54167" y="6975"/>
                  </a:lnTo>
                  <a:lnTo>
                    <a:pt x="25987" y="25987"/>
                  </a:lnTo>
                  <a:lnTo>
                    <a:pt x="6975" y="54167"/>
                  </a:lnTo>
                  <a:lnTo>
                    <a:pt x="0" y="88645"/>
                  </a:lnTo>
                  <a:lnTo>
                    <a:pt x="0" y="443230"/>
                  </a:lnTo>
                  <a:lnTo>
                    <a:pt x="6975" y="477708"/>
                  </a:lnTo>
                  <a:lnTo>
                    <a:pt x="25987" y="505888"/>
                  </a:lnTo>
                  <a:lnTo>
                    <a:pt x="54167" y="524900"/>
                  </a:lnTo>
                  <a:lnTo>
                    <a:pt x="88645" y="531876"/>
                  </a:lnTo>
                  <a:lnTo>
                    <a:pt x="729741" y="531876"/>
                  </a:lnTo>
                  <a:lnTo>
                    <a:pt x="764220" y="524900"/>
                  </a:lnTo>
                  <a:lnTo>
                    <a:pt x="792400" y="505888"/>
                  </a:lnTo>
                  <a:lnTo>
                    <a:pt x="811412" y="477708"/>
                  </a:lnTo>
                  <a:lnTo>
                    <a:pt x="818388" y="443230"/>
                  </a:lnTo>
                  <a:lnTo>
                    <a:pt x="818388" y="88645"/>
                  </a:lnTo>
                  <a:lnTo>
                    <a:pt x="811412" y="54167"/>
                  </a:lnTo>
                  <a:lnTo>
                    <a:pt x="792400" y="25987"/>
                  </a:lnTo>
                  <a:lnTo>
                    <a:pt x="764220" y="6975"/>
                  </a:lnTo>
                  <a:lnTo>
                    <a:pt x="729741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38450" y="2210562"/>
              <a:ext cx="818515" cy="532130"/>
            </a:xfrm>
            <a:custGeom>
              <a:avLst/>
              <a:gdLst/>
              <a:ahLst/>
              <a:cxnLst/>
              <a:rect l="l" t="t" r="r" b="b"/>
              <a:pathLst>
                <a:path w="818514" h="532130">
                  <a:moveTo>
                    <a:pt x="0" y="88645"/>
                  </a:moveTo>
                  <a:lnTo>
                    <a:pt x="6975" y="54167"/>
                  </a:lnTo>
                  <a:lnTo>
                    <a:pt x="25987" y="25987"/>
                  </a:lnTo>
                  <a:lnTo>
                    <a:pt x="54167" y="6975"/>
                  </a:lnTo>
                  <a:lnTo>
                    <a:pt x="88645" y="0"/>
                  </a:lnTo>
                  <a:lnTo>
                    <a:pt x="729741" y="0"/>
                  </a:lnTo>
                  <a:lnTo>
                    <a:pt x="764220" y="6975"/>
                  </a:lnTo>
                  <a:lnTo>
                    <a:pt x="792400" y="25987"/>
                  </a:lnTo>
                  <a:lnTo>
                    <a:pt x="811412" y="54167"/>
                  </a:lnTo>
                  <a:lnTo>
                    <a:pt x="818388" y="88645"/>
                  </a:lnTo>
                  <a:lnTo>
                    <a:pt x="818388" y="443230"/>
                  </a:lnTo>
                  <a:lnTo>
                    <a:pt x="811412" y="477708"/>
                  </a:lnTo>
                  <a:lnTo>
                    <a:pt x="792400" y="505888"/>
                  </a:lnTo>
                  <a:lnTo>
                    <a:pt x="764220" y="524900"/>
                  </a:lnTo>
                  <a:lnTo>
                    <a:pt x="729741" y="531876"/>
                  </a:lnTo>
                  <a:lnTo>
                    <a:pt x="88645" y="531876"/>
                  </a:lnTo>
                  <a:lnTo>
                    <a:pt x="54167" y="524900"/>
                  </a:lnTo>
                  <a:lnTo>
                    <a:pt x="25987" y="505888"/>
                  </a:lnTo>
                  <a:lnTo>
                    <a:pt x="6975" y="477708"/>
                  </a:lnTo>
                  <a:lnTo>
                    <a:pt x="0" y="443230"/>
                  </a:lnTo>
                  <a:lnTo>
                    <a:pt x="0" y="8864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137661" y="2261108"/>
            <a:ext cx="220979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947926" y="2743009"/>
            <a:ext cx="1261110" cy="891540"/>
            <a:chOff x="1947926" y="2743009"/>
            <a:chExt cx="1261110" cy="891540"/>
          </a:xfrm>
        </p:grpSpPr>
        <p:sp>
          <p:nvSpPr>
            <p:cNvPr id="40" name="object 40"/>
            <p:cNvSpPr/>
            <p:nvPr/>
          </p:nvSpPr>
          <p:spPr>
            <a:xfrm>
              <a:off x="2783713" y="2747772"/>
              <a:ext cx="420370" cy="502284"/>
            </a:xfrm>
            <a:custGeom>
              <a:avLst/>
              <a:gdLst/>
              <a:ahLst/>
              <a:cxnLst/>
              <a:rect l="l" t="t" r="r" b="b"/>
              <a:pathLst>
                <a:path w="420369" h="502285">
                  <a:moveTo>
                    <a:pt x="420369" y="0"/>
                  </a:moveTo>
                  <a:lnTo>
                    <a:pt x="404126" y="45574"/>
                  </a:lnTo>
                  <a:lnTo>
                    <a:pt x="385487" y="89984"/>
                  </a:lnTo>
                  <a:lnTo>
                    <a:pt x="364521" y="133149"/>
                  </a:lnTo>
                  <a:lnTo>
                    <a:pt x="341296" y="174986"/>
                  </a:lnTo>
                  <a:lnTo>
                    <a:pt x="315882" y="215412"/>
                  </a:lnTo>
                  <a:lnTo>
                    <a:pt x="288348" y="254345"/>
                  </a:lnTo>
                  <a:lnTo>
                    <a:pt x="258762" y="291703"/>
                  </a:lnTo>
                  <a:lnTo>
                    <a:pt x="227193" y="327402"/>
                  </a:lnTo>
                  <a:lnTo>
                    <a:pt x="193711" y="361360"/>
                  </a:lnTo>
                  <a:lnTo>
                    <a:pt x="158383" y="393496"/>
                  </a:lnTo>
                  <a:lnTo>
                    <a:pt x="121279" y="423726"/>
                  </a:lnTo>
                  <a:lnTo>
                    <a:pt x="82468" y="451968"/>
                  </a:lnTo>
                  <a:lnTo>
                    <a:pt x="42019" y="478139"/>
                  </a:lnTo>
                  <a:lnTo>
                    <a:pt x="0" y="502157"/>
                  </a:lnTo>
                </a:path>
              </a:pathLst>
            </a:custGeom>
            <a:ln w="9525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60626" y="3089910"/>
              <a:ext cx="818515" cy="532130"/>
            </a:xfrm>
            <a:custGeom>
              <a:avLst/>
              <a:gdLst/>
              <a:ahLst/>
              <a:cxnLst/>
              <a:rect l="l" t="t" r="r" b="b"/>
              <a:pathLst>
                <a:path w="818514" h="532129">
                  <a:moveTo>
                    <a:pt x="729742" y="0"/>
                  </a:moveTo>
                  <a:lnTo>
                    <a:pt x="88646" y="0"/>
                  </a:lnTo>
                  <a:lnTo>
                    <a:pt x="54167" y="6975"/>
                  </a:lnTo>
                  <a:lnTo>
                    <a:pt x="25987" y="25987"/>
                  </a:lnTo>
                  <a:lnTo>
                    <a:pt x="6975" y="54167"/>
                  </a:lnTo>
                  <a:lnTo>
                    <a:pt x="0" y="88645"/>
                  </a:lnTo>
                  <a:lnTo>
                    <a:pt x="0" y="443229"/>
                  </a:lnTo>
                  <a:lnTo>
                    <a:pt x="6975" y="477708"/>
                  </a:lnTo>
                  <a:lnTo>
                    <a:pt x="25987" y="505888"/>
                  </a:lnTo>
                  <a:lnTo>
                    <a:pt x="54167" y="524900"/>
                  </a:lnTo>
                  <a:lnTo>
                    <a:pt x="88646" y="531876"/>
                  </a:lnTo>
                  <a:lnTo>
                    <a:pt x="729742" y="531876"/>
                  </a:lnTo>
                  <a:lnTo>
                    <a:pt x="764220" y="524900"/>
                  </a:lnTo>
                  <a:lnTo>
                    <a:pt x="792400" y="505888"/>
                  </a:lnTo>
                  <a:lnTo>
                    <a:pt x="811412" y="477708"/>
                  </a:lnTo>
                  <a:lnTo>
                    <a:pt x="818388" y="443229"/>
                  </a:lnTo>
                  <a:lnTo>
                    <a:pt x="818388" y="88645"/>
                  </a:lnTo>
                  <a:lnTo>
                    <a:pt x="811412" y="54167"/>
                  </a:lnTo>
                  <a:lnTo>
                    <a:pt x="792400" y="25987"/>
                  </a:lnTo>
                  <a:lnTo>
                    <a:pt x="764220" y="6975"/>
                  </a:lnTo>
                  <a:lnTo>
                    <a:pt x="729742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60626" y="3089910"/>
              <a:ext cx="818515" cy="532130"/>
            </a:xfrm>
            <a:custGeom>
              <a:avLst/>
              <a:gdLst/>
              <a:ahLst/>
              <a:cxnLst/>
              <a:rect l="l" t="t" r="r" b="b"/>
              <a:pathLst>
                <a:path w="818514" h="532129">
                  <a:moveTo>
                    <a:pt x="0" y="88645"/>
                  </a:moveTo>
                  <a:lnTo>
                    <a:pt x="6975" y="54167"/>
                  </a:lnTo>
                  <a:lnTo>
                    <a:pt x="25987" y="25987"/>
                  </a:lnTo>
                  <a:lnTo>
                    <a:pt x="54167" y="6975"/>
                  </a:lnTo>
                  <a:lnTo>
                    <a:pt x="88646" y="0"/>
                  </a:lnTo>
                  <a:lnTo>
                    <a:pt x="729742" y="0"/>
                  </a:lnTo>
                  <a:lnTo>
                    <a:pt x="764220" y="6975"/>
                  </a:lnTo>
                  <a:lnTo>
                    <a:pt x="792400" y="25987"/>
                  </a:lnTo>
                  <a:lnTo>
                    <a:pt x="811412" y="54167"/>
                  </a:lnTo>
                  <a:lnTo>
                    <a:pt x="818388" y="88645"/>
                  </a:lnTo>
                  <a:lnTo>
                    <a:pt x="818388" y="443229"/>
                  </a:lnTo>
                  <a:lnTo>
                    <a:pt x="811412" y="477708"/>
                  </a:lnTo>
                  <a:lnTo>
                    <a:pt x="792400" y="505888"/>
                  </a:lnTo>
                  <a:lnTo>
                    <a:pt x="764220" y="524900"/>
                  </a:lnTo>
                  <a:lnTo>
                    <a:pt x="729742" y="531876"/>
                  </a:lnTo>
                  <a:lnTo>
                    <a:pt x="88646" y="531876"/>
                  </a:lnTo>
                  <a:lnTo>
                    <a:pt x="54167" y="524900"/>
                  </a:lnTo>
                  <a:lnTo>
                    <a:pt x="25987" y="505888"/>
                  </a:lnTo>
                  <a:lnTo>
                    <a:pt x="6975" y="477708"/>
                  </a:lnTo>
                  <a:lnTo>
                    <a:pt x="0" y="443229"/>
                  </a:lnTo>
                  <a:lnTo>
                    <a:pt x="0" y="8864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250185" y="3139821"/>
            <a:ext cx="236854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070102" y="2197861"/>
            <a:ext cx="889000" cy="1057275"/>
            <a:chOff x="1070102" y="2197861"/>
            <a:chExt cx="889000" cy="1057275"/>
          </a:xfrm>
        </p:grpSpPr>
        <p:sp>
          <p:nvSpPr>
            <p:cNvPr id="45" name="object 45"/>
            <p:cNvSpPr/>
            <p:nvPr/>
          </p:nvSpPr>
          <p:spPr>
            <a:xfrm>
              <a:off x="1533652" y="2747771"/>
              <a:ext cx="420370" cy="502284"/>
            </a:xfrm>
            <a:custGeom>
              <a:avLst/>
              <a:gdLst/>
              <a:ahLst/>
              <a:cxnLst/>
              <a:rect l="l" t="t" r="r" b="b"/>
              <a:pathLst>
                <a:path w="420369" h="502285">
                  <a:moveTo>
                    <a:pt x="420370" y="502157"/>
                  </a:moveTo>
                  <a:lnTo>
                    <a:pt x="378376" y="478139"/>
                  </a:lnTo>
                  <a:lnTo>
                    <a:pt x="337948" y="451968"/>
                  </a:lnTo>
                  <a:lnTo>
                    <a:pt x="299154" y="423726"/>
                  </a:lnTo>
                  <a:lnTo>
                    <a:pt x="262064" y="393496"/>
                  </a:lnTo>
                  <a:lnTo>
                    <a:pt x="226746" y="361360"/>
                  </a:lnTo>
                  <a:lnTo>
                    <a:pt x="193269" y="327402"/>
                  </a:lnTo>
                  <a:lnTo>
                    <a:pt x="161702" y="291703"/>
                  </a:lnTo>
                  <a:lnTo>
                    <a:pt x="132114" y="254345"/>
                  </a:lnTo>
                  <a:lnTo>
                    <a:pt x="104574" y="215412"/>
                  </a:lnTo>
                  <a:lnTo>
                    <a:pt x="79150" y="174986"/>
                  </a:lnTo>
                  <a:lnTo>
                    <a:pt x="55912" y="133149"/>
                  </a:lnTo>
                  <a:lnTo>
                    <a:pt x="34929" y="89984"/>
                  </a:lnTo>
                  <a:lnTo>
                    <a:pt x="16268" y="45574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82802" y="2210561"/>
              <a:ext cx="817244" cy="532130"/>
            </a:xfrm>
            <a:custGeom>
              <a:avLst/>
              <a:gdLst/>
              <a:ahLst/>
              <a:cxnLst/>
              <a:rect l="l" t="t" r="r" b="b"/>
              <a:pathLst>
                <a:path w="817244" h="532130">
                  <a:moveTo>
                    <a:pt x="728217" y="0"/>
                  </a:moveTo>
                  <a:lnTo>
                    <a:pt x="88645" y="0"/>
                  </a:lnTo>
                  <a:lnTo>
                    <a:pt x="54140" y="6975"/>
                  </a:lnTo>
                  <a:lnTo>
                    <a:pt x="25963" y="25987"/>
                  </a:lnTo>
                  <a:lnTo>
                    <a:pt x="6966" y="54167"/>
                  </a:lnTo>
                  <a:lnTo>
                    <a:pt x="0" y="88645"/>
                  </a:lnTo>
                  <a:lnTo>
                    <a:pt x="0" y="443230"/>
                  </a:lnTo>
                  <a:lnTo>
                    <a:pt x="6966" y="477708"/>
                  </a:lnTo>
                  <a:lnTo>
                    <a:pt x="25963" y="505888"/>
                  </a:lnTo>
                  <a:lnTo>
                    <a:pt x="54140" y="524900"/>
                  </a:lnTo>
                  <a:lnTo>
                    <a:pt x="88645" y="531876"/>
                  </a:lnTo>
                  <a:lnTo>
                    <a:pt x="728217" y="531876"/>
                  </a:lnTo>
                  <a:lnTo>
                    <a:pt x="762696" y="524900"/>
                  </a:lnTo>
                  <a:lnTo>
                    <a:pt x="790876" y="505888"/>
                  </a:lnTo>
                  <a:lnTo>
                    <a:pt x="809888" y="477708"/>
                  </a:lnTo>
                  <a:lnTo>
                    <a:pt x="816864" y="443230"/>
                  </a:lnTo>
                  <a:lnTo>
                    <a:pt x="816864" y="88645"/>
                  </a:lnTo>
                  <a:lnTo>
                    <a:pt x="809888" y="54167"/>
                  </a:lnTo>
                  <a:lnTo>
                    <a:pt x="790876" y="25987"/>
                  </a:lnTo>
                  <a:lnTo>
                    <a:pt x="762696" y="6975"/>
                  </a:lnTo>
                  <a:lnTo>
                    <a:pt x="728217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82802" y="2210561"/>
              <a:ext cx="817244" cy="532130"/>
            </a:xfrm>
            <a:custGeom>
              <a:avLst/>
              <a:gdLst/>
              <a:ahLst/>
              <a:cxnLst/>
              <a:rect l="l" t="t" r="r" b="b"/>
              <a:pathLst>
                <a:path w="817244" h="532130">
                  <a:moveTo>
                    <a:pt x="0" y="88645"/>
                  </a:moveTo>
                  <a:lnTo>
                    <a:pt x="6966" y="54167"/>
                  </a:lnTo>
                  <a:lnTo>
                    <a:pt x="25963" y="25987"/>
                  </a:lnTo>
                  <a:lnTo>
                    <a:pt x="54140" y="6975"/>
                  </a:lnTo>
                  <a:lnTo>
                    <a:pt x="88645" y="0"/>
                  </a:lnTo>
                  <a:lnTo>
                    <a:pt x="728217" y="0"/>
                  </a:lnTo>
                  <a:lnTo>
                    <a:pt x="762696" y="6975"/>
                  </a:lnTo>
                  <a:lnTo>
                    <a:pt x="790876" y="25987"/>
                  </a:lnTo>
                  <a:lnTo>
                    <a:pt x="809888" y="54167"/>
                  </a:lnTo>
                  <a:lnTo>
                    <a:pt x="816864" y="88645"/>
                  </a:lnTo>
                  <a:lnTo>
                    <a:pt x="816864" y="443230"/>
                  </a:lnTo>
                  <a:lnTo>
                    <a:pt x="809888" y="477708"/>
                  </a:lnTo>
                  <a:lnTo>
                    <a:pt x="790876" y="505888"/>
                  </a:lnTo>
                  <a:lnTo>
                    <a:pt x="762696" y="524900"/>
                  </a:lnTo>
                  <a:lnTo>
                    <a:pt x="728217" y="531876"/>
                  </a:lnTo>
                  <a:lnTo>
                    <a:pt x="88645" y="531876"/>
                  </a:lnTo>
                  <a:lnTo>
                    <a:pt x="54140" y="524900"/>
                  </a:lnTo>
                  <a:lnTo>
                    <a:pt x="25963" y="505888"/>
                  </a:lnTo>
                  <a:lnTo>
                    <a:pt x="6966" y="477708"/>
                  </a:lnTo>
                  <a:lnTo>
                    <a:pt x="0" y="443230"/>
                  </a:lnTo>
                  <a:lnTo>
                    <a:pt x="0" y="88645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371346" y="2261108"/>
            <a:ext cx="236854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528889" y="1696529"/>
            <a:ext cx="1294130" cy="1435100"/>
            <a:chOff x="1528889" y="1696529"/>
            <a:chExt cx="1294130" cy="1435100"/>
          </a:xfrm>
        </p:grpSpPr>
        <p:sp>
          <p:nvSpPr>
            <p:cNvPr id="50" name="object 50"/>
            <p:cNvSpPr/>
            <p:nvPr/>
          </p:nvSpPr>
          <p:spPr>
            <a:xfrm>
              <a:off x="1533652" y="1701292"/>
              <a:ext cx="420370" cy="502284"/>
            </a:xfrm>
            <a:custGeom>
              <a:avLst/>
              <a:gdLst/>
              <a:ahLst/>
              <a:cxnLst/>
              <a:rect l="l" t="t" r="r" b="b"/>
              <a:pathLst>
                <a:path w="420369" h="502285">
                  <a:moveTo>
                    <a:pt x="0" y="502158"/>
                  </a:moveTo>
                  <a:lnTo>
                    <a:pt x="16268" y="456560"/>
                  </a:lnTo>
                  <a:lnTo>
                    <a:pt x="34929" y="412133"/>
                  </a:lnTo>
                  <a:lnTo>
                    <a:pt x="55912" y="368957"/>
                  </a:lnTo>
                  <a:lnTo>
                    <a:pt x="79150" y="327115"/>
                  </a:lnTo>
                  <a:lnTo>
                    <a:pt x="104574" y="286688"/>
                  </a:lnTo>
                  <a:lnTo>
                    <a:pt x="132114" y="247758"/>
                  </a:lnTo>
                  <a:lnTo>
                    <a:pt x="161702" y="210407"/>
                  </a:lnTo>
                  <a:lnTo>
                    <a:pt x="193269" y="174715"/>
                  </a:lnTo>
                  <a:lnTo>
                    <a:pt x="226746" y="140765"/>
                  </a:lnTo>
                  <a:lnTo>
                    <a:pt x="262064" y="108639"/>
                  </a:lnTo>
                  <a:lnTo>
                    <a:pt x="299154" y="78417"/>
                  </a:lnTo>
                  <a:lnTo>
                    <a:pt x="337948" y="50183"/>
                  </a:lnTo>
                  <a:lnTo>
                    <a:pt x="378376" y="24016"/>
                  </a:lnTo>
                  <a:lnTo>
                    <a:pt x="420370" y="0"/>
                  </a:lnTo>
                </a:path>
              </a:pathLst>
            </a:custGeom>
            <a:ln w="9525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47088" y="1822704"/>
              <a:ext cx="975994" cy="1308735"/>
            </a:xfrm>
            <a:custGeom>
              <a:avLst/>
              <a:gdLst/>
              <a:ahLst/>
              <a:cxnLst/>
              <a:rect l="l" t="t" r="r" b="b"/>
              <a:pathLst>
                <a:path w="975994" h="1308735">
                  <a:moveTo>
                    <a:pt x="521207" y="0"/>
                  </a:moveTo>
                  <a:lnTo>
                    <a:pt x="521207" y="1308608"/>
                  </a:lnTo>
                </a:path>
                <a:path w="975994" h="1308735">
                  <a:moveTo>
                    <a:pt x="975741" y="652272"/>
                  </a:moveTo>
                  <a:lnTo>
                    <a:pt x="0" y="652272"/>
                  </a:lnTo>
                </a:path>
              </a:pathLst>
            </a:custGeom>
            <a:ln w="9525">
              <a:solidFill>
                <a:srgbClr val="FAB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53516" y="4008526"/>
            <a:ext cx="7477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Fully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connected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mesh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configuration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requires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several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464646"/>
                </a:solidFill>
                <a:latin typeface="Microsoft Sans Serif"/>
                <a:cs typeface="Microsoft Sans Serif"/>
              </a:rPr>
              <a:t>VPC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Peering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connections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752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/>
              <a:t>Transit</a:t>
            </a:r>
            <a:r>
              <a:rPr sz="2800" spc="-50" dirty="0"/>
              <a:t> </a:t>
            </a:r>
            <a:r>
              <a:rPr sz="2800" spc="-5" dirty="0"/>
              <a:t>Gateway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010411"/>
            <a:ext cx="8206740" cy="1015365"/>
            <a:chOff x="339852" y="1010411"/>
            <a:chExt cx="8206740" cy="1015365"/>
          </a:xfrm>
        </p:grpSpPr>
        <p:sp>
          <p:nvSpPr>
            <p:cNvPr id="4" name="object 4"/>
            <p:cNvSpPr/>
            <p:nvPr/>
          </p:nvSpPr>
          <p:spPr>
            <a:xfrm>
              <a:off x="339852" y="101041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3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3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1387" y="1314774"/>
              <a:ext cx="432434" cy="407670"/>
            </a:xfrm>
            <a:custGeom>
              <a:avLst/>
              <a:gdLst/>
              <a:ahLst/>
              <a:cxnLst/>
              <a:rect l="l" t="t" r="r" b="b"/>
              <a:pathLst>
                <a:path w="432434" h="407669">
                  <a:moveTo>
                    <a:pt x="278022" y="276072"/>
                  </a:moveTo>
                  <a:lnTo>
                    <a:pt x="245995" y="276072"/>
                  </a:lnTo>
                  <a:lnTo>
                    <a:pt x="306888" y="337165"/>
                  </a:lnTo>
                  <a:lnTo>
                    <a:pt x="301502" y="351340"/>
                  </a:lnTo>
                  <a:lnTo>
                    <a:pt x="313781" y="393647"/>
                  </a:lnTo>
                  <a:lnTo>
                    <a:pt x="346238" y="407048"/>
                  </a:lnTo>
                  <a:lnTo>
                    <a:pt x="363544" y="403698"/>
                  </a:lnTo>
                  <a:lnTo>
                    <a:pt x="378695" y="393647"/>
                  </a:lnTo>
                  <a:lnTo>
                    <a:pt x="388713" y="378446"/>
                  </a:lnTo>
                  <a:lnTo>
                    <a:pt x="392052" y="361084"/>
                  </a:lnTo>
                  <a:lnTo>
                    <a:pt x="388713" y="343721"/>
                  </a:lnTo>
                  <a:lnTo>
                    <a:pt x="378695" y="328520"/>
                  </a:lnTo>
                  <a:lnTo>
                    <a:pt x="368937" y="321604"/>
                  </a:lnTo>
                  <a:lnTo>
                    <a:pt x="322973" y="321604"/>
                  </a:lnTo>
                  <a:lnTo>
                    <a:pt x="278022" y="276072"/>
                  </a:lnTo>
                  <a:close/>
                </a:path>
                <a:path w="432434" h="407669">
                  <a:moveTo>
                    <a:pt x="80334" y="314976"/>
                  </a:moveTo>
                  <a:lnTo>
                    <a:pt x="66054" y="319082"/>
                  </a:lnTo>
                  <a:lnTo>
                    <a:pt x="53550" y="327943"/>
                  </a:lnTo>
                  <a:lnTo>
                    <a:pt x="43533" y="343145"/>
                  </a:lnTo>
                  <a:lnTo>
                    <a:pt x="40194" y="360507"/>
                  </a:lnTo>
                  <a:lnTo>
                    <a:pt x="43533" y="377870"/>
                  </a:lnTo>
                  <a:lnTo>
                    <a:pt x="53550" y="393071"/>
                  </a:lnTo>
                  <a:lnTo>
                    <a:pt x="68702" y="403121"/>
                  </a:lnTo>
                  <a:lnTo>
                    <a:pt x="86007" y="406471"/>
                  </a:lnTo>
                  <a:lnTo>
                    <a:pt x="103313" y="403121"/>
                  </a:lnTo>
                  <a:lnTo>
                    <a:pt x="118464" y="393071"/>
                  </a:lnTo>
                  <a:lnTo>
                    <a:pt x="127297" y="380526"/>
                  </a:lnTo>
                  <a:lnTo>
                    <a:pt x="131390" y="366199"/>
                  </a:lnTo>
                  <a:lnTo>
                    <a:pt x="130743" y="351331"/>
                  </a:lnTo>
                  <a:lnTo>
                    <a:pt x="125358" y="337165"/>
                  </a:lnTo>
                  <a:lnTo>
                    <a:pt x="141443" y="321027"/>
                  </a:lnTo>
                  <a:lnTo>
                    <a:pt x="109273" y="321027"/>
                  </a:lnTo>
                  <a:lnTo>
                    <a:pt x="95154" y="315624"/>
                  </a:lnTo>
                  <a:lnTo>
                    <a:pt x="80334" y="314976"/>
                  </a:lnTo>
                  <a:close/>
                </a:path>
                <a:path w="432434" h="407669">
                  <a:moveTo>
                    <a:pt x="351911" y="315552"/>
                  </a:moveTo>
                  <a:lnTo>
                    <a:pt x="337092" y="316200"/>
                  </a:lnTo>
                  <a:lnTo>
                    <a:pt x="322973" y="321604"/>
                  </a:lnTo>
                  <a:lnTo>
                    <a:pt x="368937" y="321604"/>
                  </a:lnTo>
                  <a:lnTo>
                    <a:pt x="366192" y="319658"/>
                  </a:lnTo>
                  <a:lnTo>
                    <a:pt x="351911" y="315552"/>
                  </a:lnTo>
                  <a:close/>
                </a:path>
                <a:path w="432434" h="407669">
                  <a:moveTo>
                    <a:pt x="142815" y="187314"/>
                  </a:moveTo>
                  <a:lnTo>
                    <a:pt x="82273" y="187314"/>
                  </a:lnTo>
                  <a:lnTo>
                    <a:pt x="158102" y="218437"/>
                  </a:lnTo>
                  <a:lnTo>
                    <a:pt x="157528" y="220742"/>
                  </a:lnTo>
                  <a:lnTo>
                    <a:pt x="169017" y="260510"/>
                  </a:lnTo>
                  <a:lnTo>
                    <a:pt x="109273" y="321027"/>
                  </a:lnTo>
                  <a:lnTo>
                    <a:pt x="141443" y="321027"/>
                  </a:lnTo>
                  <a:lnTo>
                    <a:pt x="186251" y="276072"/>
                  </a:lnTo>
                  <a:lnTo>
                    <a:pt x="278022" y="276072"/>
                  </a:lnTo>
                  <a:lnTo>
                    <a:pt x="263229" y="261087"/>
                  </a:lnTo>
                  <a:lnTo>
                    <a:pt x="268174" y="253414"/>
                  </a:lnTo>
                  <a:lnTo>
                    <a:pt x="271774" y="245093"/>
                  </a:lnTo>
                  <a:lnTo>
                    <a:pt x="273973" y="236123"/>
                  </a:lnTo>
                  <a:lnTo>
                    <a:pt x="274718" y="226506"/>
                  </a:lnTo>
                  <a:lnTo>
                    <a:pt x="274718" y="221318"/>
                  </a:lnTo>
                  <a:lnTo>
                    <a:pt x="274143" y="219013"/>
                  </a:lnTo>
                  <a:lnTo>
                    <a:pt x="326100" y="197688"/>
                  </a:lnTo>
                  <a:lnTo>
                    <a:pt x="266101" y="197688"/>
                  </a:lnTo>
                  <a:lnTo>
                    <a:pt x="265675" y="197112"/>
                  </a:lnTo>
                  <a:lnTo>
                    <a:pt x="166145" y="197112"/>
                  </a:lnTo>
                  <a:lnTo>
                    <a:pt x="142815" y="187314"/>
                  </a:lnTo>
                  <a:close/>
                </a:path>
                <a:path w="432434" h="407669">
                  <a:moveTo>
                    <a:pt x="245995" y="276072"/>
                  </a:moveTo>
                  <a:lnTo>
                    <a:pt x="186251" y="276072"/>
                  </a:lnTo>
                  <a:lnTo>
                    <a:pt x="192920" y="279521"/>
                  </a:lnTo>
                  <a:lnTo>
                    <a:pt x="199966" y="282051"/>
                  </a:lnTo>
                  <a:lnTo>
                    <a:pt x="207335" y="283609"/>
                  </a:lnTo>
                  <a:lnTo>
                    <a:pt x="214974" y="284141"/>
                  </a:lnTo>
                  <a:lnTo>
                    <a:pt x="217272" y="284141"/>
                  </a:lnTo>
                  <a:lnTo>
                    <a:pt x="224910" y="283609"/>
                  </a:lnTo>
                  <a:lnTo>
                    <a:pt x="232280" y="282051"/>
                  </a:lnTo>
                  <a:lnTo>
                    <a:pt x="239326" y="279521"/>
                  </a:lnTo>
                  <a:lnTo>
                    <a:pt x="245995" y="276072"/>
                  </a:lnTo>
                  <a:close/>
                </a:path>
                <a:path w="432434" h="407669">
                  <a:moveTo>
                    <a:pt x="421837" y="187890"/>
                  </a:moveTo>
                  <a:lnTo>
                    <a:pt x="349972" y="187890"/>
                  </a:lnTo>
                  <a:lnTo>
                    <a:pt x="360752" y="198174"/>
                  </a:lnTo>
                  <a:lnTo>
                    <a:pt x="374172" y="204460"/>
                  </a:lnTo>
                  <a:lnTo>
                    <a:pt x="388991" y="206207"/>
                  </a:lnTo>
                  <a:lnTo>
                    <a:pt x="403972" y="202875"/>
                  </a:lnTo>
                  <a:lnTo>
                    <a:pt x="418899" y="192366"/>
                  </a:lnTo>
                  <a:lnTo>
                    <a:pt x="421837" y="187890"/>
                  </a:lnTo>
                  <a:close/>
                </a:path>
                <a:path w="432434" h="407669">
                  <a:moveTo>
                    <a:pt x="45903" y="113415"/>
                  </a:moveTo>
                  <a:lnTo>
                    <a:pt x="28561" y="116855"/>
                  </a:lnTo>
                  <a:lnTo>
                    <a:pt x="13805" y="126563"/>
                  </a:lnTo>
                  <a:lnTo>
                    <a:pt x="3572" y="141782"/>
                  </a:lnTo>
                  <a:lnTo>
                    <a:pt x="0" y="159829"/>
                  </a:lnTo>
                  <a:lnTo>
                    <a:pt x="3428" y="177228"/>
                  </a:lnTo>
                  <a:lnTo>
                    <a:pt x="13104" y="192033"/>
                  </a:lnTo>
                  <a:lnTo>
                    <a:pt x="28274" y="202299"/>
                  </a:lnTo>
                  <a:lnTo>
                    <a:pt x="43255" y="205712"/>
                  </a:lnTo>
                  <a:lnTo>
                    <a:pt x="58074" y="204100"/>
                  </a:lnTo>
                  <a:lnTo>
                    <a:pt x="71493" y="197841"/>
                  </a:lnTo>
                  <a:lnTo>
                    <a:pt x="82273" y="187314"/>
                  </a:lnTo>
                  <a:lnTo>
                    <a:pt x="142815" y="187314"/>
                  </a:lnTo>
                  <a:lnTo>
                    <a:pt x="92039" y="165989"/>
                  </a:lnTo>
                  <a:lnTo>
                    <a:pt x="91680" y="150959"/>
                  </a:lnTo>
                  <a:lnTo>
                    <a:pt x="86582" y="136955"/>
                  </a:lnTo>
                  <a:lnTo>
                    <a:pt x="77175" y="125221"/>
                  </a:lnTo>
                  <a:lnTo>
                    <a:pt x="63890" y="116999"/>
                  </a:lnTo>
                  <a:lnTo>
                    <a:pt x="45903" y="113415"/>
                  </a:lnTo>
                  <a:close/>
                </a:path>
                <a:path w="432434" h="407669">
                  <a:moveTo>
                    <a:pt x="386343" y="113991"/>
                  </a:moveTo>
                  <a:lnTo>
                    <a:pt x="345879" y="137531"/>
                  </a:lnTo>
                  <a:lnTo>
                    <a:pt x="340206" y="166565"/>
                  </a:lnTo>
                  <a:lnTo>
                    <a:pt x="266101" y="197688"/>
                  </a:lnTo>
                  <a:lnTo>
                    <a:pt x="326100" y="197688"/>
                  </a:lnTo>
                  <a:lnTo>
                    <a:pt x="349972" y="187890"/>
                  </a:lnTo>
                  <a:lnTo>
                    <a:pt x="421837" y="187890"/>
                  </a:lnTo>
                  <a:lnTo>
                    <a:pt x="428602" y="177588"/>
                  </a:lnTo>
                  <a:lnTo>
                    <a:pt x="432165" y="160324"/>
                  </a:lnTo>
                  <a:lnTo>
                    <a:pt x="428674" y="142358"/>
                  </a:lnTo>
                  <a:lnTo>
                    <a:pt x="418441" y="127139"/>
                  </a:lnTo>
                  <a:lnTo>
                    <a:pt x="403685" y="117431"/>
                  </a:lnTo>
                  <a:lnTo>
                    <a:pt x="386343" y="113991"/>
                  </a:lnTo>
                  <a:close/>
                </a:path>
                <a:path w="432434" h="407669">
                  <a:moveTo>
                    <a:pt x="216123" y="0"/>
                  </a:moveTo>
                  <a:lnTo>
                    <a:pt x="198279" y="3638"/>
                  </a:lnTo>
                  <a:lnTo>
                    <a:pt x="183666" y="13544"/>
                  </a:lnTo>
                  <a:lnTo>
                    <a:pt x="173792" y="28205"/>
                  </a:lnTo>
                  <a:lnTo>
                    <a:pt x="170166" y="46108"/>
                  </a:lnTo>
                  <a:lnTo>
                    <a:pt x="172805" y="61309"/>
                  </a:lnTo>
                  <a:lnTo>
                    <a:pt x="180075" y="74349"/>
                  </a:lnTo>
                  <a:lnTo>
                    <a:pt x="191008" y="84363"/>
                  </a:lnTo>
                  <a:lnTo>
                    <a:pt x="204634" y="90487"/>
                  </a:lnTo>
                  <a:lnTo>
                    <a:pt x="204634" y="170023"/>
                  </a:lnTo>
                  <a:lnTo>
                    <a:pt x="192722" y="173526"/>
                  </a:lnTo>
                  <a:lnTo>
                    <a:pt x="182158" y="179461"/>
                  </a:lnTo>
                  <a:lnTo>
                    <a:pt x="173209" y="187449"/>
                  </a:lnTo>
                  <a:lnTo>
                    <a:pt x="166145" y="197112"/>
                  </a:lnTo>
                  <a:lnTo>
                    <a:pt x="265675" y="197112"/>
                  </a:lnTo>
                  <a:lnTo>
                    <a:pt x="258956" y="188025"/>
                  </a:lnTo>
                  <a:lnTo>
                    <a:pt x="249872" y="180037"/>
                  </a:lnTo>
                  <a:lnTo>
                    <a:pt x="239281" y="174103"/>
                  </a:lnTo>
                  <a:lnTo>
                    <a:pt x="227612" y="170600"/>
                  </a:lnTo>
                  <a:lnTo>
                    <a:pt x="227612" y="90487"/>
                  </a:lnTo>
                  <a:lnTo>
                    <a:pt x="241238" y="84363"/>
                  </a:lnTo>
                  <a:lnTo>
                    <a:pt x="252170" y="74349"/>
                  </a:lnTo>
                  <a:lnTo>
                    <a:pt x="259441" y="61309"/>
                  </a:lnTo>
                  <a:lnTo>
                    <a:pt x="262080" y="46108"/>
                  </a:lnTo>
                  <a:lnTo>
                    <a:pt x="258453" y="28205"/>
                  </a:lnTo>
                  <a:lnTo>
                    <a:pt x="248580" y="13544"/>
                  </a:lnTo>
                  <a:lnTo>
                    <a:pt x="233967" y="3638"/>
                  </a:lnTo>
                  <a:lnTo>
                    <a:pt x="216123" y="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2278379"/>
            <a:ext cx="8206740" cy="1015365"/>
            <a:chOff x="339852" y="2278379"/>
            <a:chExt cx="8206740" cy="1015365"/>
          </a:xfrm>
        </p:grpSpPr>
        <p:sp>
          <p:nvSpPr>
            <p:cNvPr id="7" name="object 7"/>
            <p:cNvSpPr/>
            <p:nvPr/>
          </p:nvSpPr>
          <p:spPr>
            <a:xfrm>
              <a:off x="339852" y="2278379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2193" y="2585783"/>
              <a:ext cx="391160" cy="391160"/>
            </a:xfrm>
            <a:custGeom>
              <a:avLst/>
              <a:gdLst/>
              <a:ahLst/>
              <a:cxnLst/>
              <a:rect l="l" t="t" r="r" b="b"/>
              <a:pathLst>
                <a:path w="391159" h="391160">
                  <a:moveTo>
                    <a:pt x="80416" y="310388"/>
                  </a:moveTo>
                  <a:lnTo>
                    <a:pt x="0" y="310388"/>
                  </a:lnTo>
                  <a:lnTo>
                    <a:pt x="0" y="390855"/>
                  </a:lnTo>
                  <a:lnTo>
                    <a:pt x="80416" y="390855"/>
                  </a:lnTo>
                  <a:lnTo>
                    <a:pt x="80416" y="310388"/>
                  </a:lnTo>
                  <a:close/>
                </a:path>
                <a:path w="391159" h="391160">
                  <a:moveTo>
                    <a:pt x="80416" y="155194"/>
                  </a:moveTo>
                  <a:lnTo>
                    <a:pt x="0" y="155194"/>
                  </a:lnTo>
                  <a:lnTo>
                    <a:pt x="0" y="235661"/>
                  </a:lnTo>
                  <a:lnTo>
                    <a:pt x="80416" y="235661"/>
                  </a:lnTo>
                  <a:lnTo>
                    <a:pt x="80416" y="155194"/>
                  </a:lnTo>
                  <a:close/>
                </a:path>
                <a:path w="391159" h="391160">
                  <a:moveTo>
                    <a:pt x="80416" y="0"/>
                  </a:moveTo>
                  <a:lnTo>
                    <a:pt x="0" y="0"/>
                  </a:lnTo>
                  <a:lnTo>
                    <a:pt x="0" y="80479"/>
                  </a:lnTo>
                  <a:lnTo>
                    <a:pt x="80416" y="80479"/>
                  </a:lnTo>
                  <a:lnTo>
                    <a:pt x="80416" y="0"/>
                  </a:lnTo>
                  <a:close/>
                </a:path>
                <a:path w="391159" h="391160">
                  <a:moveTo>
                    <a:pt x="287223" y="183934"/>
                  </a:moveTo>
                  <a:lnTo>
                    <a:pt x="206806" y="183934"/>
                  </a:lnTo>
                  <a:lnTo>
                    <a:pt x="206806" y="28740"/>
                  </a:lnTo>
                  <a:lnTo>
                    <a:pt x="103403" y="28740"/>
                  </a:lnTo>
                  <a:lnTo>
                    <a:pt x="103403" y="51739"/>
                  </a:lnTo>
                  <a:lnTo>
                    <a:pt x="183819" y="51739"/>
                  </a:lnTo>
                  <a:lnTo>
                    <a:pt x="183819" y="183934"/>
                  </a:lnTo>
                  <a:lnTo>
                    <a:pt x="103403" y="183934"/>
                  </a:lnTo>
                  <a:lnTo>
                    <a:pt x="103403" y="206921"/>
                  </a:lnTo>
                  <a:lnTo>
                    <a:pt x="183819" y="206921"/>
                  </a:lnTo>
                  <a:lnTo>
                    <a:pt x="183819" y="339128"/>
                  </a:lnTo>
                  <a:lnTo>
                    <a:pt x="103403" y="339128"/>
                  </a:lnTo>
                  <a:lnTo>
                    <a:pt x="103403" y="362115"/>
                  </a:lnTo>
                  <a:lnTo>
                    <a:pt x="206806" y="362115"/>
                  </a:lnTo>
                  <a:lnTo>
                    <a:pt x="206806" y="206921"/>
                  </a:lnTo>
                  <a:lnTo>
                    <a:pt x="287223" y="206921"/>
                  </a:lnTo>
                  <a:lnTo>
                    <a:pt x="287223" y="183934"/>
                  </a:lnTo>
                  <a:close/>
                </a:path>
                <a:path w="391159" h="391160">
                  <a:moveTo>
                    <a:pt x="390626" y="155194"/>
                  </a:moveTo>
                  <a:lnTo>
                    <a:pt x="310197" y="155194"/>
                  </a:lnTo>
                  <a:lnTo>
                    <a:pt x="310197" y="235661"/>
                  </a:lnTo>
                  <a:lnTo>
                    <a:pt x="390626" y="235661"/>
                  </a:lnTo>
                  <a:lnTo>
                    <a:pt x="390626" y="155194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39852" y="3547871"/>
            <a:ext cx="8206740" cy="1015365"/>
            <a:chOff x="339852" y="3547871"/>
            <a:chExt cx="8206740" cy="1015365"/>
          </a:xfrm>
        </p:grpSpPr>
        <p:sp>
          <p:nvSpPr>
            <p:cNvPr id="10" name="object 10"/>
            <p:cNvSpPr/>
            <p:nvPr/>
          </p:nvSpPr>
          <p:spPr>
            <a:xfrm>
              <a:off x="339852" y="354787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485"/>
                  </a:lnTo>
                  <a:lnTo>
                    <a:pt x="7975" y="952994"/>
                  </a:lnTo>
                  <a:lnTo>
                    <a:pt x="29727" y="985256"/>
                  </a:lnTo>
                  <a:lnTo>
                    <a:pt x="61989" y="1007008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8"/>
                  </a:lnTo>
                  <a:lnTo>
                    <a:pt x="8177006" y="985256"/>
                  </a:lnTo>
                  <a:lnTo>
                    <a:pt x="8198760" y="952994"/>
                  </a:lnTo>
                  <a:lnTo>
                    <a:pt x="8206740" y="913485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1959" y="3861022"/>
              <a:ext cx="381000" cy="391160"/>
            </a:xfrm>
            <a:custGeom>
              <a:avLst/>
              <a:gdLst/>
              <a:ahLst/>
              <a:cxnLst/>
              <a:rect l="l" t="t" r="r" b="b"/>
              <a:pathLst>
                <a:path w="381000" h="391160">
                  <a:moveTo>
                    <a:pt x="380868" y="0"/>
                  </a:moveTo>
                  <a:lnTo>
                    <a:pt x="24701" y="0"/>
                  </a:lnTo>
                  <a:lnTo>
                    <a:pt x="24701" y="34486"/>
                  </a:lnTo>
                  <a:lnTo>
                    <a:pt x="346400" y="34486"/>
                  </a:lnTo>
                  <a:lnTo>
                    <a:pt x="346400" y="356362"/>
                  </a:lnTo>
                  <a:lnTo>
                    <a:pt x="24701" y="356362"/>
                  </a:lnTo>
                  <a:lnTo>
                    <a:pt x="24701" y="390848"/>
                  </a:lnTo>
                  <a:lnTo>
                    <a:pt x="380868" y="390848"/>
                  </a:lnTo>
                  <a:lnTo>
                    <a:pt x="380868" y="0"/>
                  </a:lnTo>
                  <a:close/>
                </a:path>
                <a:path w="381000" h="391160">
                  <a:moveTo>
                    <a:pt x="59169" y="34486"/>
                  </a:moveTo>
                  <a:lnTo>
                    <a:pt x="17233" y="34486"/>
                  </a:lnTo>
                  <a:lnTo>
                    <a:pt x="8042" y="35061"/>
                  </a:lnTo>
                  <a:lnTo>
                    <a:pt x="1723" y="42533"/>
                  </a:lnTo>
                  <a:lnTo>
                    <a:pt x="1723" y="51730"/>
                  </a:lnTo>
                  <a:lnTo>
                    <a:pt x="1148" y="60926"/>
                  </a:lnTo>
                  <a:lnTo>
                    <a:pt x="8042" y="68398"/>
                  </a:lnTo>
                  <a:lnTo>
                    <a:pt x="17233" y="68973"/>
                  </a:lnTo>
                  <a:lnTo>
                    <a:pt x="24701" y="68973"/>
                  </a:lnTo>
                  <a:lnTo>
                    <a:pt x="24701" y="91964"/>
                  </a:lnTo>
                  <a:lnTo>
                    <a:pt x="7468" y="91964"/>
                  </a:lnTo>
                  <a:lnTo>
                    <a:pt x="0" y="99436"/>
                  </a:lnTo>
                  <a:lnTo>
                    <a:pt x="0" y="118979"/>
                  </a:lnTo>
                  <a:lnTo>
                    <a:pt x="7468" y="126451"/>
                  </a:lnTo>
                  <a:lnTo>
                    <a:pt x="24701" y="126451"/>
                  </a:lnTo>
                  <a:lnTo>
                    <a:pt x="24701" y="149442"/>
                  </a:lnTo>
                  <a:lnTo>
                    <a:pt x="7468" y="149442"/>
                  </a:lnTo>
                  <a:lnTo>
                    <a:pt x="0" y="156914"/>
                  </a:lnTo>
                  <a:lnTo>
                    <a:pt x="0" y="176456"/>
                  </a:lnTo>
                  <a:lnTo>
                    <a:pt x="7468" y="183928"/>
                  </a:lnTo>
                  <a:lnTo>
                    <a:pt x="24701" y="183928"/>
                  </a:lnTo>
                  <a:lnTo>
                    <a:pt x="24701" y="206920"/>
                  </a:lnTo>
                  <a:lnTo>
                    <a:pt x="7468" y="206920"/>
                  </a:lnTo>
                  <a:lnTo>
                    <a:pt x="0" y="214392"/>
                  </a:lnTo>
                  <a:lnTo>
                    <a:pt x="0" y="233934"/>
                  </a:lnTo>
                  <a:lnTo>
                    <a:pt x="7468" y="241406"/>
                  </a:lnTo>
                  <a:lnTo>
                    <a:pt x="24701" y="241406"/>
                  </a:lnTo>
                  <a:lnTo>
                    <a:pt x="24701" y="264397"/>
                  </a:lnTo>
                  <a:lnTo>
                    <a:pt x="7468" y="264397"/>
                  </a:lnTo>
                  <a:lnTo>
                    <a:pt x="0" y="271869"/>
                  </a:lnTo>
                  <a:lnTo>
                    <a:pt x="0" y="291412"/>
                  </a:lnTo>
                  <a:lnTo>
                    <a:pt x="7468" y="298884"/>
                  </a:lnTo>
                  <a:lnTo>
                    <a:pt x="24701" y="298884"/>
                  </a:lnTo>
                  <a:lnTo>
                    <a:pt x="24701" y="321875"/>
                  </a:lnTo>
                  <a:lnTo>
                    <a:pt x="7468" y="321875"/>
                  </a:lnTo>
                  <a:lnTo>
                    <a:pt x="0" y="329347"/>
                  </a:lnTo>
                  <a:lnTo>
                    <a:pt x="0" y="348890"/>
                  </a:lnTo>
                  <a:lnTo>
                    <a:pt x="7468" y="356362"/>
                  </a:lnTo>
                  <a:lnTo>
                    <a:pt x="59169" y="356362"/>
                  </a:lnTo>
                  <a:lnTo>
                    <a:pt x="59169" y="34486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447" y="3928845"/>
              <a:ext cx="220593" cy="25520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08200" y="1284478"/>
            <a:ext cx="6374765" cy="3109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router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Central networking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hub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Connect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VPCs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25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20" dirty="0">
                <a:solidFill>
                  <a:srgbClr val="464646"/>
                </a:solidFill>
                <a:latin typeface="Arial MT"/>
                <a:cs typeface="Arial MT"/>
              </a:rPr>
              <a:t>Transit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once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Arial MT"/>
              <a:cs typeface="Arial MT"/>
            </a:endParaRPr>
          </a:p>
          <a:p>
            <a:pPr marL="12700" marR="5080">
              <a:lnSpc>
                <a:spcPts val="259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Route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table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 to control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which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VPCs can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talk to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each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other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752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/>
              <a:t>Transit</a:t>
            </a:r>
            <a:r>
              <a:rPr sz="2800" spc="-50" dirty="0"/>
              <a:t> </a:t>
            </a:r>
            <a:r>
              <a:rPr sz="2800" spc="-5" dirty="0"/>
              <a:t>Gateway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839970" y="2274824"/>
            <a:ext cx="344106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0" dirty="0">
                <a:solidFill>
                  <a:srgbClr val="464646"/>
                </a:solidFill>
                <a:latin typeface="Microsoft Sans Serif"/>
                <a:cs typeface="Microsoft Sans Serif"/>
              </a:rPr>
              <a:t>One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464646"/>
                </a:solidFill>
                <a:latin typeface="Microsoft Sans Serif"/>
                <a:cs typeface="Microsoft Sans Serif"/>
              </a:rPr>
              <a:t>conne</a:t>
            </a:r>
            <a:r>
              <a:rPr sz="20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20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tio</a:t>
            </a:r>
            <a:r>
              <a:rPr sz="2000" spc="4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135" dirty="0">
                <a:solidFill>
                  <a:srgbClr val="464646"/>
                </a:solidFill>
                <a:latin typeface="Microsoft Sans Serif"/>
                <a:cs typeface="Microsoft Sans Serif"/>
              </a:rPr>
              <a:t>f</a:t>
            </a:r>
            <a:r>
              <a:rPr sz="2000" spc="160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20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464646"/>
                </a:solidFill>
                <a:latin typeface="Microsoft Sans Serif"/>
                <a:cs typeface="Microsoft Sans Serif"/>
              </a:rPr>
              <a:t>m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V</a:t>
            </a:r>
            <a:r>
              <a:rPr sz="2000" spc="-145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2000" spc="-229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000" spc="-10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000" spc="-105" dirty="0">
                <a:solidFill>
                  <a:srgbClr val="464646"/>
                </a:solidFill>
                <a:latin typeface="Microsoft Sans Serif"/>
                <a:cs typeface="Microsoft Sans Serif"/>
              </a:rPr>
              <a:t>G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0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000" spc="-105" dirty="0">
                <a:solidFill>
                  <a:srgbClr val="464646"/>
                </a:solidFill>
                <a:latin typeface="Microsoft Sans Serif"/>
                <a:cs typeface="Microsoft Sans Serif"/>
              </a:rPr>
              <a:t>G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Rou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000" spc="-39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ta</a:t>
            </a:r>
            <a:r>
              <a:rPr sz="20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b</a:t>
            </a:r>
            <a:r>
              <a:rPr sz="20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2000" spc="-17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20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000" spc="-10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contro</a:t>
            </a:r>
            <a:r>
              <a:rPr sz="20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l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235" dirty="0">
                <a:solidFill>
                  <a:srgbClr val="464646"/>
                </a:solidFill>
                <a:latin typeface="Microsoft Sans Serif"/>
                <a:cs typeface="Microsoft Sans Serif"/>
              </a:rPr>
              <a:t>f</a:t>
            </a:r>
            <a:r>
              <a:rPr sz="20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lo</a:t>
            </a:r>
            <a:r>
              <a:rPr sz="2000" spc="-130" dirty="0">
                <a:solidFill>
                  <a:srgbClr val="464646"/>
                </a:solidFill>
                <a:latin typeface="Microsoft Sans Serif"/>
                <a:cs typeface="Microsoft Sans Serif"/>
              </a:rPr>
              <a:t>w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of  </a:t>
            </a:r>
            <a:r>
              <a:rPr sz="20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traffic</a:t>
            </a:r>
            <a:endParaRPr sz="20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54861" y="1062482"/>
          <a:ext cx="2788919" cy="3563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033">
                <a:tc rowSpan="2"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</a:t>
                      </a:r>
                      <a:r>
                        <a:rPr sz="1800" spc="-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954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T w="28575">
                      <a:solidFill>
                        <a:srgbClr val="0C67AD"/>
                      </a:solidFill>
                      <a:prstDash val="solid"/>
                    </a:lnT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5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954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T w="28575">
                      <a:solidFill>
                        <a:srgbClr val="0C67AD"/>
                      </a:solidFill>
                      <a:prstDash val="solid"/>
                    </a:lnT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9525">
                      <a:solidFill>
                        <a:srgbClr val="949593"/>
                      </a:solidFill>
                      <a:prstDash val="solid"/>
                    </a:lnR>
                    <a:solidFill>
                      <a:srgbClr val="EAEAEA"/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949593"/>
                      </a:solidFill>
                      <a:prstDash val="solid"/>
                    </a:lnR>
                    <a:lnT w="28575" cap="flat" cmpd="sng" algn="ctr">
                      <a:solidFill>
                        <a:srgbClr val="0C6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33">
                <a:tc rowSpan="2"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</a:t>
                      </a:r>
                      <a:r>
                        <a:rPr sz="1800" spc="-4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9525">
                      <a:solidFill>
                        <a:srgbClr val="949593"/>
                      </a:solidFill>
                      <a:prstDash val="solid"/>
                    </a:lnR>
                    <a:lnB w="9525">
                      <a:solidFill>
                        <a:srgbClr val="94959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5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8905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T w="28575">
                      <a:solidFill>
                        <a:srgbClr val="0C67AD"/>
                      </a:solidFill>
                      <a:prstDash val="solid"/>
                    </a:lnT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9525">
                      <a:solidFill>
                        <a:srgbClr val="949593"/>
                      </a:solidFill>
                      <a:prstDash val="solid"/>
                    </a:lnR>
                    <a:lnT w="9525">
                      <a:solidFill>
                        <a:srgbClr val="949593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8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949593"/>
                      </a:solidFill>
                      <a:prstDash val="solid"/>
                    </a:lnR>
                    <a:lnT w="28575" cap="flat" cmpd="sng" algn="ctr">
                      <a:solidFill>
                        <a:srgbClr val="0C6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034">
                <a:tc rowSpan="2"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</a:t>
                      </a:r>
                      <a:r>
                        <a:rPr sz="1800" spc="-4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30175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9525">
                      <a:solidFill>
                        <a:srgbClr val="949593"/>
                      </a:solidFill>
                      <a:prstDash val="solid"/>
                    </a:lnR>
                    <a:lnB w="12700">
                      <a:solidFill>
                        <a:srgbClr val="94959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B w="12700">
                      <a:solidFill>
                        <a:srgbClr val="94959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30175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T w="28575">
                      <a:solidFill>
                        <a:srgbClr val="0C67AD"/>
                      </a:solidFill>
                      <a:prstDash val="solid"/>
                    </a:lnT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0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0175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T w="28575">
                      <a:solidFill>
                        <a:srgbClr val="0C67AD"/>
                      </a:solidFill>
                      <a:prstDash val="solid"/>
                    </a:lnT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9525">
                      <a:solidFill>
                        <a:srgbClr val="949593"/>
                      </a:solidFill>
                      <a:prstDash val="solid"/>
                    </a:lnR>
                    <a:lnT w="12700">
                      <a:solidFill>
                        <a:srgbClr val="949593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T w="12700">
                      <a:solidFill>
                        <a:srgbClr val="949593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0175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T w="28575">
                      <a:solidFill>
                        <a:srgbClr val="0C67AD"/>
                      </a:solidFill>
                      <a:prstDash val="solid"/>
                    </a:lnT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26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949593"/>
                      </a:solidFill>
                      <a:prstDash val="solid"/>
                    </a:lnR>
                    <a:lnT w="28575" cap="flat" cmpd="sng" algn="ctr">
                      <a:solidFill>
                        <a:srgbClr val="0C6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145">
                <a:tc rowSpan="2"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</a:t>
                      </a:r>
                      <a:r>
                        <a:rPr sz="1800" spc="-4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9525">
                      <a:solidFill>
                        <a:srgbClr val="949593"/>
                      </a:solidFill>
                      <a:prstDash val="solid"/>
                    </a:lnR>
                    <a:lnB w="9525">
                      <a:solidFill>
                        <a:srgbClr val="94959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44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9539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T w="28575">
                      <a:solidFill>
                        <a:srgbClr val="0C67AD"/>
                      </a:solidFill>
                      <a:prstDash val="solid"/>
                    </a:lnT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9525">
                      <a:solidFill>
                        <a:srgbClr val="949593"/>
                      </a:solidFill>
                      <a:prstDash val="solid"/>
                    </a:lnR>
                    <a:lnT w="9525">
                      <a:solidFill>
                        <a:srgbClr val="949593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26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949593"/>
                      </a:solidFill>
                      <a:prstDash val="solid"/>
                    </a:lnR>
                    <a:lnT w="28575" cap="flat" cmpd="sng" algn="ctr">
                      <a:solidFill>
                        <a:srgbClr val="0C6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703">
                <a:tc rowSpan="2"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</a:t>
                      </a:r>
                      <a:r>
                        <a:rPr sz="1800" spc="-5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30175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9525">
                      <a:solidFill>
                        <a:srgbClr val="949593"/>
                      </a:solidFill>
                      <a:prstDash val="solid"/>
                    </a:lnR>
                    <a:lnB w="9525">
                      <a:solidFill>
                        <a:srgbClr val="94959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0175" marB="0">
                    <a:lnL w="28575">
                      <a:solidFill>
                        <a:srgbClr val="0C67AD"/>
                      </a:solidFill>
                      <a:prstDash val="solid"/>
                    </a:lnL>
                    <a:lnR w="28575">
                      <a:solidFill>
                        <a:srgbClr val="0C67AD"/>
                      </a:solidFill>
                      <a:prstDash val="solid"/>
                    </a:lnR>
                    <a:lnT w="28575">
                      <a:solidFill>
                        <a:srgbClr val="0C67AD"/>
                      </a:solidFill>
                      <a:prstDash val="solid"/>
                    </a:lnT>
                    <a:lnB w="28575">
                      <a:solidFill>
                        <a:srgbClr val="0C67A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C67AD"/>
                      </a:solidFill>
                      <a:prstDash val="solid"/>
                    </a:lnL>
                    <a:lnT w="9525" cap="flat" cmpd="sng" algn="ctr">
                      <a:solidFill>
                        <a:srgbClr val="949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8681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/>
              <a:t>Transit</a:t>
            </a:r>
            <a:r>
              <a:rPr sz="2800" spc="10" dirty="0"/>
              <a:t> </a:t>
            </a:r>
            <a:r>
              <a:rPr sz="2800" spc="-5" dirty="0"/>
              <a:t>Gateway</a:t>
            </a:r>
            <a:r>
              <a:rPr sz="2800" spc="15" dirty="0"/>
              <a:t> </a:t>
            </a:r>
            <a:r>
              <a:rPr sz="2800" spc="-5" dirty="0"/>
              <a:t>Peering</a:t>
            </a:r>
            <a:r>
              <a:rPr sz="2800" spc="25" dirty="0"/>
              <a:t> </a:t>
            </a:r>
            <a:r>
              <a:rPr sz="2800" spc="-5" dirty="0"/>
              <a:t>–</a:t>
            </a:r>
            <a:r>
              <a:rPr sz="2800" spc="5" dirty="0"/>
              <a:t> </a:t>
            </a:r>
            <a:r>
              <a:rPr sz="2800" spc="-5" dirty="0"/>
              <a:t>Cross</a:t>
            </a:r>
            <a:r>
              <a:rPr sz="2800" spc="10" dirty="0"/>
              <a:t> </a:t>
            </a:r>
            <a:r>
              <a:rPr sz="2800" spc="-5" dirty="0"/>
              <a:t>Region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2932938" y="2382773"/>
            <a:ext cx="894715" cy="546100"/>
          </a:xfrm>
          <a:custGeom>
            <a:avLst/>
            <a:gdLst/>
            <a:ahLst/>
            <a:cxnLst/>
            <a:rect l="l" t="t" r="r" b="b"/>
            <a:pathLst>
              <a:path w="894714" h="546100">
                <a:moveTo>
                  <a:pt x="894588" y="0"/>
                </a:moveTo>
                <a:lnTo>
                  <a:pt x="0" y="0"/>
                </a:lnTo>
                <a:lnTo>
                  <a:pt x="0" y="545592"/>
                </a:lnTo>
                <a:lnTo>
                  <a:pt x="894588" y="545592"/>
                </a:lnTo>
                <a:lnTo>
                  <a:pt x="8945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32938" y="2382773"/>
            <a:ext cx="894715" cy="546100"/>
          </a:xfrm>
          <a:prstGeom prst="rect">
            <a:avLst/>
          </a:prstGeom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1019"/>
              </a:spcBef>
            </a:pP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TG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6058" y="1474469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019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1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6058" y="2382773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19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6058" y="3291078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4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02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15121" y="1741741"/>
            <a:ext cx="4233545" cy="1825625"/>
            <a:chOff x="2115121" y="1741741"/>
            <a:chExt cx="4233545" cy="1825625"/>
          </a:xfrm>
        </p:grpSpPr>
        <p:sp>
          <p:nvSpPr>
            <p:cNvPr id="9" name="object 9"/>
            <p:cNvSpPr/>
            <p:nvPr/>
          </p:nvSpPr>
          <p:spPr>
            <a:xfrm>
              <a:off x="2119883" y="1746504"/>
              <a:ext cx="812165" cy="1816100"/>
            </a:xfrm>
            <a:custGeom>
              <a:avLst/>
              <a:gdLst/>
              <a:ahLst/>
              <a:cxnLst/>
              <a:rect l="l" t="t" r="r" b="b"/>
              <a:pathLst>
                <a:path w="812164" h="1816100">
                  <a:moveTo>
                    <a:pt x="0" y="0"/>
                  </a:moveTo>
                  <a:lnTo>
                    <a:pt x="405892" y="0"/>
                  </a:lnTo>
                  <a:lnTo>
                    <a:pt x="405892" y="907796"/>
                  </a:lnTo>
                  <a:lnTo>
                    <a:pt x="811657" y="907796"/>
                  </a:lnTo>
                </a:path>
                <a:path w="812164" h="1816100">
                  <a:moveTo>
                    <a:pt x="0" y="1816100"/>
                  </a:moveTo>
                  <a:lnTo>
                    <a:pt x="405892" y="1816100"/>
                  </a:lnTo>
                  <a:lnTo>
                    <a:pt x="405892" y="908304"/>
                  </a:lnTo>
                  <a:lnTo>
                    <a:pt x="811657" y="908304"/>
                  </a:lnTo>
                </a:path>
                <a:path w="812164" h="1816100">
                  <a:moveTo>
                    <a:pt x="0" y="908304"/>
                  </a:moveTo>
                  <a:lnTo>
                    <a:pt x="811657" y="908304"/>
                  </a:lnTo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53633" y="2382774"/>
              <a:ext cx="894715" cy="546100"/>
            </a:xfrm>
            <a:custGeom>
              <a:avLst/>
              <a:gdLst/>
              <a:ahLst/>
              <a:cxnLst/>
              <a:rect l="l" t="t" r="r" b="b"/>
              <a:pathLst>
                <a:path w="894714" h="546100">
                  <a:moveTo>
                    <a:pt x="894588" y="0"/>
                  </a:moveTo>
                  <a:lnTo>
                    <a:pt x="0" y="0"/>
                  </a:lnTo>
                  <a:lnTo>
                    <a:pt x="0" y="545592"/>
                  </a:lnTo>
                  <a:lnTo>
                    <a:pt x="894588" y="545592"/>
                  </a:lnTo>
                  <a:lnTo>
                    <a:pt x="894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53634" y="2382773"/>
            <a:ext cx="894715" cy="546100"/>
          </a:xfrm>
          <a:prstGeom prst="rect">
            <a:avLst/>
          </a:prstGeom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1019"/>
              </a:spcBef>
            </a:pP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TG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0514" y="1474469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19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60514" y="2382773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019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7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0514" y="3291078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4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02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Z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84091" y="1741741"/>
            <a:ext cx="3380104" cy="1825625"/>
            <a:chOff x="3784091" y="1741741"/>
            <a:chExt cx="3380104" cy="182562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4091" y="2619692"/>
              <a:ext cx="1720595" cy="10661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27525" y="2655570"/>
              <a:ext cx="1626870" cy="0"/>
            </a:xfrm>
            <a:custGeom>
              <a:avLst/>
              <a:gdLst/>
              <a:ahLst/>
              <a:cxnLst/>
              <a:rect l="l" t="t" r="r" b="b"/>
              <a:pathLst>
                <a:path w="1626870">
                  <a:moveTo>
                    <a:pt x="0" y="0"/>
                  </a:moveTo>
                  <a:lnTo>
                    <a:pt x="1626743" y="0"/>
                  </a:lnTo>
                </a:path>
              </a:pathLst>
            </a:custGeom>
            <a:ln w="25400">
              <a:solidFill>
                <a:srgbClr val="FBB6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47459" y="1746504"/>
              <a:ext cx="812165" cy="1816100"/>
            </a:xfrm>
            <a:custGeom>
              <a:avLst/>
              <a:gdLst/>
              <a:ahLst/>
              <a:cxnLst/>
              <a:rect l="l" t="t" r="r" b="b"/>
              <a:pathLst>
                <a:path w="812165" h="1816100">
                  <a:moveTo>
                    <a:pt x="811657" y="0"/>
                  </a:moveTo>
                  <a:lnTo>
                    <a:pt x="405891" y="0"/>
                  </a:lnTo>
                  <a:lnTo>
                    <a:pt x="405891" y="907796"/>
                  </a:lnTo>
                  <a:lnTo>
                    <a:pt x="0" y="907796"/>
                  </a:lnTo>
                </a:path>
                <a:path w="812165" h="1816100">
                  <a:moveTo>
                    <a:pt x="811657" y="1816100"/>
                  </a:moveTo>
                  <a:lnTo>
                    <a:pt x="405891" y="1816100"/>
                  </a:lnTo>
                  <a:lnTo>
                    <a:pt x="405891" y="908304"/>
                  </a:lnTo>
                  <a:lnTo>
                    <a:pt x="0" y="908304"/>
                  </a:lnTo>
                </a:path>
                <a:path w="812165" h="1816100">
                  <a:moveTo>
                    <a:pt x="811657" y="908304"/>
                  </a:moveTo>
                  <a:lnTo>
                    <a:pt x="0" y="908304"/>
                  </a:lnTo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274570" y="4246879"/>
            <a:ext cx="981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Regi</a:t>
            </a:r>
            <a:r>
              <a:rPr sz="20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20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64646"/>
                </a:solidFill>
                <a:latin typeface="Microsoft Sans Serif"/>
                <a:cs typeface="Microsoft Sans Serif"/>
              </a:rPr>
              <a:t>1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67043" y="4246879"/>
            <a:ext cx="1000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Regi</a:t>
            </a:r>
            <a:r>
              <a:rPr sz="20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20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2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12716" y="2204720"/>
            <a:ext cx="8267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solidFill>
                  <a:srgbClr val="464646"/>
                </a:solidFill>
                <a:latin typeface="Microsoft Sans Serif"/>
                <a:cs typeface="Microsoft Sans Serif"/>
              </a:rPr>
              <a:t>Peering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2166366"/>
            <a:ext cx="71583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Enabling</a:t>
            </a:r>
            <a:r>
              <a:rPr sz="3200" spc="-45" dirty="0"/>
              <a:t> </a:t>
            </a:r>
            <a:r>
              <a:rPr sz="3200" dirty="0"/>
              <a:t>third-parties</a:t>
            </a:r>
            <a:r>
              <a:rPr sz="3200" spc="-55" dirty="0"/>
              <a:t> </a:t>
            </a:r>
            <a:r>
              <a:rPr sz="3200" dirty="0"/>
              <a:t>to</a:t>
            </a:r>
            <a:r>
              <a:rPr sz="3200" spc="-25" dirty="0"/>
              <a:t> </a:t>
            </a:r>
            <a:r>
              <a:rPr sz="3200" spc="-5" dirty="0"/>
              <a:t>call</a:t>
            </a:r>
            <a:r>
              <a:rPr sz="3200" spc="-10" dirty="0"/>
              <a:t> </a:t>
            </a:r>
            <a:r>
              <a:rPr sz="3200" spc="-5" dirty="0"/>
              <a:t>our</a:t>
            </a:r>
            <a:r>
              <a:rPr sz="3200" spc="-140" dirty="0"/>
              <a:t> </a:t>
            </a:r>
            <a:r>
              <a:rPr sz="3200" dirty="0"/>
              <a:t>App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84" y="2872609"/>
            <a:ext cx="924560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Internet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Endpoint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896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Application</a:t>
            </a:r>
            <a:r>
              <a:rPr sz="2800" spc="-10" dirty="0"/>
              <a:t> </a:t>
            </a:r>
            <a:r>
              <a:rPr sz="2800" spc="-5" dirty="0"/>
              <a:t>integration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270758" y="3065017"/>
            <a:ext cx="2092325" cy="969010"/>
            <a:chOff x="3270758" y="3065017"/>
            <a:chExt cx="2092325" cy="969010"/>
          </a:xfrm>
        </p:grpSpPr>
        <p:sp>
          <p:nvSpPr>
            <p:cNvPr id="4" name="object 4"/>
            <p:cNvSpPr/>
            <p:nvPr/>
          </p:nvSpPr>
          <p:spPr>
            <a:xfrm>
              <a:off x="3283458" y="3077717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1909317" y="0"/>
                  </a:moveTo>
                  <a:lnTo>
                    <a:pt x="157225" y="0"/>
                  </a:lnTo>
                  <a:lnTo>
                    <a:pt x="107517" y="8012"/>
                  </a:lnTo>
                  <a:lnTo>
                    <a:pt x="64355" y="30325"/>
                  </a:lnTo>
                  <a:lnTo>
                    <a:pt x="30325" y="64355"/>
                  </a:lnTo>
                  <a:lnTo>
                    <a:pt x="8012" y="107517"/>
                  </a:lnTo>
                  <a:lnTo>
                    <a:pt x="0" y="157225"/>
                  </a:lnTo>
                  <a:lnTo>
                    <a:pt x="0" y="786129"/>
                  </a:lnTo>
                  <a:lnTo>
                    <a:pt x="8012" y="835824"/>
                  </a:lnTo>
                  <a:lnTo>
                    <a:pt x="30325" y="878984"/>
                  </a:lnTo>
                  <a:lnTo>
                    <a:pt x="64355" y="913019"/>
                  </a:lnTo>
                  <a:lnTo>
                    <a:pt x="107517" y="935340"/>
                  </a:lnTo>
                  <a:lnTo>
                    <a:pt x="157225" y="943356"/>
                  </a:lnTo>
                  <a:lnTo>
                    <a:pt x="1909317" y="943356"/>
                  </a:lnTo>
                  <a:lnTo>
                    <a:pt x="1959026" y="935340"/>
                  </a:lnTo>
                  <a:lnTo>
                    <a:pt x="2002188" y="913019"/>
                  </a:lnTo>
                  <a:lnTo>
                    <a:pt x="2036218" y="878984"/>
                  </a:lnTo>
                  <a:lnTo>
                    <a:pt x="2058531" y="835824"/>
                  </a:lnTo>
                  <a:lnTo>
                    <a:pt x="2066543" y="786129"/>
                  </a:lnTo>
                  <a:lnTo>
                    <a:pt x="2066543" y="157225"/>
                  </a:lnTo>
                  <a:lnTo>
                    <a:pt x="2058531" y="107517"/>
                  </a:lnTo>
                  <a:lnTo>
                    <a:pt x="2036218" y="64355"/>
                  </a:lnTo>
                  <a:lnTo>
                    <a:pt x="2002188" y="30325"/>
                  </a:lnTo>
                  <a:lnTo>
                    <a:pt x="1959026" y="8012"/>
                  </a:lnTo>
                  <a:lnTo>
                    <a:pt x="1909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83458" y="3077717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0" y="157225"/>
                  </a:moveTo>
                  <a:lnTo>
                    <a:pt x="8012" y="107517"/>
                  </a:lnTo>
                  <a:lnTo>
                    <a:pt x="30325" y="64355"/>
                  </a:lnTo>
                  <a:lnTo>
                    <a:pt x="64355" y="30325"/>
                  </a:lnTo>
                  <a:lnTo>
                    <a:pt x="107517" y="8012"/>
                  </a:lnTo>
                  <a:lnTo>
                    <a:pt x="157225" y="0"/>
                  </a:lnTo>
                  <a:lnTo>
                    <a:pt x="1909317" y="0"/>
                  </a:lnTo>
                  <a:lnTo>
                    <a:pt x="1959026" y="8012"/>
                  </a:lnTo>
                  <a:lnTo>
                    <a:pt x="2002188" y="30325"/>
                  </a:lnTo>
                  <a:lnTo>
                    <a:pt x="2036218" y="64355"/>
                  </a:lnTo>
                  <a:lnTo>
                    <a:pt x="2058531" y="107517"/>
                  </a:lnTo>
                  <a:lnTo>
                    <a:pt x="2066543" y="157225"/>
                  </a:lnTo>
                  <a:lnTo>
                    <a:pt x="2066543" y="786129"/>
                  </a:lnTo>
                  <a:lnTo>
                    <a:pt x="2058531" y="835824"/>
                  </a:lnTo>
                  <a:lnTo>
                    <a:pt x="2036218" y="878984"/>
                  </a:lnTo>
                  <a:lnTo>
                    <a:pt x="2002188" y="913019"/>
                  </a:lnTo>
                  <a:lnTo>
                    <a:pt x="1959026" y="935340"/>
                  </a:lnTo>
                  <a:lnTo>
                    <a:pt x="1909317" y="943356"/>
                  </a:lnTo>
                  <a:lnTo>
                    <a:pt x="157225" y="943356"/>
                  </a:lnTo>
                  <a:lnTo>
                    <a:pt x="107517" y="935340"/>
                  </a:lnTo>
                  <a:lnTo>
                    <a:pt x="64355" y="913019"/>
                  </a:lnTo>
                  <a:lnTo>
                    <a:pt x="30325" y="878984"/>
                  </a:lnTo>
                  <a:lnTo>
                    <a:pt x="8012" y="835824"/>
                  </a:lnTo>
                  <a:lnTo>
                    <a:pt x="0" y="786129"/>
                  </a:lnTo>
                  <a:lnTo>
                    <a:pt x="0" y="15722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52876" y="3255975"/>
            <a:ext cx="1727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Online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Mark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tpl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</a:t>
            </a:r>
            <a:r>
              <a:rPr sz="180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2174" y="1306830"/>
            <a:ext cx="1059180" cy="6356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36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Sellers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7902" y="1306830"/>
            <a:ext cx="1057910" cy="6356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36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Sellers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3629" y="1306830"/>
            <a:ext cx="1057910" cy="6356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36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Sellers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15477" y="1936813"/>
            <a:ext cx="4800600" cy="1616710"/>
            <a:chOff x="1915477" y="1936813"/>
            <a:chExt cx="4800600" cy="1616710"/>
          </a:xfrm>
        </p:grpSpPr>
        <p:sp>
          <p:nvSpPr>
            <p:cNvPr id="11" name="object 11"/>
            <p:cNvSpPr/>
            <p:nvPr/>
          </p:nvSpPr>
          <p:spPr>
            <a:xfrm>
              <a:off x="4315967" y="1941576"/>
              <a:ext cx="0" cy="1134745"/>
            </a:xfrm>
            <a:custGeom>
              <a:avLst/>
              <a:gdLst/>
              <a:ahLst/>
              <a:cxnLst/>
              <a:rect l="l" t="t" r="r" b="b"/>
              <a:pathLst>
                <a:path h="1134745">
                  <a:moveTo>
                    <a:pt x="0" y="0"/>
                  </a:moveTo>
                  <a:lnTo>
                    <a:pt x="0" y="1134745"/>
                  </a:lnTo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0239" y="1941576"/>
              <a:ext cx="4791075" cy="1607185"/>
            </a:xfrm>
            <a:custGeom>
              <a:avLst/>
              <a:gdLst/>
              <a:ahLst/>
              <a:cxnLst/>
              <a:rect l="l" t="t" r="r" b="b"/>
              <a:pathLst>
                <a:path w="4791075" h="1607185">
                  <a:moveTo>
                    <a:pt x="0" y="0"/>
                  </a:moveTo>
                  <a:lnTo>
                    <a:pt x="0" y="1606931"/>
                  </a:lnTo>
                  <a:lnTo>
                    <a:pt x="1361694" y="1606931"/>
                  </a:lnTo>
                </a:path>
                <a:path w="4791075" h="1607185">
                  <a:moveTo>
                    <a:pt x="4790694" y="0"/>
                  </a:moveTo>
                  <a:lnTo>
                    <a:pt x="4790694" y="1606931"/>
                  </a:lnTo>
                  <a:lnTo>
                    <a:pt x="3429000" y="1606931"/>
                  </a:lnTo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3734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Access</a:t>
            </a:r>
            <a:r>
              <a:rPr sz="2400" spc="-10" dirty="0"/>
              <a:t> </a:t>
            </a:r>
            <a:r>
              <a:rPr sz="2400" dirty="0"/>
              <a:t>using</a:t>
            </a:r>
            <a:r>
              <a:rPr sz="2400" spc="-45" dirty="0"/>
              <a:t> </a:t>
            </a:r>
            <a:r>
              <a:rPr sz="2400" dirty="0"/>
              <a:t>the</a:t>
            </a:r>
            <a:r>
              <a:rPr sz="2400" spc="-40" dirty="0"/>
              <a:t> </a:t>
            </a:r>
            <a:r>
              <a:rPr sz="2400" dirty="0"/>
              <a:t>Internet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4884673" y="1112774"/>
            <a:ext cx="4134485" cy="3609975"/>
            <a:chOff x="4884673" y="1112774"/>
            <a:chExt cx="4134485" cy="3609975"/>
          </a:xfrm>
        </p:grpSpPr>
        <p:sp>
          <p:nvSpPr>
            <p:cNvPr id="4" name="object 4"/>
            <p:cNvSpPr/>
            <p:nvPr/>
          </p:nvSpPr>
          <p:spPr>
            <a:xfrm>
              <a:off x="4897373" y="1125474"/>
              <a:ext cx="4109085" cy="3584575"/>
            </a:xfrm>
            <a:custGeom>
              <a:avLst/>
              <a:gdLst/>
              <a:ahLst/>
              <a:cxnLst/>
              <a:rect l="l" t="t" r="r" b="b"/>
              <a:pathLst>
                <a:path w="4109084" h="3584575">
                  <a:moveTo>
                    <a:pt x="4108704" y="0"/>
                  </a:moveTo>
                  <a:lnTo>
                    <a:pt x="0" y="0"/>
                  </a:lnTo>
                  <a:lnTo>
                    <a:pt x="0" y="3584448"/>
                  </a:lnTo>
                  <a:lnTo>
                    <a:pt x="4108704" y="3584448"/>
                  </a:lnTo>
                  <a:lnTo>
                    <a:pt x="4108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97373" y="1125474"/>
              <a:ext cx="4109085" cy="3584575"/>
            </a:xfrm>
            <a:custGeom>
              <a:avLst/>
              <a:gdLst/>
              <a:ahLst/>
              <a:cxnLst/>
              <a:rect l="l" t="t" r="r" b="b"/>
              <a:pathLst>
                <a:path w="4109084" h="3584575">
                  <a:moveTo>
                    <a:pt x="0" y="3584448"/>
                  </a:moveTo>
                  <a:lnTo>
                    <a:pt x="4108704" y="3584448"/>
                  </a:lnTo>
                  <a:lnTo>
                    <a:pt x="4108704" y="0"/>
                  </a:lnTo>
                  <a:lnTo>
                    <a:pt x="0" y="0"/>
                  </a:lnTo>
                  <a:lnTo>
                    <a:pt x="0" y="3584448"/>
                  </a:lnTo>
                  <a:close/>
                </a:path>
              </a:pathLst>
            </a:custGeom>
            <a:ln w="25399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78217" y="1876806"/>
              <a:ext cx="1725295" cy="1417320"/>
            </a:xfrm>
            <a:custGeom>
              <a:avLst/>
              <a:gdLst/>
              <a:ahLst/>
              <a:cxnLst/>
              <a:rect l="l" t="t" r="r" b="b"/>
              <a:pathLst>
                <a:path w="1725295" h="1417320">
                  <a:moveTo>
                    <a:pt x="1488948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20"/>
                  </a:lnTo>
                  <a:lnTo>
                    <a:pt x="1488948" y="1417320"/>
                  </a:lnTo>
                  <a:lnTo>
                    <a:pt x="1536545" y="1412519"/>
                  </a:lnTo>
                  <a:lnTo>
                    <a:pt x="1580882" y="1398752"/>
                  </a:lnTo>
                  <a:lnTo>
                    <a:pt x="1621006" y="1376968"/>
                  </a:lnTo>
                  <a:lnTo>
                    <a:pt x="1655968" y="1348120"/>
                  </a:lnTo>
                  <a:lnTo>
                    <a:pt x="1684816" y="1313158"/>
                  </a:lnTo>
                  <a:lnTo>
                    <a:pt x="1706600" y="1273034"/>
                  </a:lnTo>
                  <a:lnTo>
                    <a:pt x="1720367" y="1228697"/>
                  </a:lnTo>
                  <a:lnTo>
                    <a:pt x="1725167" y="1181100"/>
                  </a:lnTo>
                  <a:lnTo>
                    <a:pt x="1725167" y="236220"/>
                  </a:lnTo>
                  <a:lnTo>
                    <a:pt x="1720367" y="188622"/>
                  </a:lnTo>
                  <a:lnTo>
                    <a:pt x="1706600" y="144285"/>
                  </a:lnTo>
                  <a:lnTo>
                    <a:pt x="1684816" y="104161"/>
                  </a:lnTo>
                  <a:lnTo>
                    <a:pt x="1655968" y="69199"/>
                  </a:lnTo>
                  <a:lnTo>
                    <a:pt x="1621006" y="40351"/>
                  </a:lnTo>
                  <a:lnTo>
                    <a:pt x="1580882" y="18567"/>
                  </a:lnTo>
                  <a:lnTo>
                    <a:pt x="1536545" y="4800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78217" y="1876806"/>
              <a:ext cx="1725295" cy="1417320"/>
            </a:xfrm>
            <a:custGeom>
              <a:avLst/>
              <a:gdLst/>
              <a:ahLst/>
              <a:cxnLst/>
              <a:rect l="l" t="t" r="r" b="b"/>
              <a:pathLst>
                <a:path w="1725295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1488948" y="0"/>
                  </a:lnTo>
                  <a:lnTo>
                    <a:pt x="1536545" y="4800"/>
                  </a:lnTo>
                  <a:lnTo>
                    <a:pt x="1580882" y="18567"/>
                  </a:lnTo>
                  <a:lnTo>
                    <a:pt x="1621006" y="40351"/>
                  </a:lnTo>
                  <a:lnTo>
                    <a:pt x="1655968" y="69199"/>
                  </a:lnTo>
                  <a:lnTo>
                    <a:pt x="1684816" y="104161"/>
                  </a:lnTo>
                  <a:lnTo>
                    <a:pt x="1706600" y="144285"/>
                  </a:lnTo>
                  <a:lnTo>
                    <a:pt x="1720367" y="188622"/>
                  </a:lnTo>
                  <a:lnTo>
                    <a:pt x="1725167" y="236220"/>
                  </a:lnTo>
                  <a:lnTo>
                    <a:pt x="1725167" y="1181100"/>
                  </a:lnTo>
                  <a:lnTo>
                    <a:pt x="1720367" y="1228697"/>
                  </a:lnTo>
                  <a:lnTo>
                    <a:pt x="1706600" y="1273034"/>
                  </a:lnTo>
                  <a:lnTo>
                    <a:pt x="1684816" y="1313158"/>
                  </a:lnTo>
                  <a:lnTo>
                    <a:pt x="1655968" y="1348120"/>
                  </a:lnTo>
                  <a:lnTo>
                    <a:pt x="1621006" y="1376968"/>
                  </a:lnTo>
                  <a:lnTo>
                    <a:pt x="1580882" y="1398752"/>
                  </a:lnTo>
                  <a:lnTo>
                    <a:pt x="1536545" y="1412519"/>
                  </a:lnTo>
                  <a:lnTo>
                    <a:pt x="1488948" y="1417320"/>
                  </a:lnTo>
                  <a:lnTo>
                    <a:pt x="236220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78217" y="3379469"/>
              <a:ext cx="1725295" cy="929640"/>
            </a:xfrm>
            <a:custGeom>
              <a:avLst/>
              <a:gdLst/>
              <a:ahLst/>
              <a:cxnLst/>
              <a:rect l="l" t="t" r="r" b="b"/>
              <a:pathLst>
                <a:path w="1725295" h="929639">
                  <a:moveTo>
                    <a:pt x="1570227" y="0"/>
                  </a:moveTo>
                  <a:lnTo>
                    <a:pt x="154939" y="0"/>
                  </a:lnTo>
                  <a:lnTo>
                    <a:pt x="105956" y="7896"/>
                  </a:lnTo>
                  <a:lnTo>
                    <a:pt x="63422" y="29886"/>
                  </a:lnTo>
                  <a:lnTo>
                    <a:pt x="29886" y="63422"/>
                  </a:lnTo>
                  <a:lnTo>
                    <a:pt x="7896" y="105956"/>
                  </a:lnTo>
                  <a:lnTo>
                    <a:pt x="0" y="154939"/>
                  </a:lnTo>
                  <a:lnTo>
                    <a:pt x="0" y="774699"/>
                  </a:lnTo>
                  <a:lnTo>
                    <a:pt x="7896" y="823673"/>
                  </a:lnTo>
                  <a:lnTo>
                    <a:pt x="29886" y="866206"/>
                  </a:lnTo>
                  <a:lnTo>
                    <a:pt x="63422" y="899746"/>
                  </a:lnTo>
                  <a:lnTo>
                    <a:pt x="105956" y="921741"/>
                  </a:lnTo>
                  <a:lnTo>
                    <a:pt x="154939" y="929639"/>
                  </a:lnTo>
                  <a:lnTo>
                    <a:pt x="1570227" y="929639"/>
                  </a:lnTo>
                  <a:lnTo>
                    <a:pt x="1619211" y="921741"/>
                  </a:lnTo>
                  <a:lnTo>
                    <a:pt x="1661745" y="899746"/>
                  </a:lnTo>
                  <a:lnTo>
                    <a:pt x="1695281" y="866206"/>
                  </a:lnTo>
                  <a:lnTo>
                    <a:pt x="1717271" y="823673"/>
                  </a:lnTo>
                  <a:lnTo>
                    <a:pt x="1725167" y="774699"/>
                  </a:lnTo>
                  <a:lnTo>
                    <a:pt x="1725167" y="154939"/>
                  </a:lnTo>
                  <a:lnTo>
                    <a:pt x="1717271" y="105956"/>
                  </a:lnTo>
                  <a:lnTo>
                    <a:pt x="1695281" y="63422"/>
                  </a:lnTo>
                  <a:lnTo>
                    <a:pt x="1661745" y="29886"/>
                  </a:lnTo>
                  <a:lnTo>
                    <a:pt x="1619211" y="7896"/>
                  </a:lnTo>
                  <a:lnTo>
                    <a:pt x="1570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78217" y="3379469"/>
              <a:ext cx="1725295" cy="929640"/>
            </a:xfrm>
            <a:custGeom>
              <a:avLst/>
              <a:gdLst/>
              <a:ahLst/>
              <a:cxnLst/>
              <a:rect l="l" t="t" r="r" b="b"/>
              <a:pathLst>
                <a:path w="1725295" h="929639">
                  <a:moveTo>
                    <a:pt x="0" y="154939"/>
                  </a:moveTo>
                  <a:lnTo>
                    <a:pt x="7896" y="105956"/>
                  </a:lnTo>
                  <a:lnTo>
                    <a:pt x="29886" y="63422"/>
                  </a:lnTo>
                  <a:lnTo>
                    <a:pt x="63422" y="29886"/>
                  </a:lnTo>
                  <a:lnTo>
                    <a:pt x="105956" y="7896"/>
                  </a:lnTo>
                  <a:lnTo>
                    <a:pt x="154939" y="0"/>
                  </a:lnTo>
                  <a:lnTo>
                    <a:pt x="1570227" y="0"/>
                  </a:lnTo>
                  <a:lnTo>
                    <a:pt x="1619211" y="7896"/>
                  </a:lnTo>
                  <a:lnTo>
                    <a:pt x="1661745" y="29886"/>
                  </a:lnTo>
                  <a:lnTo>
                    <a:pt x="1695281" y="63422"/>
                  </a:lnTo>
                  <a:lnTo>
                    <a:pt x="1717271" y="105956"/>
                  </a:lnTo>
                  <a:lnTo>
                    <a:pt x="1725167" y="154939"/>
                  </a:lnTo>
                  <a:lnTo>
                    <a:pt x="1725167" y="774699"/>
                  </a:lnTo>
                  <a:lnTo>
                    <a:pt x="1717271" y="823673"/>
                  </a:lnTo>
                  <a:lnTo>
                    <a:pt x="1695281" y="866206"/>
                  </a:lnTo>
                  <a:lnTo>
                    <a:pt x="1661745" y="899746"/>
                  </a:lnTo>
                  <a:lnTo>
                    <a:pt x="1619211" y="921741"/>
                  </a:lnTo>
                  <a:lnTo>
                    <a:pt x="1570227" y="929639"/>
                  </a:lnTo>
                  <a:lnTo>
                    <a:pt x="154939" y="929639"/>
                  </a:lnTo>
                  <a:lnTo>
                    <a:pt x="105956" y="921741"/>
                  </a:lnTo>
                  <a:lnTo>
                    <a:pt x="63422" y="899746"/>
                  </a:lnTo>
                  <a:lnTo>
                    <a:pt x="29886" y="866206"/>
                  </a:lnTo>
                  <a:lnTo>
                    <a:pt x="7896" y="823673"/>
                  </a:lnTo>
                  <a:lnTo>
                    <a:pt x="0" y="774699"/>
                  </a:lnTo>
                  <a:lnTo>
                    <a:pt x="0" y="15493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59573" y="3672078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87"/>
                  </a:lnTo>
                  <a:lnTo>
                    <a:pt x="575627" y="246433"/>
                  </a:lnTo>
                  <a:lnTo>
                    <a:pt x="584874" y="232708"/>
                  </a:lnTo>
                  <a:lnTo>
                    <a:pt x="588264" y="215900"/>
                  </a:lnTo>
                  <a:lnTo>
                    <a:pt x="588264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59573" y="3672078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80"/>
                  </a:lnTo>
                  <a:lnTo>
                    <a:pt x="588264" y="215900"/>
                  </a:lnTo>
                  <a:lnTo>
                    <a:pt x="584874" y="232708"/>
                  </a:lnTo>
                  <a:lnTo>
                    <a:pt x="575627" y="246433"/>
                  </a:lnTo>
                  <a:lnTo>
                    <a:pt x="561903" y="255687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9277" y="3679697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79" y="259079"/>
                  </a:lnTo>
                  <a:lnTo>
                    <a:pt x="545083" y="259079"/>
                  </a:lnTo>
                  <a:lnTo>
                    <a:pt x="561903" y="255687"/>
                  </a:lnTo>
                  <a:lnTo>
                    <a:pt x="575627" y="246433"/>
                  </a:lnTo>
                  <a:lnTo>
                    <a:pt x="584874" y="232708"/>
                  </a:lnTo>
                  <a:lnTo>
                    <a:pt x="588264" y="215899"/>
                  </a:lnTo>
                  <a:lnTo>
                    <a:pt x="588264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39277" y="3679697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79"/>
                  </a:lnTo>
                  <a:lnTo>
                    <a:pt x="588264" y="215899"/>
                  </a:lnTo>
                  <a:lnTo>
                    <a:pt x="584874" y="232708"/>
                  </a:lnTo>
                  <a:lnTo>
                    <a:pt x="575627" y="246433"/>
                  </a:lnTo>
                  <a:lnTo>
                    <a:pt x="561903" y="255687"/>
                  </a:lnTo>
                  <a:lnTo>
                    <a:pt x="545083" y="259079"/>
                  </a:lnTo>
                  <a:lnTo>
                    <a:pt x="43179" y="259079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44536" y="3594517"/>
            <a:ext cx="1192530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465">
              <a:lnSpc>
                <a:spcPct val="141900"/>
              </a:lnSpc>
              <a:spcBef>
                <a:spcPts val="100"/>
              </a:spcBef>
              <a:tabLst>
                <a:tab pos="764540" algn="l"/>
              </a:tabLst>
            </a:pPr>
            <a:r>
              <a:rPr sz="2100" baseline="1984" dirty="0">
                <a:solidFill>
                  <a:srgbClr val="464646"/>
                </a:solidFill>
                <a:latin typeface="Arial MT"/>
                <a:cs typeface="Arial MT"/>
              </a:rPr>
              <a:t>App	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 Private</a:t>
            </a:r>
            <a:r>
              <a:rPr sz="14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51296" y="4364227"/>
            <a:ext cx="1804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90414" y="1344422"/>
            <a:ext cx="3726179" cy="383540"/>
            <a:chOff x="5090414" y="1344422"/>
            <a:chExt cx="3726179" cy="383540"/>
          </a:xfrm>
        </p:grpSpPr>
        <p:sp>
          <p:nvSpPr>
            <p:cNvPr id="17" name="object 17"/>
            <p:cNvSpPr/>
            <p:nvPr/>
          </p:nvSpPr>
          <p:spPr>
            <a:xfrm>
              <a:off x="5103114" y="1357122"/>
              <a:ext cx="3700779" cy="358140"/>
            </a:xfrm>
            <a:custGeom>
              <a:avLst/>
              <a:gdLst/>
              <a:ahLst/>
              <a:cxnLst/>
              <a:rect l="l" t="t" r="r" b="b"/>
              <a:pathLst>
                <a:path w="3700779" h="358139">
                  <a:moveTo>
                    <a:pt x="3640582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39"/>
                  </a:lnTo>
                  <a:lnTo>
                    <a:pt x="3640582" y="358139"/>
                  </a:lnTo>
                  <a:lnTo>
                    <a:pt x="3663838" y="353456"/>
                  </a:lnTo>
                  <a:lnTo>
                    <a:pt x="3682809" y="340677"/>
                  </a:lnTo>
                  <a:lnTo>
                    <a:pt x="3695588" y="321706"/>
                  </a:lnTo>
                  <a:lnTo>
                    <a:pt x="3700271" y="298450"/>
                  </a:lnTo>
                  <a:lnTo>
                    <a:pt x="3700271" y="59689"/>
                  </a:lnTo>
                  <a:lnTo>
                    <a:pt x="3695588" y="36433"/>
                  </a:lnTo>
                  <a:lnTo>
                    <a:pt x="3682809" y="17462"/>
                  </a:lnTo>
                  <a:lnTo>
                    <a:pt x="3663838" y="4683"/>
                  </a:lnTo>
                  <a:lnTo>
                    <a:pt x="3640582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03114" y="1357122"/>
              <a:ext cx="3700779" cy="358140"/>
            </a:xfrm>
            <a:custGeom>
              <a:avLst/>
              <a:gdLst/>
              <a:ahLst/>
              <a:cxnLst/>
              <a:rect l="l" t="t" r="r" b="b"/>
              <a:pathLst>
                <a:path w="3700779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3640582" y="0"/>
                  </a:lnTo>
                  <a:lnTo>
                    <a:pt x="3663838" y="4683"/>
                  </a:lnTo>
                  <a:lnTo>
                    <a:pt x="3682809" y="17462"/>
                  </a:lnTo>
                  <a:lnTo>
                    <a:pt x="3695588" y="36433"/>
                  </a:lnTo>
                  <a:lnTo>
                    <a:pt x="3700271" y="59689"/>
                  </a:lnTo>
                  <a:lnTo>
                    <a:pt x="3700271" y="298450"/>
                  </a:lnTo>
                  <a:lnTo>
                    <a:pt x="3695588" y="321706"/>
                  </a:lnTo>
                  <a:lnTo>
                    <a:pt x="3682809" y="340677"/>
                  </a:lnTo>
                  <a:lnTo>
                    <a:pt x="3663838" y="353456"/>
                  </a:lnTo>
                  <a:lnTo>
                    <a:pt x="3640582" y="358139"/>
                  </a:lnTo>
                  <a:lnTo>
                    <a:pt x="59689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65545" y="1409522"/>
            <a:ext cx="1376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Intern</a:t>
            </a:r>
            <a:r>
              <a:rPr sz="1400" spc="-20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r>
              <a:rPr sz="14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Gate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ay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90414" y="1864105"/>
            <a:ext cx="2759710" cy="2471420"/>
            <a:chOff x="5090414" y="1864105"/>
            <a:chExt cx="2759710" cy="2471420"/>
          </a:xfrm>
        </p:grpSpPr>
        <p:sp>
          <p:nvSpPr>
            <p:cNvPr id="21" name="object 21"/>
            <p:cNvSpPr/>
            <p:nvPr/>
          </p:nvSpPr>
          <p:spPr>
            <a:xfrm>
              <a:off x="7247382" y="2583941"/>
              <a:ext cx="589915" cy="257810"/>
            </a:xfrm>
            <a:custGeom>
              <a:avLst/>
              <a:gdLst/>
              <a:ahLst/>
              <a:cxnLst/>
              <a:rect l="l" t="t" r="r" b="b"/>
              <a:pathLst>
                <a:path w="589915" h="257810">
                  <a:moveTo>
                    <a:pt x="546862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30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6"/>
                  </a:lnTo>
                  <a:lnTo>
                    <a:pt x="546862" y="257556"/>
                  </a:lnTo>
                  <a:lnTo>
                    <a:pt x="563588" y="254188"/>
                  </a:lnTo>
                  <a:lnTo>
                    <a:pt x="577230" y="244998"/>
                  </a:lnTo>
                  <a:lnTo>
                    <a:pt x="586420" y="231356"/>
                  </a:lnTo>
                  <a:lnTo>
                    <a:pt x="589788" y="214630"/>
                  </a:lnTo>
                  <a:lnTo>
                    <a:pt x="589788" y="42925"/>
                  </a:lnTo>
                  <a:lnTo>
                    <a:pt x="586420" y="26199"/>
                  </a:lnTo>
                  <a:lnTo>
                    <a:pt x="577230" y="12557"/>
                  </a:lnTo>
                  <a:lnTo>
                    <a:pt x="563588" y="3367"/>
                  </a:lnTo>
                  <a:lnTo>
                    <a:pt x="5468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47382" y="2583941"/>
              <a:ext cx="589915" cy="257810"/>
            </a:xfrm>
            <a:custGeom>
              <a:avLst/>
              <a:gdLst/>
              <a:ahLst/>
              <a:cxnLst/>
              <a:rect l="l" t="t" r="r" b="b"/>
              <a:pathLst>
                <a:path w="589915" h="257810">
                  <a:moveTo>
                    <a:pt x="0" y="42925"/>
                  </a:moveTo>
                  <a:lnTo>
                    <a:pt x="3367" y="26199"/>
                  </a:lnTo>
                  <a:lnTo>
                    <a:pt x="12557" y="12557"/>
                  </a:lnTo>
                  <a:lnTo>
                    <a:pt x="26199" y="3367"/>
                  </a:lnTo>
                  <a:lnTo>
                    <a:pt x="42925" y="0"/>
                  </a:lnTo>
                  <a:lnTo>
                    <a:pt x="546862" y="0"/>
                  </a:lnTo>
                  <a:lnTo>
                    <a:pt x="563588" y="3367"/>
                  </a:lnTo>
                  <a:lnTo>
                    <a:pt x="577230" y="12557"/>
                  </a:lnTo>
                  <a:lnTo>
                    <a:pt x="586420" y="26199"/>
                  </a:lnTo>
                  <a:lnTo>
                    <a:pt x="589788" y="42925"/>
                  </a:lnTo>
                  <a:lnTo>
                    <a:pt x="589788" y="214630"/>
                  </a:lnTo>
                  <a:lnTo>
                    <a:pt x="586420" y="231356"/>
                  </a:lnTo>
                  <a:lnTo>
                    <a:pt x="577230" y="244998"/>
                  </a:lnTo>
                  <a:lnTo>
                    <a:pt x="563588" y="254188"/>
                  </a:lnTo>
                  <a:lnTo>
                    <a:pt x="546862" y="257556"/>
                  </a:lnTo>
                  <a:lnTo>
                    <a:pt x="42925" y="257556"/>
                  </a:lnTo>
                  <a:lnTo>
                    <a:pt x="26199" y="254188"/>
                  </a:lnTo>
                  <a:lnTo>
                    <a:pt x="12557" y="244998"/>
                  </a:lnTo>
                  <a:lnTo>
                    <a:pt x="3367" y="231356"/>
                  </a:lnTo>
                  <a:lnTo>
                    <a:pt x="0" y="214630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03114" y="1876805"/>
              <a:ext cx="1725295" cy="1417320"/>
            </a:xfrm>
            <a:custGeom>
              <a:avLst/>
              <a:gdLst/>
              <a:ahLst/>
              <a:cxnLst/>
              <a:rect l="l" t="t" r="r" b="b"/>
              <a:pathLst>
                <a:path w="1725295" h="1417320">
                  <a:moveTo>
                    <a:pt x="1488947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20"/>
                  </a:lnTo>
                  <a:lnTo>
                    <a:pt x="1488947" y="1417320"/>
                  </a:lnTo>
                  <a:lnTo>
                    <a:pt x="1536545" y="1412519"/>
                  </a:lnTo>
                  <a:lnTo>
                    <a:pt x="1580882" y="1398752"/>
                  </a:lnTo>
                  <a:lnTo>
                    <a:pt x="1621006" y="1376968"/>
                  </a:lnTo>
                  <a:lnTo>
                    <a:pt x="1655968" y="1348120"/>
                  </a:lnTo>
                  <a:lnTo>
                    <a:pt x="1684816" y="1313158"/>
                  </a:lnTo>
                  <a:lnTo>
                    <a:pt x="1706600" y="1273034"/>
                  </a:lnTo>
                  <a:lnTo>
                    <a:pt x="1720367" y="1228697"/>
                  </a:lnTo>
                  <a:lnTo>
                    <a:pt x="1725167" y="1181100"/>
                  </a:lnTo>
                  <a:lnTo>
                    <a:pt x="1725167" y="236220"/>
                  </a:lnTo>
                  <a:lnTo>
                    <a:pt x="1720367" y="188622"/>
                  </a:lnTo>
                  <a:lnTo>
                    <a:pt x="1706600" y="144285"/>
                  </a:lnTo>
                  <a:lnTo>
                    <a:pt x="1684816" y="104161"/>
                  </a:lnTo>
                  <a:lnTo>
                    <a:pt x="1655968" y="69199"/>
                  </a:lnTo>
                  <a:lnTo>
                    <a:pt x="1621006" y="40351"/>
                  </a:lnTo>
                  <a:lnTo>
                    <a:pt x="1580882" y="18567"/>
                  </a:lnTo>
                  <a:lnTo>
                    <a:pt x="1536545" y="4800"/>
                  </a:lnTo>
                  <a:lnTo>
                    <a:pt x="1488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03114" y="1876805"/>
              <a:ext cx="1725295" cy="1417320"/>
            </a:xfrm>
            <a:custGeom>
              <a:avLst/>
              <a:gdLst/>
              <a:ahLst/>
              <a:cxnLst/>
              <a:rect l="l" t="t" r="r" b="b"/>
              <a:pathLst>
                <a:path w="1725295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1488947" y="0"/>
                  </a:lnTo>
                  <a:lnTo>
                    <a:pt x="1536545" y="4800"/>
                  </a:lnTo>
                  <a:lnTo>
                    <a:pt x="1580882" y="18567"/>
                  </a:lnTo>
                  <a:lnTo>
                    <a:pt x="1621006" y="40351"/>
                  </a:lnTo>
                  <a:lnTo>
                    <a:pt x="1655968" y="69199"/>
                  </a:lnTo>
                  <a:lnTo>
                    <a:pt x="1684816" y="104161"/>
                  </a:lnTo>
                  <a:lnTo>
                    <a:pt x="1706600" y="144285"/>
                  </a:lnTo>
                  <a:lnTo>
                    <a:pt x="1720367" y="188622"/>
                  </a:lnTo>
                  <a:lnTo>
                    <a:pt x="1725167" y="236220"/>
                  </a:lnTo>
                  <a:lnTo>
                    <a:pt x="1725167" y="1181100"/>
                  </a:lnTo>
                  <a:lnTo>
                    <a:pt x="1720367" y="1228697"/>
                  </a:lnTo>
                  <a:lnTo>
                    <a:pt x="1706600" y="1273034"/>
                  </a:lnTo>
                  <a:lnTo>
                    <a:pt x="1684816" y="1313158"/>
                  </a:lnTo>
                  <a:lnTo>
                    <a:pt x="1655968" y="1348120"/>
                  </a:lnTo>
                  <a:lnTo>
                    <a:pt x="1621006" y="1376968"/>
                  </a:lnTo>
                  <a:lnTo>
                    <a:pt x="1580882" y="1398752"/>
                  </a:lnTo>
                  <a:lnTo>
                    <a:pt x="1536545" y="1412519"/>
                  </a:lnTo>
                  <a:lnTo>
                    <a:pt x="1488947" y="1417320"/>
                  </a:lnTo>
                  <a:lnTo>
                    <a:pt x="236220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03114" y="3394709"/>
              <a:ext cx="1725295" cy="928369"/>
            </a:xfrm>
            <a:custGeom>
              <a:avLst/>
              <a:gdLst/>
              <a:ahLst/>
              <a:cxnLst/>
              <a:rect l="l" t="t" r="r" b="b"/>
              <a:pathLst>
                <a:path w="1725295" h="928370">
                  <a:moveTo>
                    <a:pt x="1570482" y="0"/>
                  </a:moveTo>
                  <a:lnTo>
                    <a:pt x="154686" y="0"/>
                  </a:lnTo>
                  <a:lnTo>
                    <a:pt x="105777" y="7882"/>
                  </a:lnTo>
                  <a:lnTo>
                    <a:pt x="63313" y="29833"/>
                  </a:lnTo>
                  <a:lnTo>
                    <a:pt x="29833" y="63313"/>
                  </a:lnTo>
                  <a:lnTo>
                    <a:pt x="7882" y="105777"/>
                  </a:lnTo>
                  <a:lnTo>
                    <a:pt x="0" y="154685"/>
                  </a:lnTo>
                  <a:lnTo>
                    <a:pt x="0" y="773429"/>
                  </a:lnTo>
                  <a:lnTo>
                    <a:pt x="7882" y="822323"/>
                  </a:lnTo>
                  <a:lnTo>
                    <a:pt x="29833" y="864786"/>
                  </a:lnTo>
                  <a:lnTo>
                    <a:pt x="63313" y="898271"/>
                  </a:lnTo>
                  <a:lnTo>
                    <a:pt x="105777" y="920230"/>
                  </a:lnTo>
                  <a:lnTo>
                    <a:pt x="154686" y="928115"/>
                  </a:lnTo>
                  <a:lnTo>
                    <a:pt x="1570482" y="928115"/>
                  </a:lnTo>
                  <a:lnTo>
                    <a:pt x="1619390" y="920230"/>
                  </a:lnTo>
                  <a:lnTo>
                    <a:pt x="1661854" y="898271"/>
                  </a:lnTo>
                  <a:lnTo>
                    <a:pt x="1695334" y="864786"/>
                  </a:lnTo>
                  <a:lnTo>
                    <a:pt x="1717285" y="822323"/>
                  </a:lnTo>
                  <a:lnTo>
                    <a:pt x="1725167" y="773429"/>
                  </a:lnTo>
                  <a:lnTo>
                    <a:pt x="1725167" y="154685"/>
                  </a:lnTo>
                  <a:lnTo>
                    <a:pt x="1717285" y="105777"/>
                  </a:lnTo>
                  <a:lnTo>
                    <a:pt x="1695334" y="63313"/>
                  </a:lnTo>
                  <a:lnTo>
                    <a:pt x="1661854" y="29833"/>
                  </a:lnTo>
                  <a:lnTo>
                    <a:pt x="1619390" y="7882"/>
                  </a:lnTo>
                  <a:lnTo>
                    <a:pt x="15704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03114" y="3394709"/>
              <a:ext cx="1725295" cy="928369"/>
            </a:xfrm>
            <a:custGeom>
              <a:avLst/>
              <a:gdLst/>
              <a:ahLst/>
              <a:cxnLst/>
              <a:rect l="l" t="t" r="r" b="b"/>
              <a:pathLst>
                <a:path w="1725295" h="928370">
                  <a:moveTo>
                    <a:pt x="0" y="154685"/>
                  </a:moveTo>
                  <a:lnTo>
                    <a:pt x="7882" y="105777"/>
                  </a:lnTo>
                  <a:lnTo>
                    <a:pt x="29833" y="63313"/>
                  </a:lnTo>
                  <a:lnTo>
                    <a:pt x="63313" y="29833"/>
                  </a:lnTo>
                  <a:lnTo>
                    <a:pt x="105777" y="7882"/>
                  </a:lnTo>
                  <a:lnTo>
                    <a:pt x="154686" y="0"/>
                  </a:lnTo>
                  <a:lnTo>
                    <a:pt x="1570482" y="0"/>
                  </a:lnTo>
                  <a:lnTo>
                    <a:pt x="1619390" y="7882"/>
                  </a:lnTo>
                  <a:lnTo>
                    <a:pt x="1661854" y="29833"/>
                  </a:lnTo>
                  <a:lnTo>
                    <a:pt x="1695334" y="63313"/>
                  </a:lnTo>
                  <a:lnTo>
                    <a:pt x="1717285" y="105777"/>
                  </a:lnTo>
                  <a:lnTo>
                    <a:pt x="1725167" y="154685"/>
                  </a:lnTo>
                  <a:lnTo>
                    <a:pt x="1725167" y="773429"/>
                  </a:lnTo>
                  <a:lnTo>
                    <a:pt x="1717285" y="822323"/>
                  </a:lnTo>
                  <a:lnTo>
                    <a:pt x="1695334" y="864786"/>
                  </a:lnTo>
                  <a:lnTo>
                    <a:pt x="1661854" y="898271"/>
                  </a:lnTo>
                  <a:lnTo>
                    <a:pt x="1619390" y="920230"/>
                  </a:lnTo>
                  <a:lnTo>
                    <a:pt x="1570482" y="928115"/>
                  </a:lnTo>
                  <a:lnTo>
                    <a:pt x="154686" y="928115"/>
                  </a:lnTo>
                  <a:lnTo>
                    <a:pt x="105777" y="920230"/>
                  </a:lnTo>
                  <a:lnTo>
                    <a:pt x="63313" y="898271"/>
                  </a:lnTo>
                  <a:lnTo>
                    <a:pt x="29833" y="864786"/>
                  </a:lnTo>
                  <a:lnTo>
                    <a:pt x="7882" y="822323"/>
                  </a:lnTo>
                  <a:lnTo>
                    <a:pt x="0" y="773429"/>
                  </a:lnTo>
                  <a:lnTo>
                    <a:pt x="0" y="15468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81422" y="3679698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79" y="259079"/>
                  </a:lnTo>
                  <a:lnTo>
                    <a:pt x="546607" y="259079"/>
                  </a:lnTo>
                  <a:lnTo>
                    <a:pt x="563427" y="255687"/>
                  </a:lnTo>
                  <a:lnTo>
                    <a:pt x="577151" y="246433"/>
                  </a:lnTo>
                  <a:lnTo>
                    <a:pt x="586398" y="232708"/>
                  </a:lnTo>
                  <a:lnTo>
                    <a:pt x="589788" y="215899"/>
                  </a:lnTo>
                  <a:lnTo>
                    <a:pt x="589788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81422" y="3679698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79"/>
                  </a:lnTo>
                  <a:lnTo>
                    <a:pt x="589788" y="215899"/>
                  </a:lnTo>
                  <a:lnTo>
                    <a:pt x="586398" y="232708"/>
                  </a:lnTo>
                  <a:lnTo>
                    <a:pt x="577151" y="246433"/>
                  </a:lnTo>
                  <a:lnTo>
                    <a:pt x="563427" y="255687"/>
                  </a:lnTo>
                  <a:lnTo>
                    <a:pt x="546607" y="259079"/>
                  </a:lnTo>
                  <a:lnTo>
                    <a:pt x="43179" y="259079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73318" y="3679698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546608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80" y="259079"/>
                  </a:lnTo>
                  <a:lnTo>
                    <a:pt x="546608" y="259079"/>
                  </a:lnTo>
                  <a:lnTo>
                    <a:pt x="563427" y="255687"/>
                  </a:lnTo>
                  <a:lnTo>
                    <a:pt x="577151" y="246433"/>
                  </a:lnTo>
                  <a:lnTo>
                    <a:pt x="586398" y="232708"/>
                  </a:lnTo>
                  <a:lnTo>
                    <a:pt x="589788" y="215899"/>
                  </a:lnTo>
                  <a:lnTo>
                    <a:pt x="589788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73318" y="3679698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79"/>
                  </a:lnTo>
                  <a:lnTo>
                    <a:pt x="589788" y="215899"/>
                  </a:lnTo>
                  <a:lnTo>
                    <a:pt x="586398" y="232708"/>
                  </a:lnTo>
                  <a:lnTo>
                    <a:pt x="577151" y="246433"/>
                  </a:lnTo>
                  <a:lnTo>
                    <a:pt x="563427" y="255687"/>
                  </a:lnTo>
                  <a:lnTo>
                    <a:pt x="546608" y="259079"/>
                  </a:lnTo>
                  <a:lnTo>
                    <a:pt x="43180" y="259079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369814" y="3580891"/>
            <a:ext cx="1192530" cy="65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">
              <a:lnSpc>
                <a:spcPct val="1484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	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 Private</a:t>
            </a:r>
            <a:r>
              <a:rPr sz="14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59713" y="1452448"/>
            <a:ext cx="866775" cy="527685"/>
          </a:xfrm>
          <a:custGeom>
            <a:avLst/>
            <a:gdLst/>
            <a:ahLst/>
            <a:cxnLst/>
            <a:rect l="l" t="t" r="r" b="b"/>
            <a:pathLst>
              <a:path w="866775" h="527685">
                <a:moveTo>
                  <a:pt x="753389" y="37693"/>
                </a:moveTo>
                <a:lnTo>
                  <a:pt x="750417" y="23050"/>
                </a:lnTo>
                <a:lnTo>
                  <a:pt x="742327" y="11074"/>
                </a:lnTo>
                <a:lnTo>
                  <a:pt x="730351" y="2971"/>
                </a:lnTo>
                <a:lnTo>
                  <a:pt x="715721" y="0"/>
                </a:lnTo>
                <a:lnTo>
                  <a:pt x="696887" y="0"/>
                </a:lnTo>
                <a:lnTo>
                  <a:pt x="696887" y="56540"/>
                </a:lnTo>
                <a:lnTo>
                  <a:pt x="696887" y="376897"/>
                </a:lnTo>
                <a:lnTo>
                  <a:pt x="169506" y="376897"/>
                </a:lnTo>
                <a:lnTo>
                  <a:pt x="169506" y="56540"/>
                </a:lnTo>
                <a:lnTo>
                  <a:pt x="696887" y="56540"/>
                </a:lnTo>
                <a:lnTo>
                  <a:pt x="696887" y="0"/>
                </a:lnTo>
                <a:lnTo>
                  <a:pt x="150672" y="0"/>
                </a:lnTo>
                <a:lnTo>
                  <a:pt x="136055" y="2971"/>
                </a:lnTo>
                <a:lnTo>
                  <a:pt x="124066" y="11074"/>
                </a:lnTo>
                <a:lnTo>
                  <a:pt x="115976" y="23050"/>
                </a:lnTo>
                <a:lnTo>
                  <a:pt x="113004" y="37693"/>
                </a:lnTo>
                <a:lnTo>
                  <a:pt x="113004" y="433438"/>
                </a:lnTo>
                <a:lnTo>
                  <a:pt x="753389" y="433438"/>
                </a:lnTo>
                <a:lnTo>
                  <a:pt x="753389" y="376897"/>
                </a:lnTo>
                <a:lnTo>
                  <a:pt x="753389" y="56540"/>
                </a:lnTo>
                <a:lnTo>
                  <a:pt x="753389" y="37693"/>
                </a:lnTo>
                <a:close/>
              </a:path>
              <a:path w="866775" h="527685">
                <a:moveTo>
                  <a:pt x="866394" y="471131"/>
                </a:moveTo>
                <a:lnTo>
                  <a:pt x="489699" y="471131"/>
                </a:lnTo>
                <a:lnTo>
                  <a:pt x="489699" y="486206"/>
                </a:lnTo>
                <a:lnTo>
                  <a:pt x="485940" y="489978"/>
                </a:lnTo>
                <a:lnTo>
                  <a:pt x="380466" y="489978"/>
                </a:lnTo>
                <a:lnTo>
                  <a:pt x="376694" y="486206"/>
                </a:lnTo>
                <a:lnTo>
                  <a:pt x="376694" y="471131"/>
                </a:lnTo>
                <a:lnTo>
                  <a:pt x="0" y="471131"/>
                </a:lnTo>
                <a:lnTo>
                  <a:pt x="0" y="489978"/>
                </a:lnTo>
                <a:lnTo>
                  <a:pt x="2971" y="504609"/>
                </a:lnTo>
                <a:lnTo>
                  <a:pt x="11061" y="516597"/>
                </a:lnTo>
                <a:lnTo>
                  <a:pt x="23037" y="524687"/>
                </a:lnTo>
                <a:lnTo>
                  <a:pt x="37668" y="527659"/>
                </a:lnTo>
                <a:lnTo>
                  <a:pt x="828725" y="527659"/>
                </a:lnTo>
                <a:lnTo>
                  <a:pt x="843356" y="524687"/>
                </a:lnTo>
                <a:lnTo>
                  <a:pt x="855332" y="516597"/>
                </a:lnTo>
                <a:lnTo>
                  <a:pt x="863422" y="504609"/>
                </a:lnTo>
                <a:lnTo>
                  <a:pt x="866394" y="489978"/>
                </a:lnTo>
                <a:lnTo>
                  <a:pt x="866394" y="47113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1385061" y="646977"/>
            <a:ext cx="7291070" cy="2210435"/>
            <a:chOff x="1385061" y="646977"/>
            <a:chExt cx="7291070" cy="2210435"/>
          </a:xfrm>
        </p:grpSpPr>
        <p:sp>
          <p:nvSpPr>
            <p:cNvPr id="34" name="object 34"/>
            <p:cNvSpPr/>
            <p:nvPr/>
          </p:nvSpPr>
          <p:spPr>
            <a:xfrm>
              <a:off x="6069329" y="2583941"/>
              <a:ext cx="589915" cy="257810"/>
            </a:xfrm>
            <a:custGeom>
              <a:avLst/>
              <a:gdLst/>
              <a:ahLst/>
              <a:cxnLst/>
              <a:rect l="l" t="t" r="r" b="b"/>
              <a:pathLst>
                <a:path w="589915" h="257810">
                  <a:moveTo>
                    <a:pt x="546862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30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6"/>
                  </a:lnTo>
                  <a:lnTo>
                    <a:pt x="546862" y="257556"/>
                  </a:lnTo>
                  <a:lnTo>
                    <a:pt x="563588" y="254188"/>
                  </a:lnTo>
                  <a:lnTo>
                    <a:pt x="577230" y="244998"/>
                  </a:lnTo>
                  <a:lnTo>
                    <a:pt x="586420" y="231356"/>
                  </a:lnTo>
                  <a:lnTo>
                    <a:pt x="589788" y="214630"/>
                  </a:lnTo>
                  <a:lnTo>
                    <a:pt x="589788" y="42925"/>
                  </a:lnTo>
                  <a:lnTo>
                    <a:pt x="586420" y="26199"/>
                  </a:lnTo>
                  <a:lnTo>
                    <a:pt x="577230" y="12557"/>
                  </a:lnTo>
                  <a:lnTo>
                    <a:pt x="563588" y="3367"/>
                  </a:lnTo>
                  <a:lnTo>
                    <a:pt x="5468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69329" y="2583941"/>
              <a:ext cx="589915" cy="257810"/>
            </a:xfrm>
            <a:custGeom>
              <a:avLst/>
              <a:gdLst/>
              <a:ahLst/>
              <a:cxnLst/>
              <a:rect l="l" t="t" r="r" b="b"/>
              <a:pathLst>
                <a:path w="589915" h="257810">
                  <a:moveTo>
                    <a:pt x="0" y="42925"/>
                  </a:moveTo>
                  <a:lnTo>
                    <a:pt x="3367" y="26199"/>
                  </a:lnTo>
                  <a:lnTo>
                    <a:pt x="12557" y="12557"/>
                  </a:lnTo>
                  <a:lnTo>
                    <a:pt x="26199" y="3367"/>
                  </a:lnTo>
                  <a:lnTo>
                    <a:pt x="42925" y="0"/>
                  </a:lnTo>
                  <a:lnTo>
                    <a:pt x="546862" y="0"/>
                  </a:lnTo>
                  <a:lnTo>
                    <a:pt x="563588" y="3367"/>
                  </a:lnTo>
                  <a:lnTo>
                    <a:pt x="577230" y="12557"/>
                  </a:lnTo>
                  <a:lnTo>
                    <a:pt x="586420" y="26199"/>
                  </a:lnTo>
                  <a:lnTo>
                    <a:pt x="589788" y="42925"/>
                  </a:lnTo>
                  <a:lnTo>
                    <a:pt x="589788" y="214630"/>
                  </a:lnTo>
                  <a:lnTo>
                    <a:pt x="586420" y="231356"/>
                  </a:lnTo>
                  <a:lnTo>
                    <a:pt x="577230" y="244998"/>
                  </a:lnTo>
                  <a:lnTo>
                    <a:pt x="563588" y="254188"/>
                  </a:lnTo>
                  <a:lnTo>
                    <a:pt x="546862" y="257556"/>
                  </a:lnTo>
                  <a:lnTo>
                    <a:pt x="42925" y="257556"/>
                  </a:lnTo>
                  <a:lnTo>
                    <a:pt x="26199" y="254188"/>
                  </a:lnTo>
                  <a:lnTo>
                    <a:pt x="12557" y="244998"/>
                  </a:lnTo>
                  <a:lnTo>
                    <a:pt x="3367" y="231356"/>
                  </a:lnTo>
                  <a:lnTo>
                    <a:pt x="0" y="214630"/>
                  </a:lnTo>
                  <a:lnTo>
                    <a:pt x="0" y="42925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061" y="646977"/>
              <a:ext cx="2253413" cy="60930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649979" y="815085"/>
              <a:ext cx="3354070" cy="540385"/>
            </a:xfrm>
            <a:custGeom>
              <a:avLst/>
              <a:gdLst/>
              <a:ahLst/>
              <a:cxnLst/>
              <a:rect l="l" t="t" r="r" b="b"/>
              <a:pathLst>
                <a:path w="3354070" h="540385">
                  <a:moveTo>
                    <a:pt x="3257296" y="444118"/>
                  </a:moveTo>
                  <a:lnTo>
                    <a:pt x="3254248" y="445769"/>
                  </a:lnTo>
                  <a:lnTo>
                    <a:pt x="3251327" y="447548"/>
                  </a:lnTo>
                  <a:lnTo>
                    <a:pt x="3250311" y="451485"/>
                  </a:lnTo>
                  <a:lnTo>
                    <a:pt x="3251962" y="454533"/>
                  </a:lnTo>
                  <a:lnTo>
                    <a:pt x="3302000" y="540130"/>
                  </a:lnTo>
                  <a:lnTo>
                    <a:pt x="3309331" y="527558"/>
                  </a:lnTo>
                  <a:lnTo>
                    <a:pt x="3295650" y="527558"/>
                  </a:lnTo>
                  <a:lnTo>
                    <a:pt x="3295523" y="503790"/>
                  </a:lnTo>
                  <a:lnTo>
                    <a:pt x="3263011" y="448055"/>
                  </a:lnTo>
                  <a:lnTo>
                    <a:pt x="3261233" y="445135"/>
                  </a:lnTo>
                  <a:lnTo>
                    <a:pt x="3257296" y="444118"/>
                  </a:lnTo>
                  <a:close/>
                </a:path>
                <a:path w="3354070" h="540385">
                  <a:moveTo>
                    <a:pt x="3295650" y="504008"/>
                  </a:moveTo>
                  <a:lnTo>
                    <a:pt x="3295650" y="527558"/>
                  </a:lnTo>
                  <a:lnTo>
                    <a:pt x="3308350" y="527558"/>
                  </a:lnTo>
                  <a:lnTo>
                    <a:pt x="3308350" y="524255"/>
                  </a:lnTo>
                  <a:lnTo>
                    <a:pt x="3296412" y="524255"/>
                  </a:lnTo>
                  <a:lnTo>
                    <a:pt x="3301936" y="514785"/>
                  </a:lnTo>
                  <a:lnTo>
                    <a:pt x="3295650" y="504008"/>
                  </a:lnTo>
                  <a:close/>
                </a:path>
                <a:path w="3354070" h="540385">
                  <a:moveTo>
                    <a:pt x="3346577" y="444118"/>
                  </a:moveTo>
                  <a:lnTo>
                    <a:pt x="3342640" y="445135"/>
                  </a:lnTo>
                  <a:lnTo>
                    <a:pt x="3340862" y="448055"/>
                  </a:lnTo>
                  <a:lnTo>
                    <a:pt x="3308350" y="503790"/>
                  </a:lnTo>
                  <a:lnTo>
                    <a:pt x="3308350" y="527558"/>
                  </a:lnTo>
                  <a:lnTo>
                    <a:pt x="3309331" y="527558"/>
                  </a:lnTo>
                  <a:lnTo>
                    <a:pt x="3353689" y="451485"/>
                  </a:lnTo>
                  <a:lnTo>
                    <a:pt x="3352673" y="447548"/>
                  </a:lnTo>
                  <a:lnTo>
                    <a:pt x="3349625" y="445769"/>
                  </a:lnTo>
                  <a:lnTo>
                    <a:pt x="3346577" y="444118"/>
                  </a:lnTo>
                  <a:close/>
                </a:path>
                <a:path w="3354070" h="540385">
                  <a:moveTo>
                    <a:pt x="3301936" y="514785"/>
                  </a:moveTo>
                  <a:lnTo>
                    <a:pt x="3296412" y="524255"/>
                  </a:lnTo>
                  <a:lnTo>
                    <a:pt x="3307461" y="524255"/>
                  </a:lnTo>
                  <a:lnTo>
                    <a:pt x="3301936" y="514785"/>
                  </a:lnTo>
                  <a:close/>
                </a:path>
                <a:path w="3354070" h="540385">
                  <a:moveTo>
                    <a:pt x="3308350" y="503790"/>
                  </a:moveTo>
                  <a:lnTo>
                    <a:pt x="3301936" y="514785"/>
                  </a:lnTo>
                  <a:lnTo>
                    <a:pt x="3307461" y="524255"/>
                  </a:lnTo>
                  <a:lnTo>
                    <a:pt x="3308350" y="524255"/>
                  </a:lnTo>
                  <a:lnTo>
                    <a:pt x="3308350" y="503790"/>
                  </a:lnTo>
                  <a:close/>
                </a:path>
                <a:path w="3354070" h="540385">
                  <a:moveTo>
                    <a:pt x="3295650" y="6350"/>
                  </a:moveTo>
                  <a:lnTo>
                    <a:pt x="3295650" y="504008"/>
                  </a:lnTo>
                  <a:lnTo>
                    <a:pt x="3301936" y="514785"/>
                  </a:lnTo>
                  <a:lnTo>
                    <a:pt x="3308223" y="504008"/>
                  </a:lnTo>
                  <a:lnTo>
                    <a:pt x="3308350" y="12700"/>
                  </a:lnTo>
                  <a:lnTo>
                    <a:pt x="3302000" y="12700"/>
                  </a:lnTo>
                  <a:lnTo>
                    <a:pt x="3295650" y="6350"/>
                  </a:lnTo>
                  <a:close/>
                </a:path>
                <a:path w="3354070" h="540385">
                  <a:moveTo>
                    <a:pt x="3305429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295650" y="12700"/>
                  </a:lnTo>
                  <a:lnTo>
                    <a:pt x="3295650" y="6350"/>
                  </a:lnTo>
                  <a:lnTo>
                    <a:pt x="3308350" y="6350"/>
                  </a:lnTo>
                  <a:lnTo>
                    <a:pt x="3308350" y="2793"/>
                  </a:lnTo>
                  <a:lnTo>
                    <a:pt x="3305429" y="0"/>
                  </a:lnTo>
                  <a:close/>
                </a:path>
                <a:path w="3354070" h="540385">
                  <a:moveTo>
                    <a:pt x="3308350" y="6350"/>
                  </a:moveTo>
                  <a:lnTo>
                    <a:pt x="3295650" y="6350"/>
                  </a:lnTo>
                  <a:lnTo>
                    <a:pt x="3302000" y="12700"/>
                  </a:lnTo>
                  <a:lnTo>
                    <a:pt x="3308350" y="12700"/>
                  </a:lnTo>
                  <a:lnTo>
                    <a:pt x="3308350" y="6350"/>
                  </a:lnTo>
                  <a:close/>
                </a:path>
              </a:pathLst>
            </a:custGeom>
            <a:solidFill>
              <a:srgbClr val="999A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44846" y="258546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79"/>
                  </a:lnTo>
                  <a:lnTo>
                    <a:pt x="545083" y="259079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44846" y="258546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79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79"/>
                  </a:lnTo>
                  <a:lnTo>
                    <a:pt x="43179" y="259079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74914" y="2583941"/>
              <a:ext cx="588645" cy="257810"/>
            </a:xfrm>
            <a:custGeom>
              <a:avLst/>
              <a:gdLst/>
              <a:ahLst/>
              <a:cxnLst/>
              <a:rect l="l" t="t" r="r" b="b"/>
              <a:pathLst>
                <a:path w="588645" h="257810">
                  <a:moveTo>
                    <a:pt x="545337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30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6"/>
                  </a:lnTo>
                  <a:lnTo>
                    <a:pt x="545337" y="257556"/>
                  </a:lnTo>
                  <a:lnTo>
                    <a:pt x="562064" y="254188"/>
                  </a:lnTo>
                  <a:lnTo>
                    <a:pt x="575706" y="244998"/>
                  </a:lnTo>
                  <a:lnTo>
                    <a:pt x="584896" y="231356"/>
                  </a:lnTo>
                  <a:lnTo>
                    <a:pt x="588263" y="214630"/>
                  </a:lnTo>
                  <a:lnTo>
                    <a:pt x="588263" y="42925"/>
                  </a:lnTo>
                  <a:lnTo>
                    <a:pt x="584896" y="26199"/>
                  </a:lnTo>
                  <a:lnTo>
                    <a:pt x="575706" y="12557"/>
                  </a:lnTo>
                  <a:lnTo>
                    <a:pt x="562064" y="3367"/>
                  </a:lnTo>
                  <a:lnTo>
                    <a:pt x="545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74914" y="2583941"/>
              <a:ext cx="588645" cy="257810"/>
            </a:xfrm>
            <a:custGeom>
              <a:avLst/>
              <a:gdLst/>
              <a:ahLst/>
              <a:cxnLst/>
              <a:rect l="l" t="t" r="r" b="b"/>
              <a:pathLst>
                <a:path w="588645" h="257810">
                  <a:moveTo>
                    <a:pt x="0" y="42925"/>
                  </a:moveTo>
                  <a:lnTo>
                    <a:pt x="3367" y="26199"/>
                  </a:lnTo>
                  <a:lnTo>
                    <a:pt x="12557" y="12557"/>
                  </a:lnTo>
                  <a:lnTo>
                    <a:pt x="26199" y="3367"/>
                  </a:lnTo>
                  <a:lnTo>
                    <a:pt x="42925" y="0"/>
                  </a:lnTo>
                  <a:lnTo>
                    <a:pt x="545337" y="0"/>
                  </a:lnTo>
                  <a:lnTo>
                    <a:pt x="562064" y="3367"/>
                  </a:lnTo>
                  <a:lnTo>
                    <a:pt x="575706" y="12557"/>
                  </a:lnTo>
                  <a:lnTo>
                    <a:pt x="584896" y="26199"/>
                  </a:lnTo>
                  <a:lnTo>
                    <a:pt x="588263" y="42925"/>
                  </a:lnTo>
                  <a:lnTo>
                    <a:pt x="588263" y="214630"/>
                  </a:lnTo>
                  <a:lnTo>
                    <a:pt x="584896" y="231356"/>
                  </a:lnTo>
                  <a:lnTo>
                    <a:pt x="575706" y="244998"/>
                  </a:lnTo>
                  <a:lnTo>
                    <a:pt x="562064" y="254188"/>
                  </a:lnTo>
                  <a:lnTo>
                    <a:pt x="545337" y="257556"/>
                  </a:lnTo>
                  <a:lnTo>
                    <a:pt x="42925" y="257556"/>
                  </a:lnTo>
                  <a:lnTo>
                    <a:pt x="26199" y="254188"/>
                  </a:lnTo>
                  <a:lnTo>
                    <a:pt x="12557" y="244998"/>
                  </a:lnTo>
                  <a:lnTo>
                    <a:pt x="3367" y="231356"/>
                  </a:lnTo>
                  <a:lnTo>
                    <a:pt x="0" y="214630"/>
                  </a:lnTo>
                  <a:lnTo>
                    <a:pt x="0" y="42925"/>
                  </a:lnTo>
                  <a:close/>
                </a:path>
              </a:pathLst>
            </a:custGeom>
            <a:ln w="25399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26872" y="2170938"/>
            <a:ext cx="4371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8285" marR="5080" indent="-150622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Third 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party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sellers 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call 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the </a:t>
            </a:r>
            <a:r>
              <a:rPr sz="1800" b="1" spc="-90" dirty="0">
                <a:solidFill>
                  <a:srgbClr val="464646"/>
                </a:solidFill>
                <a:latin typeface="Arial"/>
                <a:cs typeface="Arial"/>
              </a:rPr>
              <a:t>API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using 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the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load </a:t>
            </a:r>
            <a:r>
              <a:rPr sz="1800" b="1" spc="-49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45" dirty="0">
                <a:solidFill>
                  <a:srgbClr val="464646"/>
                </a:solidFill>
                <a:latin typeface="Arial"/>
                <a:cs typeface="Arial"/>
              </a:rPr>
              <a:t>ce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42890" y="2589022"/>
            <a:ext cx="3221990" cy="59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7565" algn="l"/>
                <a:tab pos="2016125" algn="l"/>
                <a:tab pos="2842895" algn="l"/>
              </a:tabLst>
            </a:pP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	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	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	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endParaRPr sz="1400">
              <a:latin typeface="Arial MT"/>
              <a:cs typeface="Arial MT"/>
            </a:endParaRPr>
          </a:p>
          <a:p>
            <a:pPr marL="73660">
              <a:lnSpc>
                <a:spcPct val="100000"/>
              </a:lnSpc>
              <a:spcBef>
                <a:spcPts val="1145"/>
              </a:spcBef>
              <a:tabLst>
                <a:tab pos="2048510" algn="l"/>
              </a:tabLst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	Public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233670" y="2066798"/>
            <a:ext cx="3441065" cy="363855"/>
            <a:chOff x="5233670" y="2066798"/>
            <a:chExt cx="3441065" cy="363855"/>
          </a:xfrm>
        </p:grpSpPr>
        <p:sp>
          <p:nvSpPr>
            <p:cNvPr id="45" name="object 45"/>
            <p:cNvSpPr/>
            <p:nvPr/>
          </p:nvSpPr>
          <p:spPr>
            <a:xfrm>
              <a:off x="5246370" y="2079498"/>
              <a:ext cx="3415665" cy="338455"/>
            </a:xfrm>
            <a:custGeom>
              <a:avLst/>
              <a:gdLst/>
              <a:ahLst/>
              <a:cxnLst/>
              <a:rect l="l" t="t" r="r" b="b"/>
              <a:pathLst>
                <a:path w="3415665" h="338455">
                  <a:moveTo>
                    <a:pt x="3358896" y="0"/>
                  </a:moveTo>
                  <a:lnTo>
                    <a:pt x="56387" y="0"/>
                  </a:lnTo>
                  <a:lnTo>
                    <a:pt x="34450" y="4435"/>
                  </a:lnTo>
                  <a:lnTo>
                    <a:pt x="16525" y="16525"/>
                  </a:lnTo>
                  <a:lnTo>
                    <a:pt x="4435" y="34450"/>
                  </a:lnTo>
                  <a:lnTo>
                    <a:pt x="0" y="56387"/>
                  </a:lnTo>
                  <a:lnTo>
                    <a:pt x="0" y="281939"/>
                  </a:lnTo>
                  <a:lnTo>
                    <a:pt x="4435" y="303877"/>
                  </a:lnTo>
                  <a:lnTo>
                    <a:pt x="16525" y="321802"/>
                  </a:lnTo>
                  <a:lnTo>
                    <a:pt x="34450" y="333892"/>
                  </a:lnTo>
                  <a:lnTo>
                    <a:pt x="56387" y="338327"/>
                  </a:lnTo>
                  <a:lnTo>
                    <a:pt x="3358896" y="338327"/>
                  </a:lnTo>
                  <a:lnTo>
                    <a:pt x="3380833" y="333892"/>
                  </a:lnTo>
                  <a:lnTo>
                    <a:pt x="3398758" y="321802"/>
                  </a:lnTo>
                  <a:lnTo>
                    <a:pt x="3410848" y="303877"/>
                  </a:lnTo>
                  <a:lnTo>
                    <a:pt x="3415283" y="281939"/>
                  </a:lnTo>
                  <a:lnTo>
                    <a:pt x="3415283" y="56387"/>
                  </a:lnTo>
                  <a:lnTo>
                    <a:pt x="3410848" y="34450"/>
                  </a:lnTo>
                  <a:lnTo>
                    <a:pt x="3398758" y="16525"/>
                  </a:lnTo>
                  <a:lnTo>
                    <a:pt x="3380833" y="4435"/>
                  </a:lnTo>
                  <a:lnTo>
                    <a:pt x="3358896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46370" y="2079498"/>
              <a:ext cx="3415665" cy="338455"/>
            </a:xfrm>
            <a:custGeom>
              <a:avLst/>
              <a:gdLst/>
              <a:ahLst/>
              <a:cxnLst/>
              <a:rect l="l" t="t" r="r" b="b"/>
              <a:pathLst>
                <a:path w="3415665" h="338455">
                  <a:moveTo>
                    <a:pt x="0" y="56387"/>
                  </a:moveTo>
                  <a:lnTo>
                    <a:pt x="4435" y="34450"/>
                  </a:lnTo>
                  <a:lnTo>
                    <a:pt x="16525" y="16525"/>
                  </a:lnTo>
                  <a:lnTo>
                    <a:pt x="34450" y="4435"/>
                  </a:lnTo>
                  <a:lnTo>
                    <a:pt x="56387" y="0"/>
                  </a:lnTo>
                  <a:lnTo>
                    <a:pt x="3358896" y="0"/>
                  </a:lnTo>
                  <a:lnTo>
                    <a:pt x="3380833" y="4435"/>
                  </a:lnTo>
                  <a:lnTo>
                    <a:pt x="3398758" y="16525"/>
                  </a:lnTo>
                  <a:lnTo>
                    <a:pt x="3410848" y="34450"/>
                  </a:lnTo>
                  <a:lnTo>
                    <a:pt x="3415283" y="56387"/>
                  </a:lnTo>
                  <a:lnTo>
                    <a:pt x="3415283" y="281939"/>
                  </a:lnTo>
                  <a:lnTo>
                    <a:pt x="3410848" y="303877"/>
                  </a:lnTo>
                  <a:lnTo>
                    <a:pt x="3398758" y="321802"/>
                  </a:lnTo>
                  <a:lnTo>
                    <a:pt x="3380833" y="333892"/>
                  </a:lnTo>
                  <a:lnTo>
                    <a:pt x="3358896" y="338327"/>
                  </a:lnTo>
                  <a:lnTo>
                    <a:pt x="56387" y="338327"/>
                  </a:lnTo>
                  <a:lnTo>
                    <a:pt x="34450" y="333892"/>
                  </a:lnTo>
                  <a:lnTo>
                    <a:pt x="16525" y="321802"/>
                  </a:lnTo>
                  <a:lnTo>
                    <a:pt x="4435" y="303877"/>
                  </a:lnTo>
                  <a:lnTo>
                    <a:pt x="0" y="281939"/>
                  </a:lnTo>
                  <a:lnTo>
                    <a:pt x="0" y="56387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080505" y="2123059"/>
            <a:ext cx="17449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Elastic</a:t>
            </a:r>
            <a:r>
              <a:rPr sz="14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Load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Balancer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900544" y="1714500"/>
            <a:ext cx="103505" cy="364490"/>
          </a:xfrm>
          <a:custGeom>
            <a:avLst/>
            <a:gdLst/>
            <a:ahLst/>
            <a:cxnLst/>
            <a:rect l="l" t="t" r="r" b="b"/>
            <a:pathLst>
              <a:path w="103504" h="364489">
                <a:moveTo>
                  <a:pt x="6984" y="268605"/>
                </a:moveTo>
                <a:lnTo>
                  <a:pt x="888" y="272161"/>
                </a:lnTo>
                <a:lnTo>
                  <a:pt x="0" y="276098"/>
                </a:lnTo>
                <a:lnTo>
                  <a:pt x="1777" y="279145"/>
                </a:lnTo>
                <a:lnTo>
                  <a:pt x="52070" y="364489"/>
                </a:lnTo>
                <a:lnTo>
                  <a:pt x="59323" y="351917"/>
                </a:lnTo>
                <a:lnTo>
                  <a:pt x="45593" y="351917"/>
                </a:lnTo>
                <a:lnTo>
                  <a:pt x="45469" y="328427"/>
                </a:lnTo>
                <a:lnTo>
                  <a:pt x="10922" y="269620"/>
                </a:lnTo>
                <a:lnTo>
                  <a:pt x="6984" y="268605"/>
                </a:lnTo>
                <a:close/>
              </a:path>
              <a:path w="103504" h="364489">
                <a:moveTo>
                  <a:pt x="45491" y="328464"/>
                </a:moveTo>
                <a:lnTo>
                  <a:pt x="45593" y="351917"/>
                </a:lnTo>
                <a:lnTo>
                  <a:pt x="58293" y="351917"/>
                </a:lnTo>
                <a:lnTo>
                  <a:pt x="58279" y="348742"/>
                </a:lnTo>
                <a:lnTo>
                  <a:pt x="46481" y="348742"/>
                </a:lnTo>
                <a:lnTo>
                  <a:pt x="51891" y="339357"/>
                </a:lnTo>
                <a:lnTo>
                  <a:pt x="45491" y="328464"/>
                </a:lnTo>
                <a:close/>
              </a:path>
              <a:path w="103504" h="364489">
                <a:moveTo>
                  <a:pt x="96265" y="268224"/>
                </a:moveTo>
                <a:lnTo>
                  <a:pt x="92328" y="269239"/>
                </a:lnTo>
                <a:lnTo>
                  <a:pt x="90550" y="272288"/>
                </a:lnTo>
                <a:lnTo>
                  <a:pt x="58191" y="328427"/>
                </a:lnTo>
                <a:lnTo>
                  <a:pt x="58293" y="351917"/>
                </a:lnTo>
                <a:lnTo>
                  <a:pt x="59323" y="351917"/>
                </a:lnTo>
                <a:lnTo>
                  <a:pt x="101600" y="278638"/>
                </a:lnTo>
                <a:lnTo>
                  <a:pt x="103377" y="275589"/>
                </a:lnTo>
                <a:lnTo>
                  <a:pt x="102361" y="271780"/>
                </a:lnTo>
                <a:lnTo>
                  <a:pt x="96265" y="268224"/>
                </a:lnTo>
                <a:close/>
              </a:path>
              <a:path w="103504" h="364489">
                <a:moveTo>
                  <a:pt x="51891" y="339357"/>
                </a:moveTo>
                <a:lnTo>
                  <a:pt x="46481" y="348742"/>
                </a:lnTo>
                <a:lnTo>
                  <a:pt x="57403" y="348742"/>
                </a:lnTo>
                <a:lnTo>
                  <a:pt x="51891" y="339357"/>
                </a:lnTo>
                <a:close/>
              </a:path>
              <a:path w="103504" h="364489">
                <a:moveTo>
                  <a:pt x="58191" y="328427"/>
                </a:moveTo>
                <a:lnTo>
                  <a:pt x="51891" y="339357"/>
                </a:lnTo>
                <a:lnTo>
                  <a:pt x="57403" y="348742"/>
                </a:lnTo>
                <a:lnTo>
                  <a:pt x="58279" y="348742"/>
                </a:lnTo>
                <a:lnTo>
                  <a:pt x="58191" y="328427"/>
                </a:lnTo>
                <a:close/>
              </a:path>
              <a:path w="103504" h="364489">
                <a:moveTo>
                  <a:pt x="56769" y="0"/>
                </a:moveTo>
                <a:lnTo>
                  <a:pt x="44069" y="0"/>
                </a:lnTo>
                <a:lnTo>
                  <a:pt x="45491" y="328464"/>
                </a:lnTo>
                <a:lnTo>
                  <a:pt x="51891" y="339357"/>
                </a:lnTo>
                <a:lnTo>
                  <a:pt x="58191" y="328427"/>
                </a:lnTo>
                <a:lnTo>
                  <a:pt x="56769" y="0"/>
                </a:lnTo>
                <a:close/>
              </a:path>
            </a:pathLst>
          </a:custGeom>
          <a:solidFill>
            <a:srgbClr val="999A9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5920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Application</a:t>
            </a:r>
            <a:r>
              <a:rPr sz="2800" spc="15" dirty="0"/>
              <a:t> </a:t>
            </a:r>
            <a:r>
              <a:rPr sz="2800" spc="-5" dirty="0"/>
              <a:t>integration</a:t>
            </a:r>
            <a:r>
              <a:rPr sz="2800" spc="15" dirty="0"/>
              <a:t> </a:t>
            </a:r>
            <a:r>
              <a:rPr sz="2800" spc="-5" dirty="0"/>
              <a:t>inside</a:t>
            </a:r>
            <a:r>
              <a:rPr sz="2800" spc="-85" dirty="0"/>
              <a:t> </a:t>
            </a:r>
            <a:r>
              <a:rPr sz="2800" spc="-60" dirty="0"/>
              <a:t>AWS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30022" y="2050033"/>
            <a:ext cx="3573779" cy="2560320"/>
            <a:chOff x="430022" y="2050033"/>
            <a:chExt cx="3573779" cy="2560320"/>
          </a:xfrm>
        </p:grpSpPr>
        <p:sp>
          <p:nvSpPr>
            <p:cNvPr id="4" name="object 4"/>
            <p:cNvSpPr/>
            <p:nvPr/>
          </p:nvSpPr>
          <p:spPr>
            <a:xfrm>
              <a:off x="442722" y="2062733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3547872" y="0"/>
                  </a:moveTo>
                  <a:lnTo>
                    <a:pt x="0" y="0"/>
                  </a:lnTo>
                  <a:lnTo>
                    <a:pt x="0" y="2534412"/>
                  </a:lnTo>
                  <a:lnTo>
                    <a:pt x="3547872" y="2534412"/>
                  </a:lnTo>
                  <a:lnTo>
                    <a:pt x="354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2722" y="2062733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0" y="2534412"/>
                  </a:moveTo>
                  <a:lnTo>
                    <a:pt x="3547872" y="2534412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53441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0099" y="3977132"/>
            <a:ext cx="20307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14797" y="2050033"/>
            <a:ext cx="3573779" cy="2560320"/>
            <a:chOff x="5114797" y="2050033"/>
            <a:chExt cx="3573779" cy="2560320"/>
          </a:xfrm>
        </p:grpSpPr>
        <p:sp>
          <p:nvSpPr>
            <p:cNvPr id="8" name="object 8"/>
            <p:cNvSpPr/>
            <p:nvPr/>
          </p:nvSpPr>
          <p:spPr>
            <a:xfrm>
              <a:off x="5127497" y="2062733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3547872" y="0"/>
                  </a:moveTo>
                  <a:lnTo>
                    <a:pt x="0" y="0"/>
                  </a:lnTo>
                  <a:lnTo>
                    <a:pt x="0" y="2534412"/>
                  </a:lnTo>
                  <a:lnTo>
                    <a:pt x="3547872" y="2534412"/>
                  </a:lnTo>
                  <a:lnTo>
                    <a:pt x="354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27497" y="2062733"/>
              <a:ext cx="3548379" cy="2534920"/>
            </a:xfrm>
            <a:custGeom>
              <a:avLst/>
              <a:gdLst/>
              <a:ahLst/>
              <a:cxnLst/>
              <a:rect l="l" t="t" r="r" b="b"/>
              <a:pathLst>
                <a:path w="3548379" h="2534920">
                  <a:moveTo>
                    <a:pt x="0" y="2534412"/>
                  </a:moveTo>
                  <a:lnTo>
                    <a:pt x="3547872" y="2534412"/>
                  </a:lnTo>
                  <a:lnTo>
                    <a:pt x="3547872" y="0"/>
                  </a:lnTo>
                  <a:lnTo>
                    <a:pt x="0" y="0"/>
                  </a:lnTo>
                  <a:lnTo>
                    <a:pt x="0" y="253441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60465" y="3977132"/>
            <a:ext cx="2281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8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66113" y="2667254"/>
            <a:ext cx="2092325" cy="969010"/>
            <a:chOff x="1166113" y="2667254"/>
            <a:chExt cx="2092325" cy="969010"/>
          </a:xfrm>
        </p:grpSpPr>
        <p:sp>
          <p:nvSpPr>
            <p:cNvPr id="12" name="object 12"/>
            <p:cNvSpPr/>
            <p:nvPr/>
          </p:nvSpPr>
          <p:spPr>
            <a:xfrm>
              <a:off x="1178813" y="2679954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1909318" y="0"/>
                  </a:moveTo>
                  <a:lnTo>
                    <a:pt x="157226" y="0"/>
                  </a:lnTo>
                  <a:lnTo>
                    <a:pt x="107531" y="8012"/>
                  </a:lnTo>
                  <a:lnTo>
                    <a:pt x="64371" y="30325"/>
                  </a:lnTo>
                  <a:lnTo>
                    <a:pt x="30336" y="64355"/>
                  </a:lnTo>
                  <a:lnTo>
                    <a:pt x="8015" y="107517"/>
                  </a:lnTo>
                  <a:lnTo>
                    <a:pt x="0" y="157225"/>
                  </a:lnTo>
                  <a:lnTo>
                    <a:pt x="0" y="786129"/>
                  </a:lnTo>
                  <a:lnTo>
                    <a:pt x="8015" y="835838"/>
                  </a:lnTo>
                  <a:lnTo>
                    <a:pt x="30336" y="879000"/>
                  </a:lnTo>
                  <a:lnTo>
                    <a:pt x="64371" y="913030"/>
                  </a:lnTo>
                  <a:lnTo>
                    <a:pt x="107531" y="935343"/>
                  </a:lnTo>
                  <a:lnTo>
                    <a:pt x="157226" y="943355"/>
                  </a:lnTo>
                  <a:lnTo>
                    <a:pt x="1909318" y="943355"/>
                  </a:lnTo>
                  <a:lnTo>
                    <a:pt x="1959026" y="935343"/>
                  </a:lnTo>
                  <a:lnTo>
                    <a:pt x="2002188" y="913030"/>
                  </a:lnTo>
                  <a:lnTo>
                    <a:pt x="2036218" y="879000"/>
                  </a:lnTo>
                  <a:lnTo>
                    <a:pt x="2058531" y="835838"/>
                  </a:lnTo>
                  <a:lnTo>
                    <a:pt x="2066544" y="786129"/>
                  </a:lnTo>
                  <a:lnTo>
                    <a:pt x="2066544" y="157225"/>
                  </a:lnTo>
                  <a:lnTo>
                    <a:pt x="2058531" y="107517"/>
                  </a:lnTo>
                  <a:lnTo>
                    <a:pt x="2036218" y="64355"/>
                  </a:lnTo>
                  <a:lnTo>
                    <a:pt x="2002188" y="30325"/>
                  </a:lnTo>
                  <a:lnTo>
                    <a:pt x="1959026" y="8012"/>
                  </a:lnTo>
                  <a:lnTo>
                    <a:pt x="19093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8813" y="2679954"/>
              <a:ext cx="2066925" cy="943610"/>
            </a:xfrm>
            <a:custGeom>
              <a:avLst/>
              <a:gdLst/>
              <a:ahLst/>
              <a:cxnLst/>
              <a:rect l="l" t="t" r="r" b="b"/>
              <a:pathLst>
                <a:path w="2066925" h="943610">
                  <a:moveTo>
                    <a:pt x="0" y="157225"/>
                  </a:moveTo>
                  <a:lnTo>
                    <a:pt x="8015" y="107517"/>
                  </a:lnTo>
                  <a:lnTo>
                    <a:pt x="30336" y="64355"/>
                  </a:lnTo>
                  <a:lnTo>
                    <a:pt x="64371" y="30325"/>
                  </a:lnTo>
                  <a:lnTo>
                    <a:pt x="107531" y="8012"/>
                  </a:lnTo>
                  <a:lnTo>
                    <a:pt x="157226" y="0"/>
                  </a:lnTo>
                  <a:lnTo>
                    <a:pt x="1909318" y="0"/>
                  </a:lnTo>
                  <a:lnTo>
                    <a:pt x="1959026" y="8012"/>
                  </a:lnTo>
                  <a:lnTo>
                    <a:pt x="2002188" y="30325"/>
                  </a:lnTo>
                  <a:lnTo>
                    <a:pt x="2036218" y="64355"/>
                  </a:lnTo>
                  <a:lnTo>
                    <a:pt x="2058531" y="107517"/>
                  </a:lnTo>
                  <a:lnTo>
                    <a:pt x="2066544" y="157225"/>
                  </a:lnTo>
                  <a:lnTo>
                    <a:pt x="2066544" y="786129"/>
                  </a:lnTo>
                  <a:lnTo>
                    <a:pt x="2058531" y="835838"/>
                  </a:lnTo>
                  <a:lnTo>
                    <a:pt x="2036218" y="879000"/>
                  </a:lnTo>
                  <a:lnTo>
                    <a:pt x="2002188" y="913030"/>
                  </a:lnTo>
                  <a:lnTo>
                    <a:pt x="1959026" y="935343"/>
                  </a:lnTo>
                  <a:lnTo>
                    <a:pt x="1909318" y="943355"/>
                  </a:lnTo>
                  <a:lnTo>
                    <a:pt x="157226" y="943355"/>
                  </a:lnTo>
                  <a:lnTo>
                    <a:pt x="107531" y="935343"/>
                  </a:lnTo>
                  <a:lnTo>
                    <a:pt x="64371" y="913030"/>
                  </a:lnTo>
                  <a:lnTo>
                    <a:pt x="30336" y="879000"/>
                  </a:lnTo>
                  <a:lnTo>
                    <a:pt x="8015" y="835838"/>
                  </a:lnTo>
                  <a:lnTo>
                    <a:pt x="0" y="786129"/>
                  </a:lnTo>
                  <a:lnTo>
                    <a:pt x="0" y="15722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69185" y="2858770"/>
            <a:ext cx="685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ne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7977" y="3133089"/>
            <a:ext cx="172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Mark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tpl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</a:t>
            </a:r>
            <a:r>
              <a:rPr sz="180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55461" y="2667254"/>
            <a:ext cx="2093595" cy="969010"/>
            <a:chOff x="5855461" y="2667254"/>
            <a:chExt cx="2093595" cy="969010"/>
          </a:xfrm>
        </p:grpSpPr>
        <p:sp>
          <p:nvSpPr>
            <p:cNvPr id="17" name="object 17"/>
            <p:cNvSpPr/>
            <p:nvPr/>
          </p:nvSpPr>
          <p:spPr>
            <a:xfrm>
              <a:off x="5868161" y="2679954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1910841" y="0"/>
                  </a:moveTo>
                  <a:lnTo>
                    <a:pt x="157225" y="0"/>
                  </a:lnTo>
                  <a:lnTo>
                    <a:pt x="107517" y="8012"/>
                  </a:lnTo>
                  <a:lnTo>
                    <a:pt x="64355" y="30325"/>
                  </a:lnTo>
                  <a:lnTo>
                    <a:pt x="30325" y="64355"/>
                  </a:lnTo>
                  <a:lnTo>
                    <a:pt x="8012" y="107517"/>
                  </a:lnTo>
                  <a:lnTo>
                    <a:pt x="0" y="157225"/>
                  </a:lnTo>
                  <a:lnTo>
                    <a:pt x="0" y="786129"/>
                  </a:lnTo>
                  <a:lnTo>
                    <a:pt x="8012" y="835838"/>
                  </a:lnTo>
                  <a:lnTo>
                    <a:pt x="30325" y="879000"/>
                  </a:lnTo>
                  <a:lnTo>
                    <a:pt x="64355" y="913030"/>
                  </a:lnTo>
                  <a:lnTo>
                    <a:pt x="107517" y="935343"/>
                  </a:lnTo>
                  <a:lnTo>
                    <a:pt x="157225" y="943355"/>
                  </a:lnTo>
                  <a:lnTo>
                    <a:pt x="1910841" y="943355"/>
                  </a:lnTo>
                  <a:lnTo>
                    <a:pt x="1960550" y="935343"/>
                  </a:lnTo>
                  <a:lnTo>
                    <a:pt x="2003712" y="913030"/>
                  </a:lnTo>
                  <a:lnTo>
                    <a:pt x="2037742" y="879000"/>
                  </a:lnTo>
                  <a:lnTo>
                    <a:pt x="2060055" y="835838"/>
                  </a:lnTo>
                  <a:lnTo>
                    <a:pt x="2068067" y="786129"/>
                  </a:lnTo>
                  <a:lnTo>
                    <a:pt x="2068067" y="157225"/>
                  </a:lnTo>
                  <a:lnTo>
                    <a:pt x="2060055" y="107517"/>
                  </a:lnTo>
                  <a:lnTo>
                    <a:pt x="2037742" y="64355"/>
                  </a:lnTo>
                  <a:lnTo>
                    <a:pt x="2003712" y="30325"/>
                  </a:lnTo>
                  <a:lnTo>
                    <a:pt x="1960550" y="8012"/>
                  </a:lnTo>
                  <a:lnTo>
                    <a:pt x="1910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68161" y="2679954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0" y="157225"/>
                  </a:moveTo>
                  <a:lnTo>
                    <a:pt x="8012" y="107517"/>
                  </a:lnTo>
                  <a:lnTo>
                    <a:pt x="30325" y="64355"/>
                  </a:lnTo>
                  <a:lnTo>
                    <a:pt x="64355" y="30325"/>
                  </a:lnTo>
                  <a:lnTo>
                    <a:pt x="107517" y="8012"/>
                  </a:lnTo>
                  <a:lnTo>
                    <a:pt x="157225" y="0"/>
                  </a:lnTo>
                  <a:lnTo>
                    <a:pt x="1910841" y="0"/>
                  </a:lnTo>
                  <a:lnTo>
                    <a:pt x="1960550" y="8012"/>
                  </a:lnTo>
                  <a:lnTo>
                    <a:pt x="2003712" y="30325"/>
                  </a:lnTo>
                  <a:lnTo>
                    <a:pt x="2037742" y="64355"/>
                  </a:lnTo>
                  <a:lnTo>
                    <a:pt x="2060055" y="107517"/>
                  </a:lnTo>
                  <a:lnTo>
                    <a:pt x="2068067" y="157225"/>
                  </a:lnTo>
                  <a:lnTo>
                    <a:pt x="2068067" y="786129"/>
                  </a:lnTo>
                  <a:lnTo>
                    <a:pt x="2060055" y="835838"/>
                  </a:lnTo>
                  <a:lnTo>
                    <a:pt x="2037742" y="879000"/>
                  </a:lnTo>
                  <a:lnTo>
                    <a:pt x="2003712" y="913030"/>
                  </a:lnTo>
                  <a:lnTo>
                    <a:pt x="1960550" y="935343"/>
                  </a:lnTo>
                  <a:lnTo>
                    <a:pt x="1910841" y="943355"/>
                  </a:lnTo>
                  <a:lnTo>
                    <a:pt x="157225" y="943355"/>
                  </a:lnTo>
                  <a:lnTo>
                    <a:pt x="107517" y="935343"/>
                  </a:lnTo>
                  <a:lnTo>
                    <a:pt x="64355" y="913030"/>
                  </a:lnTo>
                  <a:lnTo>
                    <a:pt x="30325" y="879000"/>
                  </a:lnTo>
                  <a:lnTo>
                    <a:pt x="8012" y="835838"/>
                  </a:lnTo>
                  <a:lnTo>
                    <a:pt x="0" y="786129"/>
                  </a:lnTo>
                  <a:lnTo>
                    <a:pt x="0" y="15722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137275" y="2995929"/>
            <a:ext cx="152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ers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</a:t>
            </a:r>
            <a:r>
              <a:rPr sz="1800" spc="-10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44595" y="3151632"/>
            <a:ext cx="2622550" cy="0"/>
          </a:xfrm>
          <a:custGeom>
            <a:avLst/>
            <a:gdLst/>
            <a:ahLst/>
            <a:cxnLst/>
            <a:rect l="l" t="t" r="r" b="b"/>
            <a:pathLst>
              <a:path w="2622550">
                <a:moveTo>
                  <a:pt x="0" y="0"/>
                </a:moveTo>
                <a:lnTo>
                  <a:pt x="2622296" y="0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767076" y="1125092"/>
            <a:ext cx="3579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6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19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9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149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Why </a:t>
            </a:r>
            <a:r>
              <a:rPr sz="2800" spc="-10" dirty="0"/>
              <a:t>not</a:t>
            </a:r>
            <a:r>
              <a:rPr sz="2800" spc="10" dirty="0"/>
              <a:t> </a:t>
            </a:r>
            <a:r>
              <a:rPr sz="2800" spc="-5" dirty="0"/>
              <a:t>Peering</a:t>
            </a:r>
            <a:r>
              <a:rPr sz="2800" dirty="0"/>
              <a:t> </a:t>
            </a:r>
            <a:r>
              <a:rPr sz="2800" spc="-5" dirty="0"/>
              <a:t>Connection</a:t>
            </a:r>
            <a:r>
              <a:rPr sz="2800" spc="40" dirty="0"/>
              <a:t> </a:t>
            </a:r>
            <a:r>
              <a:rPr sz="2800" spc="-5" dirty="0"/>
              <a:t>or</a:t>
            </a:r>
            <a:r>
              <a:rPr sz="2800" spc="-10" dirty="0"/>
              <a:t> </a:t>
            </a:r>
            <a:r>
              <a:rPr sz="2800" spc="-5" dirty="0"/>
              <a:t>TG?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010411"/>
            <a:ext cx="8206740" cy="1015365"/>
            <a:chOff x="339852" y="1010411"/>
            <a:chExt cx="8206740" cy="1015365"/>
          </a:xfrm>
        </p:grpSpPr>
        <p:sp>
          <p:nvSpPr>
            <p:cNvPr id="4" name="object 4"/>
            <p:cNvSpPr/>
            <p:nvPr/>
          </p:nvSpPr>
          <p:spPr>
            <a:xfrm>
              <a:off x="339852" y="101041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3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3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4151" y="1314197"/>
              <a:ext cx="407034" cy="408305"/>
            </a:xfrm>
            <a:custGeom>
              <a:avLst/>
              <a:gdLst/>
              <a:ahLst/>
              <a:cxnLst/>
              <a:rect l="l" t="t" r="r" b="b"/>
              <a:pathLst>
                <a:path w="407034" h="408305">
                  <a:moveTo>
                    <a:pt x="48829" y="0"/>
                  </a:moveTo>
                  <a:lnTo>
                    <a:pt x="0" y="48989"/>
                  </a:lnTo>
                  <a:lnTo>
                    <a:pt x="154530" y="204028"/>
                  </a:lnTo>
                  <a:lnTo>
                    <a:pt x="0" y="359066"/>
                  </a:lnTo>
                  <a:lnTo>
                    <a:pt x="48829" y="408056"/>
                  </a:lnTo>
                  <a:lnTo>
                    <a:pt x="203359" y="253018"/>
                  </a:lnTo>
                  <a:lnTo>
                    <a:pt x="301017" y="253018"/>
                  </a:lnTo>
                  <a:lnTo>
                    <a:pt x="252188" y="204028"/>
                  </a:lnTo>
                  <a:lnTo>
                    <a:pt x="301017" y="155038"/>
                  </a:lnTo>
                  <a:lnTo>
                    <a:pt x="203359" y="155038"/>
                  </a:lnTo>
                  <a:lnTo>
                    <a:pt x="48829" y="0"/>
                  </a:lnTo>
                  <a:close/>
                </a:path>
                <a:path w="407034" h="408305">
                  <a:moveTo>
                    <a:pt x="301017" y="253018"/>
                  </a:moveTo>
                  <a:lnTo>
                    <a:pt x="203359" y="253018"/>
                  </a:lnTo>
                  <a:lnTo>
                    <a:pt x="357889" y="408056"/>
                  </a:lnTo>
                  <a:lnTo>
                    <a:pt x="406718" y="359066"/>
                  </a:lnTo>
                  <a:lnTo>
                    <a:pt x="301017" y="253018"/>
                  </a:lnTo>
                  <a:close/>
                </a:path>
                <a:path w="407034" h="408305">
                  <a:moveTo>
                    <a:pt x="357889" y="0"/>
                  </a:moveTo>
                  <a:lnTo>
                    <a:pt x="203359" y="155038"/>
                  </a:lnTo>
                  <a:lnTo>
                    <a:pt x="301017" y="155038"/>
                  </a:lnTo>
                  <a:lnTo>
                    <a:pt x="406718" y="48989"/>
                  </a:lnTo>
                  <a:lnTo>
                    <a:pt x="357889" y="0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2278379"/>
            <a:ext cx="8206740" cy="1015365"/>
            <a:chOff x="339852" y="2278379"/>
            <a:chExt cx="8206740" cy="1015365"/>
          </a:xfrm>
        </p:grpSpPr>
        <p:sp>
          <p:nvSpPr>
            <p:cNvPr id="7" name="object 7"/>
            <p:cNvSpPr/>
            <p:nvPr/>
          </p:nvSpPr>
          <p:spPr>
            <a:xfrm>
              <a:off x="339852" y="2278379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2574" y="2557106"/>
              <a:ext cx="390525" cy="466090"/>
            </a:xfrm>
            <a:custGeom>
              <a:avLst/>
              <a:gdLst/>
              <a:ahLst/>
              <a:cxnLst/>
              <a:rect l="l" t="t" r="r" b="b"/>
              <a:pathLst>
                <a:path w="390525" h="466089">
                  <a:moveTo>
                    <a:pt x="335699" y="135661"/>
                  </a:moveTo>
                  <a:lnTo>
                    <a:pt x="297357" y="125907"/>
                  </a:lnTo>
                  <a:lnTo>
                    <a:pt x="260832" y="111175"/>
                  </a:lnTo>
                  <a:lnTo>
                    <a:pt x="258165" y="109664"/>
                  </a:lnTo>
                  <a:lnTo>
                    <a:pt x="258165" y="189039"/>
                  </a:lnTo>
                  <a:lnTo>
                    <a:pt x="214503" y="232727"/>
                  </a:lnTo>
                  <a:lnTo>
                    <a:pt x="258165" y="276415"/>
                  </a:lnTo>
                  <a:lnTo>
                    <a:pt x="238417" y="296164"/>
                  </a:lnTo>
                  <a:lnTo>
                    <a:pt x="194767" y="252476"/>
                  </a:lnTo>
                  <a:lnTo>
                    <a:pt x="151104" y="296164"/>
                  </a:lnTo>
                  <a:lnTo>
                    <a:pt x="131394" y="276415"/>
                  </a:lnTo>
                  <a:lnTo>
                    <a:pt x="175056" y="232727"/>
                  </a:lnTo>
                  <a:lnTo>
                    <a:pt x="131394" y="189039"/>
                  </a:lnTo>
                  <a:lnTo>
                    <a:pt x="151142" y="169291"/>
                  </a:lnTo>
                  <a:lnTo>
                    <a:pt x="194792" y="212979"/>
                  </a:lnTo>
                  <a:lnTo>
                    <a:pt x="238455" y="169291"/>
                  </a:lnTo>
                  <a:lnTo>
                    <a:pt x="258165" y="189039"/>
                  </a:lnTo>
                  <a:lnTo>
                    <a:pt x="258165" y="109664"/>
                  </a:lnTo>
                  <a:lnTo>
                    <a:pt x="226593" y="91694"/>
                  </a:lnTo>
                  <a:lnTo>
                    <a:pt x="195135" y="67703"/>
                  </a:lnTo>
                  <a:lnTo>
                    <a:pt x="163677" y="91694"/>
                  </a:lnTo>
                  <a:lnTo>
                    <a:pt x="129438" y="111175"/>
                  </a:lnTo>
                  <a:lnTo>
                    <a:pt x="92913" y="125907"/>
                  </a:lnTo>
                  <a:lnTo>
                    <a:pt x="54571" y="135661"/>
                  </a:lnTo>
                  <a:lnTo>
                    <a:pt x="54571" y="162725"/>
                  </a:lnTo>
                  <a:lnTo>
                    <a:pt x="58864" y="207035"/>
                  </a:lnTo>
                  <a:lnTo>
                    <a:pt x="71424" y="250761"/>
                  </a:lnTo>
                  <a:lnTo>
                    <a:pt x="91808" y="293116"/>
                  </a:lnTo>
                  <a:lnTo>
                    <a:pt x="119532" y="333336"/>
                  </a:lnTo>
                  <a:lnTo>
                    <a:pt x="154127" y="370624"/>
                  </a:lnTo>
                  <a:lnTo>
                    <a:pt x="195135" y="404190"/>
                  </a:lnTo>
                  <a:lnTo>
                    <a:pt x="236156" y="370624"/>
                  </a:lnTo>
                  <a:lnTo>
                    <a:pt x="270751" y="333336"/>
                  </a:lnTo>
                  <a:lnTo>
                    <a:pt x="296379" y="296164"/>
                  </a:lnTo>
                  <a:lnTo>
                    <a:pt x="318846" y="250761"/>
                  </a:lnTo>
                  <a:lnTo>
                    <a:pt x="331406" y="207035"/>
                  </a:lnTo>
                  <a:lnTo>
                    <a:pt x="335699" y="162725"/>
                  </a:lnTo>
                  <a:lnTo>
                    <a:pt x="335699" y="135661"/>
                  </a:lnTo>
                  <a:close/>
                </a:path>
                <a:path w="390525" h="466089">
                  <a:moveTo>
                    <a:pt x="390271" y="107238"/>
                  </a:moveTo>
                  <a:lnTo>
                    <a:pt x="352933" y="82194"/>
                  </a:lnTo>
                  <a:lnTo>
                    <a:pt x="352933" y="121043"/>
                  </a:lnTo>
                  <a:lnTo>
                    <a:pt x="352933" y="162725"/>
                  </a:lnTo>
                  <a:lnTo>
                    <a:pt x="348259" y="210642"/>
                  </a:lnTo>
                  <a:lnTo>
                    <a:pt x="334568" y="257835"/>
                  </a:lnTo>
                  <a:lnTo>
                    <a:pt x="312394" y="303415"/>
                  </a:lnTo>
                  <a:lnTo>
                    <a:pt x="282232" y="346532"/>
                  </a:lnTo>
                  <a:lnTo>
                    <a:pt x="244614" y="386283"/>
                  </a:lnTo>
                  <a:lnTo>
                    <a:pt x="200037" y="421817"/>
                  </a:lnTo>
                  <a:lnTo>
                    <a:pt x="195135" y="425221"/>
                  </a:lnTo>
                  <a:lnTo>
                    <a:pt x="190233" y="421817"/>
                  </a:lnTo>
                  <a:lnTo>
                    <a:pt x="145669" y="386283"/>
                  </a:lnTo>
                  <a:lnTo>
                    <a:pt x="108038" y="346519"/>
                  </a:lnTo>
                  <a:lnTo>
                    <a:pt x="77889" y="303403"/>
                  </a:lnTo>
                  <a:lnTo>
                    <a:pt x="55702" y="257822"/>
                  </a:lnTo>
                  <a:lnTo>
                    <a:pt x="42011" y="210629"/>
                  </a:lnTo>
                  <a:lnTo>
                    <a:pt x="37338" y="162725"/>
                  </a:lnTo>
                  <a:lnTo>
                    <a:pt x="37338" y="121043"/>
                  </a:lnTo>
                  <a:lnTo>
                    <a:pt x="44602" y="119900"/>
                  </a:lnTo>
                  <a:lnTo>
                    <a:pt x="84366" y="110553"/>
                  </a:lnTo>
                  <a:lnTo>
                    <a:pt x="122135" y="95554"/>
                  </a:lnTo>
                  <a:lnTo>
                    <a:pt x="157314" y="75209"/>
                  </a:lnTo>
                  <a:lnTo>
                    <a:pt x="189306" y="49771"/>
                  </a:lnTo>
                  <a:lnTo>
                    <a:pt x="195135" y="44386"/>
                  </a:lnTo>
                  <a:lnTo>
                    <a:pt x="200977" y="49771"/>
                  </a:lnTo>
                  <a:lnTo>
                    <a:pt x="232968" y="75209"/>
                  </a:lnTo>
                  <a:lnTo>
                    <a:pt x="268135" y="95554"/>
                  </a:lnTo>
                  <a:lnTo>
                    <a:pt x="305904" y="110553"/>
                  </a:lnTo>
                  <a:lnTo>
                    <a:pt x="345668" y="119900"/>
                  </a:lnTo>
                  <a:lnTo>
                    <a:pt x="352933" y="121043"/>
                  </a:lnTo>
                  <a:lnTo>
                    <a:pt x="352933" y="82194"/>
                  </a:lnTo>
                  <a:lnTo>
                    <a:pt x="325666" y="77393"/>
                  </a:lnTo>
                  <a:lnTo>
                    <a:pt x="283540" y="61442"/>
                  </a:lnTo>
                  <a:lnTo>
                    <a:pt x="255651" y="44386"/>
                  </a:lnTo>
                  <a:lnTo>
                    <a:pt x="245110" y="37947"/>
                  </a:lnTo>
                  <a:lnTo>
                    <a:pt x="211442" y="7416"/>
                  </a:lnTo>
                  <a:lnTo>
                    <a:pt x="204685" y="2171"/>
                  </a:lnTo>
                  <a:lnTo>
                    <a:pt x="196723" y="0"/>
                  </a:lnTo>
                  <a:lnTo>
                    <a:pt x="188518" y="977"/>
                  </a:lnTo>
                  <a:lnTo>
                    <a:pt x="181076" y="5168"/>
                  </a:lnTo>
                  <a:lnTo>
                    <a:pt x="180276" y="5880"/>
                  </a:lnTo>
                  <a:lnTo>
                    <a:pt x="179527" y="6604"/>
                  </a:lnTo>
                  <a:lnTo>
                    <a:pt x="178841" y="7416"/>
                  </a:lnTo>
                  <a:lnTo>
                    <a:pt x="145173" y="37947"/>
                  </a:lnTo>
                  <a:lnTo>
                    <a:pt x="106743" y="61442"/>
                  </a:lnTo>
                  <a:lnTo>
                    <a:pt x="64617" y="77393"/>
                  </a:lnTo>
                  <a:lnTo>
                    <a:pt x="19862" y="85255"/>
                  </a:lnTo>
                  <a:lnTo>
                    <a:pt x="11976" y="87541"/>
                  </a:lnTo>
                  <a:lnTo>
                    <a:pt x="5664" y="92379"/>
                  </a:lnTo>
                  <a:lnTo>
                    <a:pt x="1485" y="99161"/>
                  </a:lnTo>
                  <a:lnTo>
                    <a:pt x="0" y="107238"/>
                  </a:lnTo>
                  <a:lnTo>
                    <a:pt x="0" y="162725"/>
                  </a:lnTo>
                  <a:lnTo>
                    <a:pt x="3505" y="207416"/>
                  </a:lnTo>
                  <a:lnTo>
                    <a:pt x="13652" y="250761"/>
                  </a:lnTo>
                  <a:lnTo>
                    <a:pt x="29883" y="292417"/>
                  </a:lnTo>
                  <a:lnTo>
                    <a:pt x="51650" y="331978"/>
                  </a:lnTo>
                  <a:lnTo>
                    <a:pt x="78409" y="369087"/>
                  </a:lnTo>
                  <a:lnTo>
                    <a:pt x="109613" y="403364"/>
                  </a:lnTo>
                  <a:lnTo>
                    <a:pt x="144703" y="434454"/>
                  </a:lnTo>
                  <a:lnTo>
                    <a:pt x="183134" y="461962"/>
                  </a:lnTo>
                  <a:lnTo>
                    <a:pt x="195135" y="465493"/>
                  </a:lnTo>
                  <a:lnTo>
                    <a:pt x="201333" y="464616"/>
                  </a:lnTo>
                  <a:lnTo>
                    <a:pt x="245579" y="434441"/>
                  </a:lnTo>
                  <a:lnTo>
                    <a:pt x="280670" y="403352"/>
                  </a:lnTo>
                  <a:lnTo>
                    <a:pt x="311873" y="369074"/>
                  </a:lnTo>
                  <a:lnTo>
                    <a:pt x="338632" y="331965"/>
                  </a:lnTo>
                  <a:lnTo>
                    <a:pt x="360400" y="292404"/>
                  </a:lnTo>
                  <a:lnTo>
                    <a:pt x="376631" y="250761"/>
                  </a:lnTo>
                  <a:lnTo>
                    <a:pt x="386778" y="207416"/>
                  </a:lnTo>
                  <a:lnTo>
                    <a:pt x="390271" y="162725"/>
                  </a:lnTo>
                  <a:lnTo>
                    <a:pt x="390271" y="107238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39852" y="3547871"/>
            <a:ext cx="8206740" cy="1015365"/>
            <a:chOff x="339852" y="3547871"/>
            <a:chExt cx="8206740" cy="1015365"/>
          </a:xfrm>
        </p:grpSpPr>
        <p:sp>
          <p:nvSpPr>
            <p:cNvPr id="10" name="object 10"/>
            <p:cNvSpPr/>
            <p:nvPr/>
          </p:nvSpPr>
          <p:spPr>
            <a:xfrm>
              <a:off x="339852" y="354787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485"/>
                  </a:lnTo>
                  <a:lnTo>
                    <a:pt x="7975" y="952994"/>
                  </a:lnTo>
                  <a:lnTo>
                    <a:pt x="29727" y="985256"/>
                  </a:lnTo>
                  <a:lnTo>
                    <a:pt x="61989" y="1007008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8"/>
                  </a:lnTo>
                  <a:lnTo>
                    <a:pt x="8177006" y="985256"/>
                  </a:lnTo>
                  <a:lnTo>
                    <a:pt x="8198760" y="952994"/>
                  </a:lnTo>
                  <a:lnTo>
                    <a:pt x="8206740" y="913485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2777" y="3832288"/>
              <a:ext cx="489584" cy="448945"/>
            </a:xfrm>
            <a:custGeom>
              <a:avLst/>
              <a:gdLst/>
              <a:ahLst/>
              <a:cxnLst/>
              <a:rect l="l" t="t" r="r" b="b"/>
              <a:pathLst>
                <a:path w="489584" h="448945">
                  <a:moveTo>
                    <a:pt x="425107" y="237959"/>
                  </a:moveTo>
                  <a:lnTo>
                    <a:pt x="390639" y="267271"/>
                  </a:lnTo>
                  <a:lnTo>
                    <a:pt x="390639" y="413842"/>
                  </a:lnTo>
                  <a:lnTo>
                    <a:pt x="34467" y="413842"/>
                  </a:lnTo>
                  <a:lnTo>
                    <a:pt x="34467" y="57480"/>
                  </a:lnTo>
                  <a:lnTo>
                    <a:pt x="290677" y="57480"/>
                  </a:lnTo>
                  <a:lnTo>
                    <a:pt x="290677" y="22987"/>
                  </a:lnTo>
                  <a:lnTo>
                    <a:pt x="0" y="22987"/>
                  </a:lnTo>
                  <a:lnTo>
                    <a:pt x="0" y="448322"/>
                  </a:lnTo>
                  <a:lnTo>
                    <a:pt x="425107" y="446608"/>
                  </a:lnTo>
                  <a:lnTo>
                    <a:pt x="425107" y="237959"/>
                  </a:lnTo>
                  <a:close/>
                </a:path>
                <a:path w="489584" h="448945">
                  <a:moveTo>
                    <a:pt x="489445" y="137947"/>
                  </a:moveTo>
                  <a:lnTo>
                    <a:pt x="325145" y="0"/>
                  </a:lnTo>
                  <a:lnTo>
                    <a:pt x="325145" y="80467"/>
                  </a:lnTo>
                  <a:lnTo>
                    <a:pt x="179146" y="121856"/>
                  </a:lnTo>
                  <a:lnTo>
                    <a:pt x="103263" y="210654"/>
                  </a:lnTo>
                  <a:lnTo>
                    <a:pt x="74561" y="299034"/>
                  </a:lnTo>
                  <a:lnTo>
                    <a:pt x="70091" y="339115"/>
                  </a:lnTo>
                  <a:lnTo>
                    <a:pt x="81584" y="317804"/>
                  </a:lnTo>
                  <a:lnTo>
                    <a:pt x="122008" y="270789"/>
                  </a:lnTo>
                  <a:lnTo>
                    <a:pt x="200228" y="223456"/>
                  </a:lnTo>
                  <a:lnTo>
                    <a:pt x="325145" y="201168"/>
                  </a:lnTo>
                  <a:lnTo>
                    <a:pt x="325145" y="275894"/>
                  </a:lnTo>
                  <a:lnTo>
                    <a:pt x="489445" y="137947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08200" y="1284478"/>
            <a:ext cx="6728459" cy="2944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VPCs are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not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 part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of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same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enterprise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Arial MT"/>
              <a:cs typeface="Arial MT"/>
            </a:endParaRPr>
          </a:p>
          <a:p>
            <a:pPr marL="12700" marR="5080">
              <a:lnSpc>
                <a:spcPts val="2590"/>
              </a:lnSpc>
              <a:spcBef>
                <a:spcPts val="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Connecting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third-party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VPCs with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VPC is a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security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risk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Privately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share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only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 the</a:t>
            </a:r>
            <a:r>
              <a:rPr sz="2500" spc="-1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662" y="1562353"/>
            <a:ext cx="7950200" cy="2465705"/>
            <a:chOff x="597662" y="1562353"/>
            <a:chExt cx="7950200" cy="2465705"/>
          </a:xfrm>
        </p:grpSpPr>
        <p:sp>
          <p:nvSpPr>
            <p:cNvPr id="3" name="object 3"/>
            <p:cNvSpPr/>
            <p:nvPr/>
          </p:nvSpPr>
          <p:spPr>
            <a:xfrm>
              <a:off x="610362" y="1575053"/>
              <a:ext cx="7924800" cy="2440305"/>
            </a:xfrm>
            <a:custGeom>
              <a:avLst/>
              <a:gdLst/>
              <a:ahLst/>
              <a:cxnLst/>
              <a:rect l="l" t="t" r="r" b="b"/>
              <a:pathLst>
                <a:path w="7924800" h="2440304">
                  <a:moveTo>
                    <a:pt x="7924800" y="0"/>
                  </a:moveTo>
                  <a:lnTo>
                    <a:pt x="0" y="0"/>
                  </a:lnTo>
                  <a:lnTo>
                    <a:pt x="0" y="2439924"/>
                  </a:lnTo>
                  <a:lnTo>
                    <a:pt x="7924800" y="2439924"/>
                  </a:lnTo>
                  <a:lnTo>
                    <a:pt x="792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0362" y="1575053"/>
              <a:ext cx="7924800" cy="2440305"/>
            </a:xfrm>
            <a:custGeom>
              <a:avLst/>
              <a:gdLst/>
              <a:ahLst/>
              <a:cxnLst/>
              <a:rect l="l" t="t" r="r" b="b"/>
              <a:pathLst>
                <a:path w="7924800" h="2440304">
                  <a:moveTo>
                    <a:pt x="0" y="2439924"/>
                  </a:moveTo>
                  <a:lnTo>
                    <a:pt x="7924800" y="2439924"/>
                  </a:lnTo>
                  <a:lnTo>
                    <a:pt x="7924800" y="0"/>
                  </a:lnTo>
                  <a:lnTo>
                    <a:pt x="0" y="0"/>
                  </a:lnTo>
                  <a:lnTo>
                    <a:pt x="0" y="2439924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986529" y="1601800"/>
            <a:ext cx="1184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2361" y="1997201"/>
            <a:ext cx="1879600" cy="1714500"/>
          </a:xfrm>
          <a:custGeom>
            <a:avLst/>
            <a:gdLst/>
            <a:ahLst/>
            <a:cxnLst/>
            <a:rect l="l" t="t" r="r" b="b"/>
            <a:pathLst>
              <a:path w="1879600" h="1714500">
                <a:moveTo>
                  <a:pt x="0" y="1714500"/>
                </a:moveTo>
                <a:lnTo>
                  <a:pt x="1879091" y="1714500"/>
                </a:lnTo>
                <a:lnTo>
                  <a:pt x="1879091" y="0"/>
                </a:lnTo>
                <a:lnTo>
                  <a:pt x="0" y="0"/>
                </a:lnTo>
                <a:lnTo>
                  <a:pt x="0" y="1714500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76576" y="2698495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94070" y="1837182"/>
            <a:ext cx="2068195" cy="2034539"/>
          </a:xfrm>
          <a:custGeom>
            <a:avLst/>
            <a:gdLst/>
            <a:ahLst/>
            <a:cxnLst/>
            <a:rect l="l" t="t" r="r" b="b"/>
            <a:pathLst>
              <a:path w="2068195" h="2034539">
                <a:moveTo>
                  <a:pt x="0" y="2034539"/>
                </a:moveTo>
                <a:lnTo>
                  <a:pt x="2068068" y="2034539"/>
                </a:lnTo>
                <a:lnTo>
                  <a:pt x="2068068" y="0"/>
                </a:lnTo>
                <a:lnTo>
                  <a:pt x="0" y="0"/>
                </a:lnTo>
                <a:lnTo>
                  <a:pt x="0" y="2034539"/>
                </a:lnTo>
                <a:close/>
              </a:path>
            </a:pathLst>
          </a:custGeom>
          <a:ln w="25399">
            <a:solidFill>
              <a:srgbClr val="999A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41313" y="1865122"/>
            <a:ext cx="982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2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Services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2161" y="2120138"/>
            <a:ext cx="614045" cy="383540"/>
            <a:chOff x="6122161" y="2120138"/>
            <a:chExt cx="614045" cy="383540"/>
          </a:xfrm>
        </p:grpSpPr>
        <p:sp>
          <p:nvSpPr>
            <p:cNvPr id="11" name="object 11"/>
            <p:cNvSpPr/>
            <p:nvPr/>
          </p:nvSpPr>
          <p:spPr>
            <a:xfrm>
              <a:off x="6134861" y="2132838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528573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39"/>
                  </a:lnTo>
                  <a:lnTo>
                    <a:pt x="528573" y="358139"/>
                  </a:lnTo>
                  <a:lnTo>
                    <a:pt x="551830" y="353456"/>
                  </a:lnTo>
                  <a:lnTo>
                    <a:pt x="570801" y="340677"/>
                  </a:lnTo>
                  <a:lnTo>
                    <a:pt x="583580" y="321706"/>
                  </a:lnTo>
                  <a:lnTo>
                    <a:pt x="588263" y="298450"/>
                  </a:lnTo>
                  <a:lnTo>
                    <a:pt x="588263" y="59689"/>
                  </a:lnTo>
                  <a:lnTo>
                    <a:pt x="583580" y="36433"/>
                  </a:lnTo>
                  <a:lnTo>
                    <a:pt x="570801" y="17462"/>
                  </a:lnTo>
                  <a:lnTo>
                    <a:pt x="551830" y="4683"/>
                  </a:lnTo>
                  <a:lnTo>
                    <a:pt x="5285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34861" y="2132838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528573" y="0"/>
                  </a:lnTo>
                  <a:lnTo>
                    <a:pt x="551830" y="4683"/>
                  </a:lnTo>
                  <a:lnTo>
                    <a:pt x="570801" y="17462"/>
                  </a:lnTo>
                  <a:lnTo>
                    <a:pt x="583580" y="36433"/>
                  </a:lnTo>
                  <a:lnTo>
                    <a:pt x="588263" y="59689"/>
                  </a:lnTo>
                  <a:lnTo>
                    <a:pt x="588263" y="298450"/>
                  </a:lnTo>
                  <a:lnTo>
                    <a:pt x="583580" y="321706"/>
                  </a:lnTo>
                  <a:lnTo>
                    <a:pt x="570801" y="340677"/>
                  </a:lnTo>
                  <a:lnTo>
                    <a:pt x="551830" y="353456"/>
                  </a:lnTo>
                  <a:lnTo>
                    <a:pt x="528573" y="358139"/>
                  </a:lnTo>
                  <a:lnTo>
                    <a:pt x="59689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335521" y="2203195"/>
            <a:ext cx="200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966457" y="2129282"/>
            <a:ext cx="786130" cy="383540"/>
            <a:chOff x="6966457" y="2129282"/>
            <a:chExt cx="786130" cy="383540"/>
          </a:xfrm>
        </p:grpSpPr>
        <p:sp>
          <p:nvSpPr>
            <p:cNvPr id="15" name="object 15"/>
            <p:cNvSpPr/>
            <p:nvPr/>
          </p:nvSpPr>
          <p:spPr>
            <a:xfrm>
              <a:off x="6979157" y="2141982"/>
              <a:ext cx="760730" cy="358140"/>
            </a:xfrm>
            <a:custGeom>
              <a:avLst/>
              <a:gdLst/>
              <a:ahLst/>
              <a:cxnLst/>
              <a:rect l="l" t="t" r="r" b="b"/>
              <a:pathLst>
                <a:path w="760729" h="358139">
                  <a:moveTo>
                    <a:pt x="700786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90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40"/>
                  </a:lnTo>
                  <a:lnTo>
                    <a:pt x="700786" y="358140"/>
                  </a:lnTo>
                  <a:lnTo>
                    <a:pt x="724042" y="353456"/>
                  </a:lnTo>
                  <a:lnTo>
                    <a:pt x="743013" y="340677"/>
                  </a:lnTo>
                  <a:lnTo>
                    <a:pt x="755792" y="321706"/>
                  </a:lnTo>
                  <a:lnTo>
                    <a:pt x="760476" y="298450"/>
                  </a:lnTo>
                  <a:lnTo>
                    <a:pt x="760476" y="59690"/>
                  </a:lnTo>
                  <a:lnTo>
                    <a:pt x="755792" y="36433"/>
                  </a:lnTo>
                  <a:lnTo>
                    <a:pt x="743013" y="17462"/>
                  </a:lnTo>
                  <a:lnTo>
                    <a:pt x="724042" y="4683"/>
                  </a:lnTo>
                  <a:lnTo>
                    <a:pt x="7007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79157" y="2141982"/>
              <a:ext cx="760730" cy="358140"/>
            </a:xfrm>
            <a:custGeom>
              <a:avLst/>
              <a:gdLst/>
              <a:ahLst/>
              <a:cxnLst/>
              <a:rect l="l" t="t" r="r" b="b"/>
              <a:pathLst>
                <a:path w="760729" h="358139">
                  <a:moveTo>
                    <a:pt x="0" y="59690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700786" y="0"/>
                  </a:lnTo>
                  <a:lnTo>
                    <a:pt x="724042" y="4683"/>
                  </a:lnTo>
                  <a:lnTo>
                    <a:pt x="743013" y="17462"/>
                  </a:lnTo>
                  <a:lnTo>
                    <a:pt x="755792" y="36433"/>
                  </a:lnTo>
                  <a:lnTo>
                    <a:pt x="760476" y="59690"/>
                  </a:lnTo>
                  <a:lnTo>
                    <a:pt x="760476" y="298450"/>
                  </a:lnTo>
                  <a:lnTo>
                    <a:pt x="755792" y="321706"/>
                  </a:lnTo>
                  <a:lnTo>
                    <a:pt x="743013" y="340677"/>
                  </a:lnTo>
                  <a:lnTo>
                    <a:pt x="724042" y="353456"/>
                  </a:lnTo>
                  <a:lnTo>
                    <a:pt x="700786" y="358140"/>
                  </a:lnTo>
                  <a:lnTo>
                    <a:pt x="59690" y="358140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9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109206" y="2143760"/>
            <a:ext cx="51244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940" marR="5080" indent="-155575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050" spc="-15" dirty="0">
                <a:solidFill>
                  <a:srgbClr val="464646"/>
                </a:solidFill>
                <a:latin typeface="Arial MT"/>
                <a:cs typeface="Arial MT"/>
              </a:rPr>
              <a:t>y</a:t>
            </a:r>
            <a:r>
              <a:rPr sz="1050" dirty="0">
                <a:solidFill>
                  <a:srgbClr val="464646"/>
                </a:solidFill>
                <a:latin typeface="Arial MT"/>
                <a:cs typeface="Arial MT"/>
              </a:rPr>
              <a:t>na</a:t>
            </a:r>
            <a:r>
              <a:rPr sz="1050" spc="5" dirty="0">
                <a:solidFill>
                  <a:srgbClr val="464646"/>
                </a:solidFill>
                <a:latin typeface="Arial MT"/>
                <a:cs typeface="Arial MT"/>
              </a:rPr>
              <a:t>m</a:t>
            </a:r>
            <a:r>
              <a:rPr sz="1050" dirty="0">
                <a:solidFill>
                  <a:srgbClr val="464646"/>
                </a:solidFill>
                <a:latin typeface="Arial MT"/>
                <a:cs typeface="Arial MT"/>
              </a:rPr>
              <a:t>o  </a:t>
            </a:r>
            <a:r>
              <a:rPr sz="1050" spc="5" dirty="0">
                <a:solidFill>
                  <a:srgbClr val="464646"/>
                </a:solidFill>
                <a:latin typeface="Arial MT"/>
                <a:cs typeface="Arial MT"/>
              </a:rPr>
              <a:t>DB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22161" y="2691638"/>
            <a:ext cx="614045" cy="383540"/>
            <a:chOff x="6122161" y="2691638"/>
            <a:chExt cx="614045" cy="383540"/>
          </a:xfrm>
        </p:grpSpPr>
        <p:sp>
          <p:nvSpPr>
            <p:cNvPr id="19" name="object 19"/>
            <p:cNvSpPr/>
            <p:nvPr/>
          </p:nvSpPr>
          <p:spPr>
            <a:xfrm>
              <a:off x="6134861" y="2704338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528573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39"/>
                  </a:lnTo>
                  <a:lnTo>
                    <a:pt x="528573" y="358139"/>
                  </a:lnTo>
                  <a:lnTo>
                    <a:pt x="551830" y="353456"/>
                  </a:lnTo>
                  <a:lnTo>
                    <a:pt x="570801" y="340677"/>
                  </a:lnTo>
                  <a:lnTo>
                    <a:pt x="583580" y="321706"/>
                  </a:lnTo>
                  <a:lnTo>
                    <a:pt x="588263" y="298450"/>
                  </a:lnTo>
                  <a:lnTo>
                    <a:pt x="588263" y="59689"/>
                  </a:lnTo>
                  <a:lnTo>
                    <a:pt x="583580" y="36433"/>
                  </a:lnTo>
                  <a:lnTo>
                    <a:pt x="570801" y="17462"/>
                  </a:lnTo>
                  <a:lnTo>
                    <a:pt x="551830" y="4683"/>
                  </a:lnTo>
                  <a:lnTo>
                    <a:pt x="5285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34861" y="2704338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528573" y="0"/>
                  </a:lnTo>
                  <a:lnTo>
                    <a:pt x="551830" y="4683"/>
                  </a:lnTo>
                  <a:lnTo>
                    <a:pt x="570801" y="17462"/>
                  </a:lnTo>
                  <a:lnTo>
                    <a:pt x="583580" y="36433"/>
                  </a:lnTo>
                  <a:lnTo>
                    <a:pt x="588263" y="59689"/>
                  </a:lnTo>
                  <a:lnTo>
                    <a:pt x="588263" y="298450"/>
                  </a:lnTo>
                  <a:lnTo>
                    <a:pt x="583580" y="321706"/>
                  </a:lnTo>
                  <a:lnTo>
                    <a:pt x="570801" y="340677"/>
                  </a:lnTo>
                  <a:lnTo>
                    <a:pt x="551830" y="353456"/>
                  </a:lnTo>
                  <a:lnTo>
                    <a:pt x="528573" y="358139"/>
                  </a:lnTo>
                  <a:lnTo>
                    <a:pt x="59689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66941" y="2774950"/>
            <a:ext cx="335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SQS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22161" y="3241801"/>
            <a:ext cx="614045" cy="383540"/>
            <a:chOff x="6122161" y="3241801"/>
            <a:chExt cx="614045" cy="383540"/>
          </a:xfrm>
        </p:grpSpPr>
        <p:sp>
          <p:nvSpPr>
            <p:cNvPr id="23" name="object 23"/>
            <p:cNvSpPr/>
            <p:nvPr/>
          </p:nvSpPr>
          <p:spPr>
            <a:xfrm>
              <a:off x="6134861" y="3254501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528573" y="0"/>
                  </a:moveTo>
                  <a:lnTo>
                    <a:pt x="59689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90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89" y="358140"/>
                  </a:lnTo>
                  <a:lnTo>
                    <a:pt x="528573" y="358140"/>
                  </a:lnTo>
                  <a:lnTo>
                    <a:pt x="551830" y="353456"/>
                  </a:lnTo>
                  <a:lnTo>
                    <a:pt x="570801" y="340677"/>
                  </a:lnTo>
                  <a:lnTo>
                    <a:pt x="583580" y="321706"/>
                  </a:lnTo>
                  <a:lnTo>
                    <a:pt x="588263" y="298450"/>
                  </a:lnTo>
                  <a:lnTo>
                    <a:pt x="588263" y="59690"/>
                  </a:lnTo>
                  <a:lnTo>
                    <a:pt x="583580" y="36433"/>
                  </a:lnTo>
                  <a:lnTo>
                    <a:pt x="570801" y="17462"/>
                  </a:lnTo>
                  <a:lnTo>
                    <a:pt x="551830" y="4683"/>
                  </a:lnTo>
                  <a:lnTo>
                    <a:pt x="5285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34861" y="3254501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0" y="59690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89" y="0"/>
                  </a:lnTo>
                  <a:lnTo>
                    <a:pt x="528573" y="0"/>
                  </a:lnTo>
                  <a:lnTo>
                    <a:pt x="551830" y="4683"/>
                  </a:lnTo>
                  <a:lnTo>
                    <a:pt x="570801" y="17462"/>
                  </a:lnTo>
                  <a:lnTo>
                    <a:pt x="583580" y="36433"/>
                  </a:lnTo>
                  <a:lnTo>
                    <a:pt x="588263" y="59690"/>
                  </a:lnTo>
                  <a:lnTo>
                    <a:pt x="588263" y="298450"/>
                  </a:lnTo>
                  <a:lnTo>
                    <a:pt x="583580" y="321706"/>
                  </a:lnTo>
                  <a:lnTo>
                    <a:pt x="570801" y="340677"/>
                  </a:lnTo>
                  <a:lnTo>
                    <a:pt x="551830" y="353456"/>
                  </a:lnTo>
                  <a:lnTo>
                    <a:pt x="528573" y="358140"/>
                  </a:lnTo>
                  <a:lnTo>
                    <a:pt x="59689" y="358140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9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68465" y="3324809"/>
            <a:ext cx="3340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RDS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66457" y="2693161"/>
            <a:ext cx="786130" cy="383540"/>
            <a:chOff x="6966457" y="2693161"/>
            <a:chExt cx="786130" cy="383540"/>
          </a:xfrm>
        </p:grpSpPr>
        <p:sp>
          <p:nvSpPr>
            <p:cNvPr id="27" name="object 27"/>
            <p:cNvSpPr/>
            <p:nvPr/>
          </p:nvSpPr>
          <p:spPr>
            <a:xfrm>
              <a:off x="6979157" y="2705861"/>
              <a:ext cx="760730" cy="358140"/>
            </a:xfrm>
            <a:custGeom>
              <a:avLst/>
              <a:gdLst/>
              <a:ahLst/>
              <a:cxnLst/>
              <a:rect l="l" t="t" r="r" b="b"/>
              <a:pathLst>
                <a:path w="760729" h="358139">
                  <a:moveTo>
                    <a:pt x="700786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39"/>
                  </a:lnTo>
                  <a:lnTo>
                    <a:pt x="700786" y="358139"/>
                  </a:lnTo>
                  <a:lnTo>
                    <a:pt x="724042" y="353456"/>
                  </a:lnTo>
                  <a:lnTo>
                    <a:pt x="743013" y="340677"/>
                  </a:lnTo>
                  <a:lnTo>
                    <a:pt x="755792" y="321706"/>
                  </a:lnTo>
                  <a:lnTo>
                    <a:pt x="760476" y="298450"/>
                  </a:lnTo>
                  <a:lnTo>
                    <a:pt x="760476" y="59689"/>
                  </a:lnTo>
                  <a:lnTo>
                    <a:pt x="755792" y="36433"/>
                  </a:lnTo>
                  <a:lnTo>
                    <a:pt x="743013" y="17462"/>
                  </a:lnTo>
                  <a:lnTo>
                    <a:pt x="724042" y="4683"/>
                  </a:lnTo>
                  <a:lnTo>
                    <a:pt x="7007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79157" y="2705861"/>
              <a:ext cx="760730" cy="358140"/>
            </a:xfrm>
            <a:custGeom>
              <a:avLst/>
              <a:gdLst/>
              <a:ahLst/>
              <a:cxnLst/>
              <a:rect l="l" t="t" r="r" b="b"/>
              <a:pathLst>
                <a:path w="760729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700786" y="0"/>
                  </a:lnTo>
                  <a:lnTo>
                    <a:pt x="724042" y="4683"/>
                  </a:lnTo>
                  <a:lnTo>
                    <a:pt x="743013" y="17462"/>
                  </a:lnTo>
                  <a:lnTo>
                    <a:pt x="755792" y="36433"/>
                  </a:lnTo>
                  <a:lnTo>
                    <a:pt x="760476" y="59689"/>
                  </a:lnTo>
                  <a:lnTo>
                    <a:pt x="760476" y="298450"/>
                  </a:lnTo>
                  <a:lnTo>
                    <a:pt x="755792" y="321706"/>
                  </a:lnTo>
                  <a:lnTo>
                    <a:pt x="743013" y="340677"/>
                  </a:lnTo>
                  <a:lnTo>
                    <a:pt x="724042" y="353456"/>
                  </a:lnTo>
                  <a:lnTo>
                    <a:pt x="700786" y="358139"/>
                  </a:lnTo>
                  <a:lnTo>
                    <a:pt x="59690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133590" y="2784094"/>
            <a:ext cx="4622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K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i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s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i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051802" y="3241801"/>
            <a:ext cx="614045" cy="383540"/>
            <a:chOff x="7051802" y="3241801"/>
            <a:chExt cx="614045" cy="383540"/>
          </a:xfrm>
        </p:grpSpPr>
        <p:sp>
          <p:nvSpPr>
            <p:cNvPr id="31" name="object 31"/>
            <p:cNvSpPr/>
            <p:nvPr/>
          </p:nvSpPr>
          <p:spPr>
            <a:xfrm>
              <a:off x="7064502" y="3254501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528574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90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40"/>
                  </a:lnTo>
                  <a:lnTo>
                    <a:pt x="528574" y="358140"/>
                  </a:lnTo>
                  <a:lnTo>
                    <a:pt x="551830" y="353456"/>
                  </a:lnTo>
                  <a:lnTo>
                    <a:pt x="570801" y="340677"/>
                  </a:lnTo>
                  <a:lnTo>
                    <a:pt x="583580" y="321706"/>
                  </a:lnTo>
                  <a:lnTo>
                    <a:pt x="588264" y="298450"/>
                  </a:lnTo>
                  <a:lnTo>
                    <a:pt x="588264" y="59690"/>
                  </a:lnTo>
                  <a:lnTo>
                    <a:pt x="583580" y="36433"/>
                  </a:lnTo>
                  <a:lnTo>
                    <a:pt x="570801" y="17462"/>
                  </a:lnTo>
                  <a:lnTo>
                    <a:pt x="551830" y="4683"/>
                  </a:lnTo>
                  <a:lnTo>
                    <a:pt x="528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64502" y="3254501"/>
              <a:ext cx="588645" cy="358140"/>
            </a:xfrm>
            <a:custGeom>
              <a:avLst/>
              <a:gdLst/>
              <a:ahLst/>
              <a:cxnLst/>
              <a:rect l="l" t="t" r="r" b="b"/>
              <a:pathLst>
                <a:path w="588645" h="358139">
                  <a:moveTo>
                    <a:pt x="0" y="59690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528574" y="0"/>
                  </a:lnTo>
                  <a:lnTo>
                    <a:pt x="551830" y="4683"/>
                  </a:lnTo>
                  <a:lnTo>
                    <a:pt x="570801" y="17462"/>
                  </a:lnTo>
                  <a:lnTo>
                    <a:pt x="583580" y="36433"/>
                  </a:lnTo>
                  <a:lnTo>
                    <a:pt x="588264" y="59690"/>
                  </a:lnTo>
                  <a:lnTo>
                    <a:pt x="588264" y="298450"/>
                  </a:lnTo>
                  <a:lnTo>
                    <a:pt x="583580" y="321706"/>
                  </a:lnTo>
                  <a:lnTo>
                    <a:pt x="570801" y="340677"/>
                  </a:lnTo>
                  <a:lnTo>
                    <a:pt x="551830" y="353456"/>
                  </a:lnTo>
                  <a:lnTo>
                    <a:pt x="528574" y="358140"/>
                  </a:lnTo>
                  <a:lnTo>
                    <a:pt x="59690" y="358140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9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287132" y="3324809"/>
            <a:ext cx="1581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AI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804160" y="1969007"/>
            <a:ext cx="3203575" cy="1804670"/>
            <a:chOff x="2804160" y="1969007"/>
            <a:chExt cx="3203575" cy="1804670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1820" y="2753893"/>
              <a:ext cx="2875787" cy="23467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51454" y="2815589"/>
              <a:ext cx="2641600" cy="76200"/>
            </a:xfrm>
            <a:custGeom>
              <a:avLst/>
              <a:gdLst/>
              <a:ahLst/>
              <a:cxnLst/>
              <a:rect l="l" t="t" r="r" b="b"/>
              <a:pathLst>
                <a:path w="26416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2641600" h="76200">
                  <a:moveTo>
                    <a:pt x="2565400" y="0"/>
                  </a:moveTo>
                  <a:lnTo>
                    <a:pt x="2565400" y="76200"/>
                  </a:lnTo>
                  <a:lnTo>
                    <a:pt x="2616200" y="50800"/>
                  </a:lnTo>
                  <a:lnTo>
                    <a:pt x="2578100" y="50800"/>
                  </a:lnTo>
                  <a:lnTo>
                    <a:pt x="2578100" y="25400"/>
                  </a:lnTo>
                  <a:lnTo>
                    <a:pt x="2616200" y="25400"/>
                  </a:lnTo>
                  <a:lnTo>
                    <a:pt x="2565400" y="0"/>
                  </a:lnTo>
                  <a:close/>
                </a:path>
                <a:path w="2641600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2641600" h="76200">
                  <a:moveTo>
                    <a:pt x="2565400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2565400" y="50800"/>
                  </a:lnTo>
                  <a:lnTo>
                    <a:pt x="2565400" y="25400"/>
                  </a:lnTo>
                  <a:close/>
                </a:path>
                <a:path w="2641600" h="76200">
                  <a:moveTo>
                    <a:pt x="2616200" y="25400"/>
                  </a:moveTo>
                  <a:lnTo>
                    <a:pt x="2578100" y="25400"/>
                  </a:lnTo>
                  <a:lnTo>
                    <a:pt x="2578100" y="50800"/>
                  </a:lnTo>
                  <a:lnTo>
                    <a:pt x="2616200" y="50800"/>
                  </a:lnTo>
                  <a:lnTo>
                    <a:pt x="2641600" y="38100"/>
                  </a:lnTo>
                  <a:lnTo>
                    <a:pt x="2616200" y="2540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4160" y="1969007"/>
              <a:ext cx="489203" cy="18044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1216" y="2033015"/>
              <a:ext cx="358178" cy="17160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51404" y="1996439"/>
              <a:ext cx="399288" cy="17145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851404" y="1996439"/>
              <a:ext cx="399415" cy="1714500"/>
            </a:xfrm>
            <a:custGeom>
              <a:avLst/>
              <a:gdLst/>
              <a:ahLst/>
              <a:cxnLst/>
              <a:rect l="l" t="t" r="r" b="b"/>
              <a:pathLst>
                <a:path w="399414" h="1714500">
                  <a:moveTo>
                    <a:pt x="0" y="1714500"/>
                  </a:moveTo>
                  <a:lnTo>
                    <a:pt x="399288" y="1714500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1714500"/>
                  </a:lnTo>
                  <a:close/>
                </a:path>
              </a:pathLst>
            </a:custGeom>
            <a:ln w="9524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049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Endpoints</a:t>
            </a:r>
            <a:r>
              <a:rPr sz="2800" spc="-20" dirty="0"/>
              <a:t> </a:t>
            </a:r>
            <a:r>
              <a:rPr sz="2800" spc="-5" dirty="0"/>
              <a:t>(recap)</a:t>
            </a:r>
            <a:endParaRPr sz="2800"/>
          </a:p>
        </p:txBody>
      </p:sp>
      <p:sp>
        <p:nvSpPr>
          <p:cNvPr id="42" name="object 42"/>
          <p:cNvSpPr txBox="1"/>
          <p:nvPr/>
        </p:nvSpPr>
        <p:spPr>
          <a:xfrm>
            <a:off x="3002026" y="2082241"/>
            <a:ext cx="11430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indent="2540" algn="just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E  N  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97454" y="2753360"/>
            <a:ext cx="121920" cy="864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7620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P  O   I </a:t>
            </a:r>
            <a:r>
              <a:rPr sz="11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N  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44981" y="4101490"/>
            <a:ext cx="7249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464646"/>
                </a:solidFill>
                <a:latin typeface="Arial"/>
                <a:cs typeface="Arial"/>
              </a:rPr>
              <a:t>With</a:t>
            </a:r>
            <a:r>
              <a:rPr sz="16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14" dirty="0">
                <a:solidFill>
                  <a:srgbClr val="464646"/>
                </a:solidFill>
                <a:latin typeface="Arial"/>
                <a:cs typeface="Arial"/>
              </a:rPr>
              <a:t>endpoints,</a:t>
            </a:r>
            <a:r>
              <a:rPr sz="16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464646"/>
                </a:solidFill>
                <a:latin typeface="Arial"/>
                <a:cs typeface="Arial"/>
              </a:rPr>
              <a:t>you</a:t>
            </a:r>
            <a:r>
              <a:rPr sz="16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464646"/>
                </a:solidFill>
                <a:latin typeface="Arial"/>
                <a:cs typeface="Arial"/>
              </a:rPr>
              <a:t>can</a:t>
            </a:r>
            <a:r>
              <a:rPr sz="16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464646"/>
                </a:solidFill>
                <a:latin typeface="Arial"/>
                <a:cs typeface="Arial"/>
              </a:rPr>
              <a:t>privately</a:t>
            </a:r>
            <a:r>
              <a:rPr sz="16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10" dirty="0">
                <a:solidFill>
                  <a:srgbClr val="464646"/>
                </a:solidFill>
                <a:latin typeface="Arial"/>
                <a:cs typeface="Arial"/>
              </a:rPr>
              <a:t>talk</a:t>
            </a:r>
            <a:r>
              <a:rPr sz="16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50" dirty="0">
                <a:solidFill>
                  <a:srgbClr val="464646"/>
                </a:solidFill>
                <a:latin typeface="Arial"/>
                <a:cs typeface="Arial"/>
              </a:rPr>
              <a:t>to</a:t>
            </a:r>
            <a:r>
              <a:rPr sz="16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464646"/>
                </a:solidFill>
                <a:latin typeface="Arial"/>
                <a:cs typeface="Arial"/>
              </a:rPr>
              <a:t>AWS</a:t>
            </a:r>
            <a:r>
              <a:rPr sz="16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70" dirty="0">
                <a:solidFill>
                  <a:srgbClr val="464646"/>
                </a:solidFill>
                <a:latin typeface="Arial"/>
                <a:cs typeface="Arial"/>
              </a:rPr>
              <a:t>services</a:t>
            </a:r>
            <a:r>
              <a:rPr sz="16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464646"/>
                </a:solidFill>
                <a:latin typeface="Arial"/>
                <a:cs typeface="Arial"/>
              </a:rPr>
              <a:t>(without</a:t>
            </a:r>
            <a:r>
              <a:rPr sz="16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64646"/>
                </a:solidFill>
                <a:latin typeface="Arial"/>
                <a:cs typeface="Arial"/>
              </a:rPr>
              <a:t>using</a:t>
            </a:r>
            <a:r>
              <a:rPr sz="16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150" dirty="0">
                <a:solidFill>
                  <a:srgbClr val="464646"/>
                </a:solidFill>
                <a:latin typeface="Arial"/>
                <a:cs typeface="Arial"/>
              </a:rPr>
              <a:t>the</a:t>
            </a:r>
            <a:r>
              <a:rPr sz="16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464646"/>
                </a:solidFill>
                <a:latin typeface="Arial"/>
                <a:cs typeface="Arial"/>
              </a:rPr>
              <a:t>internet)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952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Endpoint</a:t>
            </a:r>
            <a:r>
              <a:rPr sz="2800" spc="5" dirty="0"/>
              <a:t> </a:t>
            </a:r>
            <a:r>
              <a:rPr sz="2800" spc="-55" dirty="0"/>
              <a:t>Types</a:t>
            </a:r>
            <a:r>
              <a:rPr sz="2800" spc="30" dirty="0"/>
              <a:t> </a:t>
            </a:r>
            <a:r>
              <a:rPr sz="2800" spc="-5" dirty="0"/>
              <a:t>(recap)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586483"/>
            <a:ext cx="8206740" cy="1066800"/>
            <a:chOff x="339852" y="1586483"/>
            <a:chExt cx="8206740" cy="1066800"/>
          </a:xfrm>
        </p:grpSpPr>
        <p:sp>
          <p:nvSpPr>
            <p:cNvPr id="4" name="object 4"/>
            <p:cNvSpPr/>
            <p:nvPr/>
          </p:nvSpPr>
          <p:spPr>
            <a:xfrm>
              <a:off x="339852" y="1586483"/>
              <a:ext cx="8206740" cy="1066800"/>
            </a:xfrm>
            <a:custGeom>
              <a:avLst/>
              <a:gdLst/>
              <a:ahLst/>
              <a:cxnLst/>
              <a:rect l="l" t="t" r="r" b="b"/>
              <a:pathLst>
                <a:path w="8206740" h="1066800">
                  <a:moveTo>
                    <a:pt x="8100059" y="0"/>
                  </a:moveTo>
                  <a:lnTo>
                    <a:pt x="106679" y="0"/>
                  </a:lnTo>
                  <a:lnTo>
                    <a:pt x="65156" y="8381"/>
                  </a:lnTo>
                  <a:lnTo>
                    <a:pt x="31246" y="31241"/>
                  </a:lnTo>
                  <a:lnTo>
                    <a:pt x="8383" y="65150"/>
                  </a:lnTo>
                  <a:lnTo>
                    <a:pt x="0" y="106679"/>
                  </a:lnTo>
                  <a:lnTo>
                    <a:pt x="0" y="960119"/>
                  </a:lnTo>
                  <a:lnTo>
                    <a:pt x="8383" y="1001649"/>
                  </a:lnTo>
                  <a:lnTo>
                    <a:pt x="31246" y="1035557"/>
                  </a:lnTo>
                  <a:lnTo>
                    <a:pt x="65156" y="1058417"/>
                  </a:lnTo>
                  <a:lnTo>
                    <a:pt x="106679" y="1066799"/>
                  </a:lnTo>
                  <a:lnTo>
                    <a:pt x="8100059" y="1066799"/>
                  </a:lnTo>
                  <a:lnTo>
                    <a:pt x="8141589" y="1058417"/>
                  </a:lnTo>
                  <a:lnTo>
                    <a:pt x="8175498" y="1035557"/>
                  </a:lnTo>
                  <a:lnTo>
                    <a:pt x="8198358" y="1001648"/>
                  </a:lnTo>
                  <a:lnTo>
                    <a:pt x="8206740" y="960119"/>
                  </a:lnTo>
                  <a:lnTo>
                    <a:pt x="8206740" y="106679"/>
                  </a:lnTo>
                  <a:lnTo>
                    <a:pt x="8198358" y="65151"/>
                  </a:lnTo>
                  <a:lnTo>
                    <a:pt x="8175498" y="31242"/>
                  </a:lnTo>
                  <a:lnTo>
                    <a:pt x="8141589" y="8382"/>
                  </a:lnTo>
                  <a:lnTo>
                    <a:pt x="8100059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334" y="1916361"/>
              <a:ext cx="361950" cy="409575"/>
            </a:xfrm>
            <a:custGeom>
              <a:avLst/>
              <a:gdLst/>
              <a:ahLst/>
              <a:cxnLst/>
              <a:rect l="l" t="t" r="r" b="b"/>
              <a:pathLst>
                <a:path w="361950" h="409575">
                  <a:moveTo>
                    <a:pt x="186986" y="53897"/>
                  </a:moveTo>
                  <a:lnTo>
                    <a:pt x="174900" y="53897"/>
                  </a:lnTo>
                  <a:lnTo>
                    <a:pt x="174900" y="156832"/>
                  </a:lnTo>
                  <a:lnTo>
                    <a:pt x="156718" y="162921"/>
                  </a:lnTo>
                  <a:lnTo>
                    <a:pt x="142771" y="175075"/>
                  </a:lnTo>
                  <a:lnTo>
                    <a:pt x="134408" y="191561"/>
                  </a:lnTo>
                  <a:lnTo>
                    <a:pt x="132978" y="210648"/>
                  </a:lnTo>
                  <a:lnTo>
                    <a:pt x="137604" y="226027"/>
                  </a:lnTo>
                  <a:lnTo>
                    <a:pt x="146750" y="238741"/>
                  </a:lnTo>
                  <a:lnTo>
                    <a:pt x="159490" y="247868"/>
                  </a:lnTo>
                  <a:lnTo>
                    <a:pt x="174900" y="252485"/>
                  </a:lnTo>
                  <a:lnTo>
                    <a:pt x="174900" y="367480"/>
                  </a:lnTo>
                  <a:lnTo>
                    <a:pt x="265961" y="367480"/>
                  </a:lnTo>
                  <a:lnTo>
                    <a:pt x="272083" y="385637"/>
                  </a:lnTo>
                  <a:lnTo>
                    <a:pt x="284282" y="399559"/>
                  </a:lnTo>
                  <a:lnTo>
                    <a:pt x="300823" y="407900"/>
                  </a:lnTo>
                  <a:lnTo>
                    <a:pt x="319969" y="409317"/>
                  </a:lnTo>
                  <a:lnTo>
                    <a:pt x="338163" y="403207"/>
                  </a:lnTo>
                  <a:lnTo>
                    <a:pt x="344549" y="397633"/>
                  </a:lnTo>
                  <a:lnTo>
                    <a:pt x="313886" y="397633"/>
                  </a:lnTo>
                  <a:lnTo>
                    <a:pt x="299757" y="394778"/>
                  </a:lnTo>
                  <a:lnTo>
                    <a:pt x="288242" y="387023"/>
                  </a:lnTo>
                  <a:lnTo>
                    <a:pt x="280477" y="375527"/>
                  </a:lnTo>
                  <a:lnTo>
                    <a:pt x="277629" y="361450"/>
                  </a:lnTo>
                  <a:lnTo>
                    <a:pt x="278849" y="355419"/>
                  </a:lnTo>
                  <a:lnTo>
                    <a:pt x="186986" y="355419"/>
                  </a:lnTo>
                  <a:lnTo>
                    <a:pt x="186986" y="252485"/>
                  </a:lnTo>
                  <a:lnTo>
                    <a:pt x="205168" y="246395"/>
                  </a:lnTo>
                  <a:lnTo>
                    <a:pt x="211542" y="240841"/>
                  </a:lnTo>
                  <a:lnTo>
                    <a:pt x="180943" y="240841"/>
                  </a:lnTo>
                  <a:lnTo>
                    <a:pt x="166837" y="237986"/>
                  </a:lnTo>
                  <a:lnTo>
                    <a:pt x="155318" y="230231"/>
                  </a:lnTo>
                  <a:lnTo>
                    <a:pt x="147547" y="218735"/>
                  </a:lnTo>
                  <a:lnTo>
                    <a:pt x="144686" y="204658"/>
                  </a:lnTo>
                  <a:lnTo>
                    <a:pt x="147535" y="190575"/>
                  </a:lnTo>
                  <a:lnTo>
                    <a:pt x="155306" y="179074"/>
                  </a:lnTo>
                  <a:lnTo>
                    <a:pt x="166831" y="171319"/>
                  </a:lnTo>
                  <a:lnTo>
                    <a:pt x="180943" y="168475"/>
                  </a:lnTo>
                  <a:lnTo>
                    <a:pt x="212205" y="168475"/>
                  </a:lnTo>
                  <a:lnTo>
                    <a:pt x="202396" y="161448"/>
                  </a:lnTo>
                  <a:lnTo>
                    <a:pt x="186986" y="156832"/>
                  </a:lnTo>
                  <a:lnTo>
                    <a:pt x="186986" y="53897"/>
                  </a:lnTo>
                  <a:close/>
                </a:path>
                <a:path w="361950" h="409575">
                  <a:moveTo>
                    <a:pt x="345896" y="325267"/>
                  </a:moveTo>
                  <a:lnTo>
                    <a:pt x="313886" y="325267"/>
                  </a:lnTo>
                  <a:lnTo>
                    <a:pt x="327998" y="328111"/>
                  </a:lnTo>
                  <a:lnTo>
                    <a:pt x="339523" y="335866"/>
                  </a:lnTo>
                  <a:lnTo>
                    <a:pt x="347294" y="347367"/>
                  </a:lnTo>
                  <a:lnTo>
                    <a:pt x="350143" y="361450"/>
                  </a:lnTo>
                  <a:lnTo>
                    <a:pt x="347279" y="375533"/>
                  </a:lnTo>
                  <a:lnTo>
                    <a:pt x="339495" y="387034"/>
                  </a:lnTo>
                  <a:lnTo>
                    <a:pt x="327992" y="394778"/>
                  </a:lnTo>
                  <a:lnTo>
                    <a:pt x="313886" y="397633"/>
                  </a:lnTo>
                  <a:lnTo>
                    <a:pt x="344549" y="397633"/>
                  </a:lnTo>
                  <a:lnTo>
                    <a:pt x="352113" y="391031"/>
                  </a:lnTo>
                  <a:lnTo>
                    <a:pt x="360470" y="374524"/>
                  </a:lnTo>
                  <a:lnTo>
                    <a:pt x="361887" y="355419"/>
                  </a:lnTo>
                  <a:lnTo>
                    <a:pt x="356529" y="338638"/>
                  </a:lnTo>
                  <a:lnTo>
                    <a:pt x="345896" y="325267"/>
                  </a:lnTo>
                  <a:close/>
                </a:path>
                <a:path w="361950" h="409575">
                  <a:moveTo>
                    <a:pt x="313886" y="313206"/>
                  </a:moveTo>
                  <a:lnTo>
                    <a:pt x="296555" y="316421"/>
                  </a:lnTo>
                  <a:lnTo>
                    <a:pt x="281936" y="325280"/>
                  </a:lnTo>
                  <a:lnTo>
                    <a:pt x="271313" y="338656"/>
                  </a:lnTo>
                  <a:lnTo>
                    <a:pt x="265966" y="355419"/>
                  </a:lnTo>
                  <a:lnTo>
                    <a:pt x="278849" y="355419"/>
                  </a:lnTo>
                  <a:lnTo>
                    <a:pt x="280479" y="347367"/>
                  </a:lnTo>
                  <a:lnTo>
                    <a:pt x="288249" y="335866"/>
                  </a:lnTo>
                  <a:lnTo>
                    <a:pt x="299774" y="328111"/>
                  </a:lnTo>
                  <a:lnTo>
                    <a:pt x="313886" y="325267"/>
                  </a:lnTo>
                  <a:lnTo>
                    <a:pt x="345896" y="325267"/>
                  </a:lnTo>
                  <a:lnTo>
                    <a:pt x="331242" y="316399"/>
                  </a:lnTo>
                  <a:lnTo>
                    <a:pt x="313886" y="313206"/>
                  </a:lnTo>
                  <a:close/>
                </a:path>
                <a:path w="361950" h="409575">
                  <a:moveTo>
                    <a:pt x="212205" y="168475"/>
                  </a:moveTo>
                  <a:lnTo>
                    <a:pt x="180943" y="168475"/>
                  </a:lnTo>
                  <a:lnTo>
                    <a:pt x="195055" y="171319"/>
                  </a:lnTo>
                  <a:lnTo>
                    <a:pt x="206580" y="179074"/>
                  </a:lnTo>
                  <a:lnTo>
                    <a:pt x="214351" y="190575"/>
                  </a:lnTo>
                  <a:lnTo>
                    <a:pt x="217200" y="204658"/>
                  </a:lnTo>
                  <a:lnTo>
                    <a:pt x="214351" y="218741"/>
                  </a:lnTo>
                  <a:lnTo>
                    <a:pt x="206580" y="230242"/>
                  </a:lnTo>
                  <a:lnTo>
                    <a:pt x="195055" y="237997"/>
                  </a:lnTo>
                  <a:lnTo>
                    <a:pt x="180943" y="240841"/>
                  </a:lnTo>
                  <a:lnTo>
                    <a:pt x="211542" y="240841"/>
                  </a:lnTo>
                  <a:lnTo>
                    <a:pt x="219115" y="234241"/>
                  </a:lnTo>
                  <a:lnTo>
                    <a:pt x="227478" y="217755"/>
                  </a:lnTo>
                  <a:lnTo>
                    <a:pt x="228908" y="198668"/>
                  </a:lnTo>
                  <a:lnTo>
                    <a:pt x="224282" y="183289"/>
                  </a:lnTo>
                  <a:lnTo>
                    <a:pt x="215136" y="170575"/>
                  </a:lnTo>
                  <a:lnTo>
                    <a:pt x="212205" y="168475"/>
                  </a:lnTo>
                  <a:close/>
                </a:path>
                <a:path w="361950" h="409575">
                  <a:moveTo>
                    <a:pt x="41917" y="0"/>
                  </a:moveTo>
                  <a:lnTo>
                    <a:pt x="23723" y="6109"/>
                  </a:lnTo>
                  <a:lnTo>
                    <a:pt x="9773" y="18285"/>
                  </a:lnTo>
                  <a:lnTo>
                    <a:pt x="1416" y="34792"/>
                  </a:lnTo>
                  <a:lnTo>
                    <a:pt x="0" y="53897"/>
                  </a:lnTo>
                  <a:lnTo>
                    <a:pt x="6121" y="72053"/>
                  </a:lnTo>
                  <a:lnTo>
                    <a:pt x="18320" y="85975"/>
                  </a:lnTo>
                  <a:lnTo>
                    <a:pt x="34860" y="94317"/>
                  </a:lnTo>
                  <a:lnTo>
                    <a:pt x="54003" y="95733"/>
                  </a:lnTo>
                  <a:lnTo>
                    <a:pt x="69408" y="91109"/>
                  </a:lnTo>
                  <a:lnTo>
                    <a:pt x="79260" y="84049"/>
                  </a:lnTo>
                  <a:lnTo>
                    <a:pt x="48000" y="84049"/>
                  </a:lnTo>
                  <a:lnTo>
                    <a:pt x="33871" y="81194"/>
                  </a:lnTo>
                  <a:lnTo>
                    <a:pt x="22356" y="73439"/>
                  </a:lnTo>
                  <a:lnTo>
                    <a:pt x="14591" y="61944"/>
                  </a:lnTo>
                  <a:lnTo>
                    <a:pt x="11743" y="47866"/>
                  </a:lnTo>
                  <a:lnTo>
                    <a:pt x="14592" y="33783"/>
                  </a:lnTo>
                  <a:lnTo>
                    <a:pt x="22363" y="22282"/>
                  </a:lnTo>
                  <a:lnTo>
                    <a:pt x="33888" y="14527"/>
                  </a:lnTo>
                  <a:lnTo>
                    <a:pt x="48000" y="11684"/>
                  </a:lnTo>
                  <a:lnTo>
                    <a:pt x="79291" y="11684"/>
                  </a:lnTo>
                  <a:lnTo>
                    <a:pt x="77604" y="9758"/>
                  </a:lnTo>
                  <a:lnTo>
                    <a:pt x="61063" y="1416"/>
                  </a:lnTo>
                  <a:lnTo>
                    <a:pt x="41917" y="0"/>
                  </a:lnTo>
                  <a:close/>
                </a:path>
                <a:path w="361950" h="409575">
                  <a:moveTo>
                    <a:pt x="79291" y="11684"/>
                  </a:moveTo>
                  <a:lnTo>
                    <a:pt x="48000" y="11684"/>
                  </a:lnTo>
                  <a:lnTo>
                    <a:pt x="62112" y="14527"/>
                  </a:lnTo>
                  <a:lnTo>
                    <a:pt x="73637" y="22282"/>
                  </a:lnTo>
                  <a:lnTo>
                    <a:pt x="81408" y="33783"/>
                  </a:lnTo>
                  <a:lnTo>
                    <a:pt x="84257" y="47866"/>
                  </a:lnTo>
                  <a:lnTo>
                    <a:pt x="81392" y="61949"/>
                  </a:lnTo>
                  <a:lnTo>
                    <a:pt x="73609" y="73450"/>
                  </a:lnTo>
                  <a:lnTo>
                    <a:pt x="62106" y="81194"/>
                  </a:lnTo>
                  <a:lnTo>
                    <a:pt x="48000" y="84049"/>
                  </a:lnTo>
                  <a:lnTo>
                    <a:pt x="79260" y="84049"/>
                  </a:lnTo>
                  <a:lnTo>
                    <a:pt x="82145" y="81982"/>
                  </a:lnTo>
                  <a:lnTo>
                    <a:pt x="91292" y="69271"/>
                  </a:lnTo>
                  <a:lnTo>
                    <a:pt x="95925" y="53897"/>
                  </a:lnTo>
                  <a:lnTo>
                    <a:pt x="186986" y="53897"/>
                  </a:lnTo>
                  <a:lnTo>
                    <a:pt x="186986" y="41836"/>
                  </a:lnTo>
                  <a:lnTo>
                    <a:pt x="95925" y="41836"/>
                  </a:lnTo>
                  <a:lnTo>
                    <a:pt x="89803" y="23679"/>
                  </a:lnTo>
                  <a:lnTo>
                    <a:pt x="79291" y="11684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2919983"/>
            <a:ext cx="8206740" cy="1065530"/>
            <a:chOff x="339852" y="2919983"/>
            <a:chExt cx="8206740" cy="1065530"/>
          </a:xfrm>
        </p:grpSpPr>
        <p:sp>
          <p:nvSpPr>
            <p:cNvPr id="7" name="object 7"/>
            <p:cNvSpPr/>
            <p:nvPr/>
          </p:nvSpPr>
          <p:spPr>
            <a:xfrm>
              <a:off x="339852" y="2919983"/>
              <a:ext cx="8206740" cy="1065530"/>
            </a:xfrm>
            <a:custGeom>
              <a:avLst/>
              <a:gdLst/>
              <a:ahLst/>
              <a:cxnLst/>
              <a:rect l="l" t="t" r="r" b="b"/>
              <a:pathLst>
                <a:path w="8206740" h="1065529">
                  <a:moveTo>
                    <a:pt x="8100187" y="0"/>
                  </a:moveTo>
                  <a:lnTo>
                    <a:pt x="106527" y="0"/>
                  </a:lnTo>
                  <a:lnTo>
                    <a:pt x="65059" y="8380"/>
                  </a:lnTo>
                  <a:lnTo>
                    <a:pt x="31199" y="31226"/>
                  </a:lnTo>
                  <a:lnTo>
                    <a:pt x="8370" y="65097"/>
                  </a:lnTo>
                  <a:lnTo>
                    <a:pt x="0" y="106553"/>
                  </a:lnTo>
                  <a:lnTo>
                    <a:pt x="0" y="958748"/>
                  </a:lnTo>
                  <a:lnTo>
                    <a:pt x="8370" y="1000216"/>
                  </a:lnTo>
                  <a:lnTo>
                    <a:pt x="31199" y="1034076"/>
                  </a:lnTo>
                  <a:lnTo>
                    <a:pt x="65059" y="1056905"/>
                  </a:lnTo>
                  <a:lnTo>
                    <a:pt x="106527" y="1065276"/>
                  </a:lnTo>
                  <a:lnTo>
                    <a:pt x="8100187" y="1065276"/>
                  </a:lnTo>
                  <a:lnTo>
                    <a:pt x="8141642" y="1056905"/>
                  </a:lnTo>
                  <a:lnTo>
                    <a:pt x="8175513" y="1034076"/>
                  </a:lnTo>
                  <a:lnTo>
                    <a:pt x="8198359" y="1000216"/>
                  </a:lnTo>
                  <a:lnTo>
                    <a:pt x="8206740" y="958748"/>
                  </a:lnTo>
                  <a:lnTo>
                    <a:pt x="8206740" y="106553"/>
                  </a:lnTo>
                  <a:lnTo>
                    <a:pt x="8198359" y="65097"/>
                  </a:lnTo>
                  <a:lnTo>
                    <a:pt x="8175513" y="31226"/>
                  </a:lnTo>
                  <a:lnTo>
                    <a:pt x="8141642" y="8380"/>
                  </a:lnTo>
                  <a:lnTo>
                    <a:pt x="810018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4549" y="3278419"/>
              <a:ext cx="205740" cy="339090"/>
            </a:xfrm>
            <a:custGeom>
              <a:avLst/>
              <a:gdLst/>
              <a:ahLst/>
              <a:cxnLst/>
              <a:rect l="l" t="t" r="r" b="b"/>
              <a:pathLst>
                <a:path w="205740" h="339089">
                  <a:moveTo>
                    <a:pt x="108771" y="0"/>
                  </a:moveTo>
                  <a:lnTo>
                    <a:pt x="0" y="0"/>
                  </a:lnTo>
                  <a:lnTo>
                    <a:pt x="0" y="12092"/>
                  </a:lnTo>
                  <a:lnTo>
                    <a:pt x="96685" y="12092"/>
                  </a:lnTo>
                  <a:lnTo>
                    <a:pt x="96685" y="163247"/>
                  </a:lnTo>
                  <a:lnTo>
                    <a:pt x="0" y="163247"/>
                  </a:lnTo>
                  <a:lnTo>
                    <a:pt x="0" y="175339"/>
                  </a:lnTo>
                  <a:lnTo>
                    <a:pt x="96685" y="175339"/>
                  </a:lnTo>
                  <a:lnTo>
                    <a:pt x="96685" y="326494"/>
                  </a:lnTo>
                  <a:lnTo>
                    <a:pt x="0" y="326494"/>
                  </a:lnTo>
                  <a:lnTo>
                    <a:pt x="0" y="338586"/>
                  </a:lnTo>
                  <a:lnTo>
                    <a:pt x="108771" y="338586"/>
                  </a:lnTo>
                  <a:lnTo>
                    <a:pt x="108771" y="175339"/>
                  </a:lnTo>
                  <a:lnTo>
                    <a:pt x="205457" y="175339"/>
                  </a:lnTo>
                  <a:lnTo>
                    <a:pt x="205457" y="163247"/>
                  </a:lnTo>
                  <a:lnTo>
                    <a:pt x="108771" y="163247"/>
                  </a:lnTo>
                  <a:lnTo>
                    <a:pt x="108771" y="0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0" y="3242142"/>
              <a:ext cx="84600" cy="84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0" y="3405389"/>
              <a:ext cx="84600" cy="846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0" y="3568637"/>
              <a:ext cx="84600" cy="846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8135" y="3405389"/>
              <a:ext cx="84600" cy="8464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01725" y="1887092"/>
            <a:ext cx="7537450" cy="258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3285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Gateway Endpoint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S3, DynamoDB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Arial MT"/>
              <a:cs typeface="Arial MT"/>
            </a:endParaRPr>
          </a:p>
          <a:p>
            <a:pPr marL="883285" marR="575945">
              <a:lnSpc>
                <a:spcPts val="259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Endpoint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500" spc="-1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All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newer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services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use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interface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endpoint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70"/>
              </a:spcBef>
            </a:pPr>
            <a:r>
              <a:rPr sz="2400" b="1" spc="-85" dirty="0">
                <a:solidFill>
                  <a:srgbClr val="464646"/>
                </a:solidFill>
                <a:latin typeface="Arial"/>
                <a:cs typeface="Arial"/>
              </a:rPr>
              <a:t>Privately</a:t>
            </a:r>
            <a:r>
              <a:rPr sz="2400" b="1" spc="-9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464646"/>
                </a:solidFill>
                <a:latin typeface="Arial"/>
                <a:cs typeface="Arial"/>
              </a:rPr>
              <a:t>share</a:t>
            </a:r>
            <a:r>
              <a:rPr sz="24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100" dirty="0">
                <a:solidFill>
                  <a:srgbClr val="464646"/>
                </a:solidFill>
                <a:latin typeface="Arial"/>
                <a:cs typeface="Arial"/>
              </a:rPr>
              <a:t>your</a:t>
            </a:r>
            <a:r>
              <a:rPr sz="2400" b="1" spc="-9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150" dirty="0">
                <a:solidFill>
                  <a:srgbClr val="464646"/>
                </a:solidFill>
                <a:latin typeface="Arial"/>
                <a:cs typeface="Arial"/>
              </a:rPr>
              <a:t>application</a:t>
            </a:r>
            <a:r>
              <a:rPr sz="2400" b="1" spc="-9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70" dirty="0">
                <a:solidFill>
                  <a:srgbClr val="464646"/>
                </a:solidFill>
                <a:latin typeface="Arial"/>
                <a:cs typeface="Arial"/>
              </a:rPr>
              <a:t>using</a:t>
            </a:r>
            <a:r>
              <a:rPr sz="24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145" dirty="0">
                <a:solidFill>
                  <a:srgbClr val="464646"/>
                </a:solidFill>
                <a:latin typeface="Arial"/>
                <a:cs typeface="Arial"/>
              </a:rPr>
              <a:t>Interface</a:t>
            </a:r>
            <a:r>
              <a:rPr sz="2400" b="1" spc="-9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400" b="1" spc="-150" dirty="0">
                <a:solidFill>
                  <a:srgbClr val="464646"/>
                </a:solidFill>
                <a:latin typeface="Arial"/>
                <a:cs typeface="Arial"/>
              </a:rPr>
              <a:t>Endpoints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40589"/>
            <a:ext cx="5864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Access</a:t>
            </a:r>
            <a:r>
              <a:rPr sz="2400" spc="5" dirty="0"/>
              <a:t> </a:t>
            </a:r>
            <a:r>
              <a:rPr sz="2400" dirty="0"/>
              <a:t>using</a:t>
            </a:r>
            <a:r>
              <a:rPr sz="2400" spc="-30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spc="-5" dirty="0"/>
              <a:t>Endpoint</a:t>
            </a:r>
            <a:r>
              <a:rPr sz="2400" spc="-35" dirty="0"/>
              <a:t> </a:t>
            </a:r>
            <a:r>
              <a:rPr sz="2400" dirty="0"/>
              <a:t>(PrivateLink)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591566" y="1123441"/>
            <a:ext cx="4163060" cy="3609975"/>
            <a:chOff x="591566" y="1123441"/>
            <a:chExt cx="4163060" cy="3609975"/>
          </a:xfrm>
        </p:grpSpPr>
        <p:sp>
          <p:nvSpPr>
            <p:cNvPr id="4" name="object 4"/>
            <p:cNvSpPr/>
            <p:nvPr/>
          </p:nvSpPr>
          <p:spPr>
            <a:xfrm>
              <a:off x="604266" y="1136141"/>
              <a:ext cx="4137660" cy="3584575"/>
            </a:xfrm>
            <a:custGeom>
              <a:avLst/>
              <a:gdLst/>
              <a:ahLst/>
              <a:cxnLst/>
              <a:rect l="l" t="t" r="r" b="b"/>
              <a:pathLst>
                <a:path w="4137660" h="3584575">
                  <a:moveTo>
                    <a:pt x="4137660" y="0"/>
                  </a:moveTo>
                  <a:lnTo>
                    <a:pt x="0" y="0"/>
                  </a:lnTo>
                  <a:lnTo>
                    <a:pt x="0" y="3584448"/>
                  </a:lnTo>
                  <a:lnTo>
                    <a:pt x="4137660" y="3584448"/>
                  </a:lnTo>
                  <a:lnTo>
                    <a:pt x="4137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266" y="1136141"/>
              <a:ext cx="4137660" cy="3584575"/>
            </a:xfrm>
            <a:custGeom>
              <a:avLst/>
              <a:gdLst/>
              <a:ahLst/>
              <a:cxnLst/>
              <a:rect l="l" t="t" r="r" b="b"/>
              <a:pathLst>
                <a:path w="4137660" h="3584575">
                  <a:moveTo>
                    <a:pt x="0" y="3584448"/>
                  </a:moveTo>
                  <a:lnTo>
                    <a:pt x="4137660" y="3584448"/>
                  </a:lnTo>
                  <a:lnTo>
                    <a:pt x="4137660" y="0"/>
                  </a:lnTo>
                  <a:lnTo>
                    <a:pt x="0" y="0"/>
                  </a:lnTo>
                  <a:lnTo>
                    <a:pt x="0" y="3584448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85110" y="1885950"/>
              <a:ext cx="1724025" cy="1417320"/>
            </a:xfrm>
            <a:custGeom>
              <a:avLst/>
              <a:gdLst/>
              <a:ahLst/>
              <a:cxnLst/>
              <a:rect l="l" t="t" r="r" b="b"/>
              <a:pathLst>
                <a:path w="1724025" h="1417320">
                  <a:moveTo>
                    <a:pt x="1487424" y="0"/>
                  </a:moveTo>
                  <a:lnTo>
                    <a:pt x="236219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19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19" y="1417320"/>
                  </a:lnTo>
                  <a:lnTo>
                    <a:pt x="1487424" y="1417320"/>
                  </a:lnTo>
                  <a:lnTo>
                    <a:pt x="1535021" y="1412519"/>
                  </a:lnTo>
                  <a:lnTo>
                    <a:pt x="1579358" y="1398752"/>
                  </a:lnTo>
                  <a:lnTo>
                    <a:pt x="1619482" y="1376968"/>
                  </a:lnTo>
                  <a:lnTo>
                    <a:pt x="1654444" y="1348120"/>
                  </a:lnTo>
                  <a:lnTo>
                    <a:pt x="1683292" y="1313158"/>
                  </a:lnTo>
                  <a:lnTo>
                    <a:pt x="1705076" y="1273034"/>
                  </a:lnTo>
                  <a:lnTo>
                    <a:pt x="1718843" y="1228697"/>
                  </a:lnTo>
                  <a:lnTo>
                    <a:pt x="1723643" y="1181100"/>
                  </a:lnTo>
                  <a:lnTo>
                    <a:pt x="1723643" y="236219"/>
                  </a:lnTo>
                  <a:lnTo>
                    <a:pt x="1718843" y="188622"/>
                  </a:lnTo>
                  <a:lnTo>
                    <a:pt x="1705076" y="144285"/>
                  </a:lnTo>
                  <a:lnTo>
                    <a:pt x="1683292" y="104161"/>
                  </a:lnTo>
                  <a:lnTo>
                    <a:pt x="1654444" y="69199"/>
                  </a:lnTo>
                  <a:lnTo>
                    <a:pt x="1619482" y="40351"/>
                  </a:lnTo>
                  <a:lnTo>
                    <a:pt x="1579358" y="18567"/>
                  </a:lnTo>
                  <a:lnTo>
                    <a:pt x="1535021" y="4800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85110" y="1885950"/>
              <a:ext cx="1724025" cy="1417320"/>
            </a:xfrm>
            <a:custGeom>
              <a:avLst/>
              <a:gdLst/>
              <a:ahLst/>
              <a:cxnLst/>
              <a:rect l="l" t="t" r="r" b="b"/>
              <a:pathLst>
                <a:path w="1724025" h="1417320">
                  <a:moveTo>
                    <a:pt x="0" y="236219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19" y="0"/>
                  </a:lnTo>
                  <a:lnTo>
                    <a:pt x="1487424" y="0"/>
                  </a:lnTo>
                  <a:lnTo>
                    <a:pt x="1535021" y="4800"/>
                  </a:lnTo>
                  <a:lnTo>
                    <a:pt x="1579358" y="18567"/>
                  </a:lnTo>
                  <a:lnTo>
                    <a:pt x="1619482" y="40351"/>
                  </a:lnTo>
                  <a:lnTo>
                    <a:pt x="1654444" y="69199"/>
                  </a:lnTo>
                  <a:lnTo>
                    <a:pt x="1683292" y="104161"/>
                  </a:lnTo>
                  <a:lnTo>
                    <a:pt x="1705076" y="144285"/>
                  </a:lnTo>
                  <a:lnTo>
                    <a:pt x="1718843" y="188622"/>
                  </a:lnTo>
                  <a:lnTo>
                    <a:pt x="1723643" y="236219"/>
                  </a:lnTo>
                  <a:lnTo>
                    <a:pt x="1723643" y="1181100"/>
                  </a:lnTo>
                  <a:lnTo>
                    <a:pt x="1718843" y="1228697"/>
                  </a:lnTo>
                  <a:lnTo>
                    <a:pt x="1705076" y="1273034"/>
                  </a:lnTo>
                  <a:lnTo>
                    <a:pt x="1683292" y="1313158"/>
                  </a:lnTo>
                  <a:lnTo>
                    <a:pt x="1654444" y="1348120"/>
                  </a:lnTo>
                  <a:lnTo>
                    <a:pt x="1619482" y="1376968"/>
                  </a:lnTo>
                  <a:lnTo>
                    <a:pt x="1579358" y="1398752"/>
                  </a:lnTo>
                  <a:lnTo>
                    <a:pt x="1535021" y="1412519"/>
                  </a:lnTo>
                  <a:lnTo>
                    <a:pt x="1487424" y="1417320"/>
                  </a:lnTo>
                  <a:lnTo>
                    <a:pt x="236219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1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85110" y="3390137"/>
              <a:ext cx="1724025" cy="928369"/>
            </a:xfrm>
            <a:custGeom>
              <a:avLst/>
              <a:gdLst/>
              <a:ahLst/>
              <a:cxnLst/>
              <a:rect l="l" t="t" r="r" b="b"/>
              <a:pathLst>
                <a:path w="1724025" h="928370">
                  <a:moveTo>
                    <a:pt x="1568957" y="0"/>
                  </a:moveTo>
                  <a:lnTo>
                    <a:pt x="154685" y="0"/>
                  </a:lnTo>
                  <a:lnTo>
                    <a:pt x="105777" y="7882"/>
                  </a:lnTo>
                  <a:lnTo>
                    <a:pt x="63313" y="29833"/>
                  </a:lnTo>
                  <a:lnTo>
                    <a:pt x="29833" y="63313"/>
                  </a:lnTo>
                  <a:lnTo>
                    <a:pt x="7882" y="105777"/>
                  </a:lnTo>
                  <a:lnTo>
                    <a:pt x="0" y="154686"/>
                  </a:lnTo>
                  <a:lnTo>
                    <a:pt x="0" y="773430"/>
                  </a:lnTo>
                  <a:lnTo>
                    <a:pt x="7882" y="822323"/>
                  </a:lnTo>
                  <a:lnTo>
                    <a:pt x="29833" y="864786"/>
                  </a:lnTo>
                  <a:lnTo>
                    <a:pt x="63313" y="898271"/>
                  </a:lnTo>
                  <a:lnTo>
                    <a:pt x="105777" y="920230"/>
                  </a:lnTo>
                  <a:lnTo>
                    <a:pt x="154685" y="928116"/>
                  </a:lnTo>
                  <a:lnTo>
                    <a:pt x="1568957" y="928116"/>
                  </a:lnTo>
                  <a:lnTo>
                    <a:pt x="1617866" y="920230"/>
                  </a:lnTo>
                  <a:lnTo>
                    <a:pt x="1660330" y="898271"/>
                  </a:lnTo>
                  <a:lnTo>
                    <a:pt x="1693810" y="864786"/>
                  </a:lnTo>
                  <a:lnTo>
                    <a:pt x="1715761" y="822323"/>
                  </a:lnTo>
                  <a:lnTo>
                    <a:pt x="1723643" y="773430"/>
                  </a:lnTo>
                  <a:lnTo>
                    <a:pt x="1723643" y="154686"/>
                  </a:lnTo>
                  <a:lnTo>
                    <a:pt x="1715761" y="105777"/>
                  </a:lnTo>
                  <a:lnTo>
                    <a:pt x="1693810" y="63313"/>
                  </a:lnTo>
                  <a:lnTo>
                    <a:pt x="1660330" y="29833"/>
                  </a:lnTo>
                  <a:lnTo>
                    <a:pt x="1617866" y="7882"/>
                  </a:lnTo>
                  <a:lnTo>
                    <a:pt x="156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85110" y="3390137"/>
              <a:ext cx="1724025" cy="928369"/>
            </a:xfrm>
            <a:custGeom>
              <a:avLst/>
              <a:gdLst/>
              <a:ahLst/>
              <a:cxnLst/>
              <a:rect l="l" t="t" r="r" b="b"/>
              <a:pathLst>
                <a:path w="1724025" h="928370">
                  <a:moveTo>
                    <a:pt x="0" y="154686"/>
                  </a:moveTo>
                  <a:lnTo>
                    <a:pt x="7882" y="105777"/>
                  </a:lnTo>
                  <a:lnTo>
                    <a:pt x="29833" y="63313"/>
                  </a:lnTo>
                  <a:lnTo>
                    <a:pt x="63313" y="29833"/>
                  </a:lnTo>
                  <a:lnTo>
                    <a:pt x="105777" y="7882"/>
                  </a:lnTo>
                  <a:lnTo>
                    <a:pt x="154685" y="0"/>
                  </a:lnTo>
                  <a:lnTo>
                    <a:pt x="1568957" y="0"/>
                  </a:lnTo>
                  <a:lnTo>
                    <a:pt x="1617866" y="7882"/>
                  </a:lnTo>
                  <a:lnTo>
                    <a:pt x="1660330" y="29833"/>
                  </a:lnTo>
                  <a:lnTo>
                    <a:pt x="1693810" y="63313"/>
                  </a:lnTo>
                  <a:lnTo>
                    <a:pt x="1715761" y="105777"/>
                  </a:lnTo>
                  <a:lnTo>
                    <a:pt x="1723643" y="154686"/>
                  </a:lnTo>
                  <a:lnTo>
                    <a:pt x="1723643" y="773430"/>
                  </a:lnTo>
                  <a:lnTo>
                    <a:pt x="1715761" y="822323"/>
                  </a:lnTo>
                  <a:lnTo>
                    <a:pt x="1693810" y="864786"/>
                  </a:lnTo>
                  <a:lnTo>
                    <a:pt x="1660330" y="898271"/>
                  </a:lnTo>
                  <a:lnTo>
                    <a:pt x="1617866" y="920230"/>
                  </a:lnTo>
                  <a:lnTo>
                    <a:pt x="1568957" y="928116"/>
                  </a:lnTo>
                  <a:lnTo>
                    <a:pt x="154685" y="928116"/>
                  </a:lnTo>
                  <a:lnTo>
                    <a:pt x="105777" y="920230"/>
                  </a:lnTo>
                  <a:lnTo>
                    <a:pt x="63313" y="898271"/>
                  </a:lnTo>
                  <a:lnTo>
                    <a:pt x="29833" y="864786"/>
                  </a:lnTo>
                  <a:lnTo>
                    <a:pt x="7882" y="822323"/>
                  </a:lnTo>
                  <a:lnTo>
                    <a:pt x="0" y="773430"/>
                  </a:lnTo>
                  <a:lnTo>
                    <a:pt x="0" y="154686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6466" y="3681221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79"/>
                  </a:lnTo>
                  <a:lnTo>
                    <a:pt x="0" y="215899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79" y="259079"/>
                  </a:lnTo>
                  <a:lnTo>
                    <a:pt x="545083" y="259079"/>
                  </a:lnTo>
                  <a:lnTo>
                    <a:pt x="561903" y="255687"/>
                  </a:lnTo>
                  <a:lnTo>
                    <a:pt x="575627" y="246433"/>
                  </a:lnTo>
                  <a:lnTo>
                    <a:pt x="584874" y="232708"/>
                  </a:lnTo>
                  <a:lnTo>
                    <a:pt x="588263" y="215899"/>
                  </a:lnTo>
                  <a:lnTo>
                    <a:pt x="588263" y="43179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66466" y="3681221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79">
                  <a:moveTo>
                    <a:pt x="0" y="43179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79"/>
                  </a:lnTo>
                  <a:lnTo>
                    <a:pt x="588263" y="215899"/>
                  </a:lnTo>
                  <a:lnTo>
                    <a:pt x="584874" y="232708"/>
                  </a:lnTo>
                  <a:lnTo>
                    <a:pt x="575627" y="246433"/>
                  </a:lnTo>
                  <a:lnTo>
                    <a:pt x="561903" y="255687"/>
                  </a:lnTo>
                  <a:lnTo>
                    <a:pt x="545083" y="259079"/>
                  </a:lnTo>
                  <a:lnTo>
                    <a:pt x="43179" y="259079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899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44645" y="3688841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546607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79" y="259080"/>
                  </a:lnTo>
                  <a:lnTo>
                    <a:pt x="546607" y="259080"/>
                  </a:lnTo>
                  <a:lnTo>
                    <a:pt x="563427" y="255687"/>
                  </a:lnTo>
                  <a:lnTo>
                    <a:pt x="577151" y="246433"/>
                  </a:lnTo>
                  <a:lnTo>
                    <a:pt x="586398" y="232708"/>
                  </a:lnTo>
                  <a:lnTo>
                    <a:pt x="589788" y="215900"/>
                  </a:lnTo>
                  <a:lnTo>
                    <a:pt x="589788" y="43180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44645" y="3688841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6607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80"/>
                  </a:lnTo>
                  <a:lnTo>
                    <a:pt x="589788" y="215900"/>
                  </a:lnTo>
                  <a:lnTo>
                    <a:pt x="586398" y="232708"/>
                  </a:lnTo>
                  <a:lnTo>
                    <a:pt x="577151" y="246433"/>
                  </a:lnTo>
                  <a:lnTo>
                    <a:pt x="563427" y="255687"/>
                  </a:lnTo>
                  <a:lnTo>
                    <a:pt x="546607" y="259080"/>
                  </a:lnTo>
                  <a:lnTo>
                    <a:pt x="43179" y="259080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50285" y="3604666"/>
            <a:ext cx="1192530" cy="631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7465">
              <a:lnSpc>
                <a:spcPct val="141900"/>
              </a:lnSpc>
              <a:spcBef>
                <a:spcPts val="95"/>
              </a:spcBef>
              <a:tabLst>
                <a:tab pos="764540" algn="l"/>
              </a:tabLst>
            </a:pPr>
            <a:r>
              <a:rPr sz="2100" spc="-7" baseline="1984" dirty="0">
                <a:solidFill>
                  <a:srgbClr val="464646"/>
                </a:solidFill>
                <a:latin typeface="Arial MT"/>
                <a:cs typeface="Arial MT"/>
              </a:rPr>
              <a:t>App	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 Private</a:t>
            </a:r>
            <a:r>
              <a:rPr sz="14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56917" y="4374286"/>
            <a:ext cx="1804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7305" y="1353566"/>
            <a:ext cx="3724275" cy="2992755"/>
            <a:chOff x="797305" y="1353566"/>
            <a:chExt cx="3724275" cy="2992755"/>
          </a:xfrm>
        </p:grpSpPr>
        <p:sp>
          <p:nvSpPr>
            <p:cNvPr id="17" name="object 17"/>
            <p:cNvSpPr/>
            <p:nvPr/>
          </p:nvSpPr>
          <p:spPr>
            <a:xfrm>
              <a:off x="810005" y="1366266"/>
              <a:ext cx="3698875" cy="358140"/>
            </a:xfrm>
            <a:custGeom>
              <a:avLst/>
              <a:gdLst/>
              <a:ahLst/>
              <a:cxnLst/>
              <a:rect l="l" t="t" r="r" b="b"/>
              <a:pathLst>
                <a:path w="3698875" h="358139">
                  <a:moveTo>
                    <a:pt x="3639057" y="0"/>
                  </a:moveTo>
                  <a:lnTo>
                    <a:pt x="59690" y="0"/>
                  </a:lnTo>
                  <a:lnTo>
                    <a:pt x="36454" y="4683"/>
                  </a:lnTo>
                  <a:lnTo>
                    <a:pt x="17481" y="17462"/>
                  </a:lnTo>
                  <a:lnTo>
                    <a:pt x="4690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90" y="321706"/>
                  </a:lnTo>
                  <a:lnTo>
                    <a:pt x="17481" y="340677"/>
                  </a:lnTo>
                  <a:lnTo>
                    <a:pt x="36454" y="353456"/>
                  </a:lnTo>
                  <a:lnTo>
                    <a:pt x="59690" y="358139"/>
                  </a:lnTo>
                  <a:lnTo>
                    <a:pt x="3639057" y="358139"/>
                  </a:lnTo>
                  <a:lnTo>
                    <a:pt x="3662314" y="353456"/>
                  </a:lnTo>
                  <a:lnTo>
                    <a:pt x="3681285" y="340677"/>
                  </a:lnTo>
                  <a:lnTo>
                    <a:pt x="3694064" y="321706"/>
                  </a:lnTo>
                  <a:lnTo>
                    <a:pt x="3698748" y="298450"/>
                  </a:lnTo>
                  <a:lnTo>
                    <a:pt x="3698748" y="59689"/>
                  </a:lnTo>
                  <a:lnTo>
                    <a:pt x="3694064" y="36433"/>
                  </a:lnTo>
                  <a:lnTo>
                    <a:pt x="3681285" y="17462"/>
                  </a:lnTo>
                  <a:lnTo>
                    <a:pt x="3662314" y="4683"/>
                  </a:lnTo>
                  <a:lnTo>
                    <a:pt x="3639057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0005" y="1366266"/>
              <a:ext cx="3698875" cy="358140"/>
            </a:xfrm>
            <a:custGeom>
              <a:avLst/>
              <a:gdLst/>
              <a:ahLst/>
              <a:cxnLst/>
              <a:rect l="l" t="t" r="r" b="b"/>
              <a:pathLst>
                <a:path w="3698875" h="358139">
                  <a:moveTo>
                    <a:pt x="0" y="59689"/>
                  </a:moveTo>
                  <a:lnTo>
                    <a:pt x="4690" y="36433"/>
                  </a:lnTo>
                  <a:lnTo>
                    <a:pt x="17481" y="17462"/>
                  </a:lnTo>
                  <a:lnTo>
                    <a:pt x="36454" y="4683"/>
                  </a:lnTo>
                  <a:lnTo>
                    <a:pt x="59690" y="0"/>
                  </a:lnTo>
                  <a:lnTo>
                    <a:pt x="3639057" y="0"/>
                  </a:lnTo>
                  <a:lnTo>
                    <a:pt x="3662314" y="4683"/>
                  </a:lnTo>
                  <a:lnTo>
                    <a:pt x="3681285" y="17462"/>
                  </a:lnTo>
                  <a:lnTo>
                    <a:pt x="3694064" y="36433"/>
                  </a:lnTo>
                  <a:lnTo>
                    <a:pt x="3698748" y="59689"/>
                  </a:lnTo>
                  <a:lnTo>
                    <a:pt x="3698748" y="298450"/>
                  </a:lnTo>
                  <a:lnTo>
                    <a:pt x="3694064" y="321706"/>
                  </a:lnTo>
                  <a:lnTo>
                    <a:pt x="3681285" y="340677"/>
                  </a:lnTo>
                  <a:lnTo>
                    <a:pt x="3662314" y="353456"/>
                  </a:lnTo>
                  <a:lnTo>
                    <a:pt x="3639057" y="358139"/>
                  </a:lnTo>
                  <a:lnTo>
                    <a:pt x="59690" y="358139"/>
                  </a:lnTo>
                  <a:lnTo>
                    <a:pt x="36454" y="353456"/>
                  </a:lnTo>
                  <a:lnTo>
                    <a:pt x="17481" y="340677"/>
                  </a:lnTo>
                  <a:lnTo>
                    <a:pt x="4690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25399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54273" y="25930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545084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54273" y="25930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0005" y="1885950"/>
              <a:ext cx="1725295" cy="1419225"/>
            </a:xfrm>
            <a:custGeom>
              <a:avLst/>
              <a:gdLst/>
              <a:ahLst/>
              <a:cxnLst/>
              <a:rect l="l" t="t" r="r" b="b"/>
              <a:pathLst>
                <a:path w="1725295" h="1419225">
                  <a:moveTo>
                    <a:pt x="1488694" y="0"/>
                  </a:moveTo>
                  <a:lnTo>
                    <a:pt x="236474" y="0"/>
                  </a:lnTo>
                  <a:lnTo>
                    <a:pt x="188818" y="4806"/>
                  </a:lnTo>
                  <a:lnTo>
                    <a:pt x="144430" y="18589"/>
                  </a:lnTo>
                  <a:lnTo>
                    <a:pt x="104262" y="40397"/>
                  </a:lnTo>
                  <a:lnTo>
                    <a:pt x="69264" y="69278"/>
                  </a:lnTo>
                  <a:lnTo>
                    <a:pt x="40387" y="104278"/>
                  </a:lnTo>
                  <a:lnTo>
                    <a:pt x="18584" y="144446"/>
                  </a:lnTo>
                  <a:lnTo>
                    <a:pt x="4804" y="188829"/>
                  </a:lnTo>
                  <a:lnTo>
                    <a:pt x="0" y="236474"/>
                  </a:lnTo>
                  <a:lnTo>
                    <a:pt x="0" y="1182370"/>
                  </a:lnTo>
                  <a:lnTo>
                    <a:pt x="4804" y="1230014"/>
                  </a:lnTo>
                  <a:lnTo>
                    <a:pt x="18584" y="1274397"/>
                  </a:lnTo>
                  <a:lnTo>
                    <a:pt x="40387" y="1314565"/>
                  </a:lnTo>
                  <a:lnTo>
                    <a:pt x="69264" y="1349565"/>
                  </a:lnTo>
                  <a:lnTo>
                    <a:pt x="104262" y="1378446"/>
                  </a:lnTo>
                  <a:lnTo>
                    <a:pt x="144430" y="1400254"/>
                  </a:lnTo>
                  <a:lnTo>
                    <a:pt x="188818" y="1414037"/>
                  </a:lnTo>
                  <a:lnTo>
                    <a:pt x="236474" y="1418844"/>
                  </a:lnTo>
                  <a:lnTo>
                    <a:pt x="1488694" y="1418844"/>
                  </a:lnTo>
                  <a:lnTo>
                    <a:pt x="1536338" y="1414037"/>
                  </a:lnTo>
                  <a:lnTo>
                    <a:pt x="1580721" y="1400254"/>
                  </a:lnTo>
                  <a:lnTo>
                    <a:pt x="1620889" y="1378446"/>
                  </a:lnTo>
                  <a:lnTo>
                    <a:pt x="1655889" y="1349565"/>
                  </a:lnTo>
                  <a:lnTo>
                    <a:pt x="1684770" y="1314565"/>
                  </a:lnTo>
                  <a:lnTo>
                    <a:pt x="1706578" y="1274397"/>
                  </a:lnTo>
                  <a:lnTo>
                    <a:pt x="1720361" y="1230014"/>
                  </a:lnTo>
                  <a:lnTo>
                    <a:pt x="1725168" y="1182370"/>
                  </a:lnTo>
                  <a:lnTo>
                    <a:pt x="1725168" y="236474"/>
                  </a:lnTo>
                  <a:lnTo>
                    <a:pt x="1720361" y="188829"/>
                  </a:lnTo>
                  <a:lnTo>
                    <a:pt x="1706578" y="144446"/>
                  </a:lnTo>
                  <a:lnTo>
                    <a:pt x="1684770" y="104278"/>
                  </a:lnTo>
                  <a:lnTo>
                    <a:pt x="1655889" y="69278"/>
                  </a:lnTo>
                  <a:lnTo>
                    <a:pt x="1620889" y="40397"/>
                  </a:lnTo>
                  <a:lnTo>
                    <a:pt x="1580721" y="18589"/>
                  </a:lnTo>
                  <a:lnTo>
                    <a:pt x="1536338" y="4806"/>
                  </a:lnTo>
                  <a:lnTo>
                    <a:pt x="14886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0005" y="1885950"/>
              <a:ext cx="1725295" cy="1419225"/>
            </a:xfrm>
            <a:custGeom>
              <a:avLst/>
              <a:gdLst/>
              <a:ahLst/>
              <a:cxnLst/>
              <a:rect l="l" t="t" r="r" b="b"/>
              <a:pathLst>
                <a:path w="1725295" h="1419225">
                  <a:moveTo>
                    <a:pt x="0" y="236474"/>
                  </a:moveTo>
                  <a:lnTo>
                    <a:pt x="4804" y="188829"/>
                  </a:lnTo>
                  <a:lnTo>
                    <a:pt x="18584" y="144446"/>
                  </a:lnTo>
                  <a:lnTo>
                    <a:pt x="40387" y="104278"/>
                  </a:lnTo>
                  <a:lnTo>
                    <a:pt x="69264" y="69278"/>
                  </a:lnTo>
                  <a:lnTo>
                    <a:pt x="104262" y="40397"/>
                  </a:lnTo>
                  <a:lnTo>
                    <a:pt x="144430" y="18589"/>
                  </a:lnTo>
                  <a:lnTo>
                    <a:pt x="188818" y="4806"/>
                  </a:lnTo>
                  <a:lnTo>
                    <a:pt x="236474" y="0"/>
                  </a:lnTo>
                  <a:lnTo>
                    <a:pt x="1488694" y="0"/>
                  </a:lnTo>
                  <a:lnTo>
                    <a:pt x="1536338" y="4806"/>
                  </a:lnTo>
                  <a:lnTo>
                    <a:pt x="1580721" y="18589"/>
                  </a:lnTo>
                  <a:lnTo>
                    <a:pt x="1620889" y="40397"/>
                  </a:lnTo>
                  <a:lnTo>
                    <a:pt x="1655889" y="69278"/>
                  </a:lnTo>
                  <a:lnTo>
                    <a:pt x="1684770" y="104278"/>
                  </a:lnTo>
                  <a:lnTo>
                    <a:pt x="1706578" y="144446"/>
                  </a:lnTo>
                  <a:lnTo>
                    <a:pt x="1720361" y="188829"/>
                  </a:lnTo>
                  <a:lnTo>
                    <a:pt x="1725168" y="236474"/>
                  </a:lnTo>
                  <a:lnTo>
                    <a:pt x="1725168" y="1182370"/>
                  </a:lnTo>
                  <a:lnTo>
                    <a:pt x="1720361" y="1230014"/>
                  </a:lnTo>
                  <a:lnTo>
                    <a:pt x="1706578" y="1274397"/>
                  </a:lnTo>
                  <a:lnTo>
                    <a:pt x="1684770" y="1314565"/>
                  </a:lnTo>
                  <a:lnTo>
                    <a:pt x="1655889" y="1349565"/>
                  </a:lnTo>
                  <a:lnTo>
                    <a:pt x="1620889" y="1378446"/>
                  </a:lnTo>
                  <a:lnTo>
                    <a:pt x="1580721" y="1400254"/>
                  </a:lnTo>
                  <a:lnTo>
                    <a:pt x="1536338" y="1414037"/>
                  </a:lnTo>
                  <a:lnTo>
                    <a:pt x="1488694" y="1418844"/>
                  </a:lnTo>
                  <a:lnTo>
                    <a:pt x="236474" y="1418844"/>
                  </a:lnTo>
                  <a:lnTo>
                    <a:pt x="188818" y="1414037"/>
                  </a:lnTo>
                  <a:lnTo>
                    <a:pt x="144430" y="1400254"/>
                  </a:lnTo>
                  <a:lnTo>
                    <a:pt x="104262" y="1378446"/>
                  </a:lnTo>
                  <a:lnTo>
                    <a:pt x="69264" y="1349565"/>
                  </a:lnTo>
                  <a:lnTo>
                    <a:pt x="40387" y="1314565"/>
                  </a:lnTo>
                  <a:lnTo>
                    <a:pt x="18584" y="1274397"/>
                  </a:lnTo>
                  <a:lnTo>
                    <a:pt x="4804" y="1230014"/>
                  </a:lnTo>
                  <a:lnTo>
                    <a:pt x="0" y="1182370"/>
                  </a:lnTo>
                  <a:lnTo>
                    <a:pt x="0" y="23647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0005" y="3403854"/>
              <a:ext cx="1725295" cy="929640"/>
            </a:xfrm>
            <a:custGeom>
              <a:avLst/>
              <a:gdLst/>
              <a:ahLst/>
              <a:cxnLst/>
              <a:rect l="l" t="t" r="r" b="b"/>
              <a:pathLst>
                <a:path w="1725295" h="929639">
                  <a:moveTo>
                    <a:pt x="1570227" y="0"/>
                  </a:moveTo>
                  <a:lnTo>
                    <a:pt x="154940" y="0"/>
                  </a:lnTo>
                  <a:lnTo>
                    <a:pt x="105966" y="7896"/>
                  </a:lnTo>
                  <a:lnTo>
                    <a:pt x="63433" y="29886"/>
                  </a:lnTo>
                  <a:lnTo>
                    <a:pt x="29893" y="63422"/>
                  </a:lnTo>
                  <a:lnTo>
                    <a:pt x="7898" y="105956"/>
                  </a:lnTo>
                  <a:lnTo>
                    <a:pt x="0" y="154940"/>
                  </a:lnTo>
                  <a:lnTo>
                    <a:pt x="0" y="774700"/>
                  </a:lnTo>
                  <a:lnTo>
                    <a:pt x="7898" y="823673"/>
                  </a:lnTo>
                  <a:lnTo>
                    <a:pt x="29893" y="866206"/>
                  </a:lnTo>
                  <a:lnTo>
                    <a:pt x="63433" y="899746"/>
                  </a:lnTo>
                  <a:lnTo>
                    <a:pt x="105966" y="921741"/>
                  </a:lnTo>
                  <a:lnTo>
                    <a:pt x="154940" y="929640"/>
                  </a:lnTo>
                  <a:lnTo>
                    <a:pt x="1570227" y="929640"/>
                  </a:lnTo>
                  <a:lnTo>
                    <a:pt x="1619211" y="921741"/>
                  </a:lnTo>
                  <a:lnTo>
                    <a:pt x="1661745" y="899746"/>
                  </a:lnTo>
                  <a:lnTo>
                    <a:pt x="1695281" y="866206"/>
                  </a:lnTo>
                  <a:lnTo>
                    <a:pt x="1717271" y="823673"/>
                  </a:lnTo>
                  <a:lnTo>
                    <a:pt x="1725168" y="774700"/>
                  </a:lnTo>
                  <a:lnTo>
                    <a:pt x="1725168" y="154940"/>
                  </a:lnTo>
                  <a:lnTo>
                    <a:pt x="1717271" y="105956"/>
                  </a:lnTo>
                  <a:lnTo>
                    <a:pt x="1695281" y="63422"/>
                  </a:lnTo>
                  <a:lnTo>
                    <a:pt x="1661745" y="29886"/>
                  </a:lnTo>
                  <a:lnTo>
                    <a:pt x="1619211" y="7896"/>
                  </a:lnTo>
                  <a:lnTo>
                    <a:pt x="1570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0005" y="3403854"/>
              <a:ext cx="1725295" cy="929640"/>
            </a:xfrm>
            <a:custGeom>
              <a:avLst/>
              <a:gdLst/>
              <a:ahLst/>
              <a:cxnLst/>
              <a:rect l="l" t="t" r="r" b="b"/>
              <a:pathLst>
                <a:path w="1725295" h="929639">
                  <a:moveTo>
                    <a:pt x="0" y="154940"/>
                  </a:moveTo>
                  <a:lnTo>
                    <a:pt x="7898" y="105956"/>
                  </a:lnTo>
                  <a:lnTo>
                    <a:pt x="29893" y="63422"/>
                  </a:lnTo>
                  <a:lnTo>
                    <a:pt x="63433" y="29886"/>
                  </a:lnTo>
                  <a:lnTo>
                    <a:pt x="105966" y="7896"/>
                  </a:lnTo>
                  <a:lnTo>
                    <a:pt x="154940" y="0"/>
                  </a:lnTo>
                  <a:lnTo>
                    <a:pt x="1570227" y="0"/>
                  </a:lnTo>
                  <a:lnTo>
                    <a:pt x="1619211" y="7896"/>
                  </a:lnTo>
                  <a:lnTo>
                    <a:pt x="1661745" y="29886"/>
                  </a:lnTo>
                  <a:lnTo>
                    <a:pt x="1695281" y="63422"/>
                  </a:lnTo>
                  <a:lnTo>
                    <a:pt x="1717271" y="105956"/>
                  </a:lnTo>
                  <a:lnTo>
                    <a:pt x="1725168" y="154940"/>
                  </a:lnTo>
                  <a:lnTo>
                    <a:pt x="1725168" y="774700"/>
                  </a:lnTo>
                  <a:lnTo>
                    <a:pt x="1717271" y="823673"/>
                  </a:lnTo>
                  <a:lnTo>
                    <a:pt x="1695281" y="866206"/>
                  </a:lnTo>
                  <a:lnTo>
                    <a:pt x="1661745" y="899746"/>
                  </a:lnTo>
                  <a:lnTo>
                    <a:pt x="1619211" y="921741"/>
                  </a:lnTo>
                  <a:lnTo>
                    <a:pt x="1570227" y="929640"/>
                  </a:lnTo>
                  <a:lnTo>
                    <a:pt x="154940" y="929640"/>
                  </a:lnTo>
                  <a:lnTo>
                    <a:pt x="105966" y="921741"/>
                  </a:lnTo>
                  <a:lnTo>
                    <a:pt x="63433" y="899746"/>
                  </a:lnTo>
                  <a:lnTo>
                    <a:pt x="29893" y="866206"/>
                  </a:lnTo>
                  <a:lnTo>
                    <a:pt x="7898" y="823673"/>
                  </a:lnTo>
                  <a:lnTo>
                    <a:pt x="0" y="774700"/>
                  </a:lnTo>
                  <a:lnTo>
                    <a:pt x="0" y="154940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8313" y="368884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4" y="0"/>
                  </a:moveTo>
                  <a:lnTo>
                    <a:pt x="43180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92" y="232708"/>
                  </a:lnTo>
                  <a:lnTo>
                    <a:pt x="12646" y="246433"/>
                  </a:lnTo>
                  <a:lnTo>
                    <a:pt x="26371" y="255687"/>
                  </a:lnTo>
                  <a:lnTo>
                    <a:pt x="43180" y="259080"/>
                  </a:lnTo>
                  <a:lnTo>
                    <a:pt x="545084" y="259080"/>
                  </a:lnTo>
                  <a:lnTo>
                    <a:pt x="561903" y="255687"/>
                  </a:lnTo>
                  <a:lnTo>
                    <a:pt x="575627" y="246433"/>
                  </a:lnTo>
                  <a:lnTo>
                    <a:pt x="584874" y="232708"/>
                  </a:lnTo>
                  <a:lnTo>
                    <a:pt x="588264" y="215900"/>
                  </a:lnTo>
                  <a:lnTo>
                    <a:pt x="588264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88313" y="368884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80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80"/>
                  </a:lnTo>
                  <a:lnTo>
                    <a:pt x="588264" y="215900"/>
                  </a:lnTo>
                  <a:lnTo>
                    <a:pt x="584874" y="232708"/>
                  </a:lnTo>
                  <a:lnTo>
                    <a:pt x="575627" y="246433"/>
                  </a:lnTo>
                  <a:lnTo>
                    <a:pt x="561903" y="255687"/>
                  </a:lnTo>
                  <a:lnTo>
                    <a:pt x="545084" y="259080"/>
                  </a:lnTo>
                  <a:lnTo>
                    <a:pt x="43180" y="259080"/>
                  </a:lnTo>
                  <a:lnTo>
                    <a:pt x="26371" y="255687"/>
                  </a:lnTo>
                  <a:lnTo>
                    <a:pt x="12646" y="246433"/>
                  </a:lnTo>
                  <a:lnTo>
                    <a:pt x="3392" y="232708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80209" y="368884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08"/>
                  </a:lnTo>
                  <a:lnTo>
                    <a:pt x="12636" y="246433"/>
                  </a:lnTo>
                  <a:lnTo>
                    <a:pt x="26360" y="255687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87"/>
                  </a:lnTo>
                  <a:lnTo>
                    <a:pt x="575627" y="246433"/>
                  </a:lnTo>
                  <a:lnTo>
                    <a:pt x="584874" y="232708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80209" y="3688842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79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08"/>
                  </a:lnTo>
                  <a:lnTo>
                    <a:pt x="575627" y="246433"/>
                  </a:lnTo>
                  <a:lnTo>
                    <a:pt x="561903" y="255687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87"/>
                  </a:lnTo>
                  <a:lnTo>
                    <a:pt x="12636" y="246433"/>
                  </a:lnTo>
                  <a:lnTo>
                    <a:pt x="3389" y="232708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75436" y="3590645"/>
            <a:ext cx="1192530" cy="65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">
              <a:lnSpc>
                <a:spcPct val="1484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App	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DB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 Private</a:t>
            </a:r>
            <a:r>
              <a:rPr sz="14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37513" y="2075942"/>
            <a:ext cx="3445510" cy="790575"/>
            <a:chOff x="937513" y="2075942"/>
            <a:chExt cx="3445510" cy="790575"/>
          </a:xfrm>
        </p:grpSpPr>
        <p:sp>
          <p:nvSpPr>
            <p:cNvPr id="31" name="object 31"/>
            <p:cNvSpPr/>
            <p:nvPr/>
          </p:nvSpPr>
          <p:spPr>
            <a:xfrm>
              <a:off x="1776222" y="25930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80">
                  <a:moveTo>
                    <a:pt x="545083" y="0"/>
                  </a:moveTo>
                  <a:lnTo>
                    <a:pt x="43179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79" y="259080"/>
                  </a:lnTo>
                  <a:lnTo>
                    <a:pt x="545083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3" y="215900"/>
                  </a:lnTo>
                  <a:lnTo>
                    <a:pt x="588263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76222" y="25930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4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79" y="0"/>
                  </a:lnTo>
                  <a:lnTo>
                    <a:pt x="545083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3" y="43180"/>
                  </a:lnTo>
                  <a:lnTo>
                    <a:pt x="588263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3" y="259080"/>
                  </a:lnTo>
                  <a:lnTo>
                    <a:pt x="43179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50213" y="259461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546608" y="0"/>
                  </a:moveTo>
                  <a:lnTo>
                    <a:pt x="43180" y="0"/>
                  </a:lnTo>
                  <a:lnTo>
                    <a:pt x="26371" y="3389"/>
                  </a:lnTo>
                  <a:lnTo>
                    <a:pt x="12646" y="12636"/>
                  </a:lnTo>
                  <a:lnTo>
                    <a:pt x="3392" y="26360"/>
                  </a:lnTo>
                  <a:lnTo>
                    <a:pt x="0" y="43179"/>
                  </a:lnTo>
                  <a:lnTo>
                    <a:pt x="0" y="215900"/>
                  </a:lnTo>
                  <a:lnTo>
                    <a:pt x="3392" y="232719"/>
                  </a:lnTo>
                  <a:lnTo>
                    <a:pt x="12646" y="246443"/>
                  </a:lnTo>
                  <a:lnTo>
                    <a:pt x="26371" y="255690"/>
                  </a:lnTo>
                  <a:lnTo>
                    <a:pt x="43180" y="259079"/>
                  </a:lnTo>
                  <a:lnTo>
                    <a:pt x="546608" y="259079"/>
                  </a:lnTo>
                  <a:lnTo>
                    <a:pt x="563427" y="255690"/>
                  </a:lnTo>
                  <a:lnTo>
                    <a:pt x="577151" y="246443"/>
                  </a:lnTo>
                  <a:lnTo>
                    <a:pt x="586398" y="232719"/>
                  </a:lnTo>
                  <a:lnTo>
                    <a:pt x="589788" y="215900"/>
                  </a:lnTo>
                  <a:lnTo>
                    <a:pt x="589788" y="43179"/>
                  </a:lnTo>
                  <a:lnTo>
                    <a:pt x="586398" y="26360"/>
                  </a:lnTo>
                  <a:lnTo>
                    <a:pt x="577151" y="12636"/>
                  </a:lnTo>
                  <a:lnTo>
                    <a:pt x="563427" y="3389"/>
                  </a:lnTo>
                  <a:lnTo>
                    <a:pt x="54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0213" y="2594610"/>
              <a:ext cx="589915" cy="259079"/>
            </a:xfrm>
            <a:custGeom>
              <a:avLst/>
              <a:gdLst/>
              <a:ahLst/>
              <a:cxnLst/>
              <a:rect l="l" t="t" r="r" b="b"/>
              <a:pathLst>
                <a:path w="589915" h="259080">
                  <a:moveTo>
                    <a:pt x="0" y="43179"/>
                  </a:moveTo>
                  <a:lnTo>
                    <a:pt x="3392" y="26360"/>
                  </a:lnTo>
                  <a:lnTo>
                    <a:pt x="12646" y="12636"/>
                  </a:lnTo>
                  <a:lnTo>
                    <a:pt x="26371" y="3389"/>
                  </a:lnTo>
                  <a:lnTo>
                    <a:pt x="43180" y="0"/>
                  </a:lnTo>
                  <a:lnTo>
                    <a:pt x="546608" y="0"/>
                  </a:lnTo>
                  <a:lnTo>
                    <a:pt x="563427" y="3389"/>
                  </a:lnTo>
                  <a:lnTo>
                    <a:pt x="577151" y="12636"/>
                  </a:lnTo>
                  <a:lnTo>
                    <a:pt x="586398" y="26360"/>
                  </a:lnTo>
                  <a:lnTo>
                    <a:pt x="589788" y="43179"/>
                  </a:lnTo>
                  <a:lnTo>
                    <a:pt x="589788" y="215900"/>
                  </a:lnTo>
                  <a:lnTo>
                    <a:pt x="586398" y="232719"/>
                  </a:lnTo>
                  <a:lnTo>
                    <a:pt x="577151" y="246443"/>
                  </a:lnTo>
                  <a:lnTo>
                    <a:pt x="563427" y="255690"/>
                  </a:lnTo>
                  <a:lnTo>
                    <a:pt x="546608" y="259079"/>
                  </a:lnTo>
                  <a:lnTo>
                    <a:pt x="43180" y="259079"/>
                  </a:lnTo>
                  <a:lnTo>
                    <a:pt x="26371" y="255690"/>
                  </a:lnTo>
                  <a:lnTo>
                    <a:pt x="12646" y="246443"/>
                  </a:lnTo>
                  <a:lnTo>
                    <a:pt x="3392" y="232719"/>
                  </a:lnTo>
                  <a:lnTo>
                    <a:pt x="0" y="215900"/>
                  </a:lnTo>
                  <a:lnTo>
                    <a:pt x="0" y="43179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81806" y="25930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545084" y="0"/>
                  </a:moveTo>
                  <a:lnTo>
                    <a:pt x="43180" y="0"/>
                  </a:lnTo>
                  <a:lnTo>
                    <a:pt x="26360" y="3389"/>
                  </a:lnTo>
                  <a:lnTo>
                    <a:pt x="12636" y="12636"/>
                  </a:lnTo>
                  <a:lnTo>
                    <a:pt x="3389" y="26360"/>
                  </a:lnTo>
                  <a:lnTo>
                    <a:pt x="0" y="43180"/>
                  </a:lnTo>
                  <a:lnTo>
                    <a:pt x="0" y="215900"/>
                  </a:lnTo>
                  <a:lnTo>
                    <a:pt x="3389" y="232719"/>
                  </a:lnTo>
                  <a:lnTo>
                    <a:pt x="12636" y="246443"/>
                  </a:lnTo>
                  <a:lnTo>
                    <a:pt x="26360" y="255690"/>
                  </a:lnTo>
                  <a:lnTo>
                    <a:pt x="43180" y="259080"/>
                  </a:lnTo>
                  <a:lnTo>
                    <a:pt x="545084" y="259080"/>
                  </a:lnTo>
                  <a:lnTo>
                    <a:pt x="561903" y="255690"/>
                  </a:lnTo>
                  <a:lnTo>
                    <a:pt x="575627" y="246443"/>
                  </a:lnTo>
                  <a:lnTo>
                    <a:pt x="584874" y="232719"/>
                  </a:lnTo>
                  <a:lnTo>
                    <a:pt x="588264" y="215900"/>
                  </a:lnTo>
                  <a:lnTo>
                    <a:pt x="588264" y="43180"/>
                  </a:lnTo>
                  <a:lnTo>
                    <a:pt x="584874" y="26360"/>
                  </a:lnTo>
                  <a:lnTo>
                    <a:pt x="575627" y="12636"/>
                  </a:lnTo>
                  <a:lnTo>
                    <a:pt x="561903" y="3389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81806" y="2593086"/>
              <a:ext cx="588645" cy="259079"/>
            </a:xfrm>
            <a:custGeom>
              <a:avLst/>
              <a:gdLst/>
              <a:ahLst/>
              <a:cxnLst/>
              <a:rect l="l" t="t" r="r" b="b"/>
              <a:pathLst>
                <a:path w="588645" h="259080">
                  <a:moveTo>
                    <a:pt x="0" y="43180"/>
                  </a:moveTo>
                  <a:lnTo>
                    <a:pt x="3389" y="26360"/>
                  </a:lnTo>
                  <a:lnTo>
                    <a:pt x="12636" y="12636"/>
                  </a:lnTo>
                  <a:lnTo>
                    <a:pt x="26360" y="3389"/>
                  </a:lnTo>
                  <a:lnTo>
                    <a:pt x="43180" y="0"/>
                  </a:lnTo>
                  <a:lnTo>
                    <a:pt x="545084" y="0"/>
                  </a:lnTo>
                  <a:lnTo>
                    <a:pt x="561903" y="3389"/>
                  </a:lnTo>
                  <a:lnTo>
                    <a:pt x="575627" y="12636"/>
                  </a:lnTo>
                  <a:lnTo>
                    <a:pt x="584874" y="26360"/>
                  </a:lnTo>
                  <a:lnTo>
                    <a:pt x="588264" y="43180"/>
                  </a:lnTo>
                  <a:lnTo>
                    <a:pt x="588264" y="215900"/>
                  </a:lnTo>
                  <a:lnTo>
                    <a:pt x="584874" y="232719"/>
                  </a:lnTo>
                  <a:lnTo>
                    <a:pt x="575627" y="246443"/>
                  </a:lnTo>
                  <a:lnTo>
                    <a:pt x="561903" y="255690"/>
                  </a:lnTo>
                  <a:lnTo>
                    <a:pt x="545084" y="259080"/>
                  </a:lnTo>
                  <a:lnTo>
                    <a:pt x="43180" y="259080"/>
                  </a:lnTo>
                  <a:lnTo>
                    <a:pt x="26360" y="255690"/>
                  </a:lnTo>
                  <a:lnTo>
                    <a:pt x="12636" y="246443"/>
                  </a:lnTo>
                  <a:lnTo>
                    <a:pt x="3389" y="232719"/>
                  </a:lnTo>
                  <a:lnTo>
                    <a:pt x="0" y="215900"/>
                  </a:lnTo>
                  <a:lnTo>
                    <a:pt x="0" y="43180"/>
                  </a:lnTo>
                  <a:close/>
                </a:path>
              </a:pathLst>
            </a:custGeom>
            <a:ln w="25400">
              <a:solidFill>
                <a:srgbClr val="0C6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1737" y="2088642"/>
              <a:ext cx="3415665" cy="340360"/>
            </a:xfrm>
            <a:custGeom>
              <a:avLst/>
              <a:gdLst/>
              <a:ahLst/>
              <a:cxnLst/>
              <a:rect l="l" t="t" r="r" b="b"/>
              <a:pathLst>
                <a:path w="3415665" h="340360">
                  <a:moveTo>
                    <a:pt x="3358641" y="0"/>
                  </a:moveTo>
                  <a:lnTo>
                    <a:pt x="56642" y="0"/>
                  </a:lnTo>
                  <a:lnTo>
                    <a:pt x="34595" y="4456"/>
                  </a:lnTo>
                  <a:lnTo>
                    <a:pt x="16590" y="16605"/>
                  </a:lnTo>
                  <a:lnTo>
                    <a:pt x="4451" y="34611"/>
                  </a:lnTo>
                  <a:lnTo>
                    <a:pt x="0" y="56641"/>
                  </a:lnTo>
                  <a:lnTo>
                    <a:pt x="0" y="283209"/>
                  </a:lnTo>
                  <a:lnTo>
                    <a:pt x="4451" y="305240"/>
                  </a:lnTo>
                  <a:lnTo>
                    <a:pt x="16590" y="323246"/>
                  </a:lnTo>
                  <a:lnTo>
                    <a:pt x="34595" y="335395"/>
                  </a:lnTo>
                  <a:lnTo>
                    <a:pt x="56642" y="339851"/>
                  </a:lnTo>
                  <a:lnTo>
                    <a:pt x="3358641" y="339851"/>
                  </a:lnTo>
                  <a:lnTo>
                    <a:pt x="3380672" y="335395"/>
                  </a:lnTo>
                  <a:lnTo>
                    <a:pt x="3398678" y="323246"/>
                  </a:lnTo>
                  <a:lnTo>
                    <a:pt x="3410827" y="305240"/>
                  </a:lnTo>
                  <a:lnTo>
                    <a:pt x="3415284" y="283209"/>
                  </a:lnTo>
                  <a:lnTo>
                    <a:pt x="3415284" y="56641"/>
                  </a:lnTo>
                  <a:lnTo>
                    <a:pt x="3410827" y="34611"/>
                  </a:lnTo>
                  <a:lnTo>
                    <a:pt x="3398678" y="16605"/>
                  </a:lnTo>
                  <a:lnTo>
                    <a:pt x="3380672" y="4456"/>
                  </a:lnTo>
                  <a:lnTo>
                    <a:pt x="3358641" y="0"/>
                  </a:lnTo>
                  <a:close/>
                </a:path>
              </a:pathLst>
            </a:custGeom>
            <a:solidFill>
              <a:srgbClr val="FDE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1737" y="2088642"/>
              <a:ext cx="3415665" cy="340360"/>
            </a:xfrm>
            <a:custGeom>
              <a:avLst/>
              <a:gdLst/>
              <a:ahLst/>
              <a:cxnLst/>
              <a:rect l="l" t="t" r="r" b="b"/>
              <a:pathLst>
                <a:path w="3415665" h="340360">
                  <a:moveTo>
                    <a:pt x="0" y="56641"/>
                  </a:moveTo>
                  <a:lnTo>
                    <a:pt x="4451" y="34611"/>
                  </a:lnTo>
                  <a:lnTo>
                    <a:pt x="16590" y="16605"/>
                  </a:lnTo>
                  <a:lnTo>
                    <a:pt x="34595" y="4456"/>
                  </a:lnTo>
                  <a:lnTo>
                    <a:pt x="56642" y="0"/>
                  </a:lnTo>
                  <a:lnTo>
                    <a:pt x="3358641" y="0"/>
                  </a:lnTo>
                  <a:lnTo>
                    <a:pt x="3380672" y="4456"/>
                  </a:lnTo>
                  <a:lnTo>
                    <a:pt x="3398678" y="16605"/>
                  </a:lnTo>
                  <a:lnTo>
                    <a:pt x="3410827" y="34611"/>
                  </a:lnTo>
                  <a:lnTo>
                    <a:pt x="3415284" y="56641"/>
                  </a:lnTo>
                  <a:lnTo>
                    <a:pt x="3415284" y="283209"/>
                  </a:lnTo>
                  <a:lnTo>
                    <a:pt x="3410827" y="305240"/>
                  </a:lnTo>
                  <a:lnTo>
                    <a:pt x="3398678" y="323246"/>
                  </a:lnTo>
                  <a:lnTo>
                    <a:pt x="3380672" y="335395"/>
                  </a:lnTo>
                  <a:lnTo>
                    <a:pt x="3358641" y="339851"/>
                  </a:lnTo>
                  <a:lnTo>
                    <a:pt x="56642" y="339851"/>
                  </a:lnTo>
                  <a:lnTo>
                    <a:pt x="34595" y="335395"/>
                  </a:lnTo>
                  <a:lnTo>
                    <a:pt x="16590" y="323246"/>
                  </a:lnTo>
                  <a:lnTo>
                    <a:pt x="4451" y="305240"/>
                  </a:lnTo>
                  <a:lnTo>
                    <a:pt x="0" y="283209"/>
                  </a:lnTo>
                  <a:lnTo>
                    <a:pt x="0" y="56641"/>
                  </a:lnTo>
                  <a:close/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048308" y="2133092"/>
            <a:ext cx="3221990" cy="1063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Network</a:t>
            </a:r>
            <a:r>
              <a:rPr sz="14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Load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Balancer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Private</a:t>
            </a:r>
            <a:r>
              <a:rPr sz="14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Link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tabLst>
                <a:tab pos="825500" algn="l"/>
                <a:tab pos="2003425" algn="l"/>
                <a:tab pos="2830195" algn="l"/>
              </a:tabLst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Web	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Web	Web	Web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  <a:tabLst>
                <a:tab pos="1974214" algn="l"/>
              </a:tabLst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Public</a:t>
            </a:r>
            <a:r>
              <a:rPr sz="14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	Public</a:t>
            </a:r>
            <a:r>
              <a:rPr sz="14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Subnet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357114" y="1571497"/>
            <a:ext cx="3575050" cy="2560320"/>
            <a:chOff x="5357114" y="1571497"/>
            <a:chExt cx="3575050" cy="2560320"/>
          </a:xfrm>
        </p:grpSpPr>
        <p:sp>
          <p:nvSpPr>
            <p:cNvPr id="41" name="object 41"/>
            <p:cNvSpPr/>
            <p:nvPr/>
          </p:nvSpPr>
          <p:spPr>
            <a:xfrm>
              <a:off x="5369814" y="1584197"/>
              <a:ext cx="3549650" cy="2534920"/>
            </a:xfrm>
            <a:custGeom>
              <a:avLst/>
              <a:gdLst/>
              <a:ahLst/>
              <a:cxnLst/>
              <a:rect l="l" t="t" r="r" b="b"/>
              <a:pathLst>
                <a:path w="3549650" h="2534920">
                  <a:moveTo>
                    <a:pt x="3549395" y="0"/>
                  </a:moveTo>
                  <a:lnTo>
                    <a:pt x="0" y="0"/>
                  </a:lnTo>
                  <a:lnTo>
                    <a:pt x="0" y="2534412"/>
                  </a:lnTo>
                  <a:lnTo>
                    <a:pt x="3549395" y="2534412"/>
                  </a:lnTo>
                  <a:lnTo>
                    <a:pt x="3549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369814" y="1584197"/>
              <a:ext cx="3549650" cy="2534920"/>
            </a:xfrm>
            <a:custGeom>
              <a:avLst/>
              <a:gdLst/>
              <a:ahLst/>
              <a:cxnLst/>
              <a:rect l="l" t="t" r="r" b="b"/>
              <a:pathLst>
                <a:path w="3549650" h="2534920">
                  <a:moveTo>
                    <a:pt x="0" y="2534412"/>
                  </a:moveTo>
                  <a:lnTo>
                    <a:pt x="3549395" y="2534412"/>
                  </a:lnTo>
                  <a:lnTo>
                    <a:pt x="3549395" y="0"/>
                  </a:lnTo>
                  <a:lnTo>
                    <a:pt x="0" y="0"/>
                  </a:lnTo>
                  <a:lnTo>
                    <a:pt x="0" y="2534412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16116" y="3498596"/>
            <a:ext cx="2268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VPC:</a:t>
            </a:r>
            <a:r>
              <a:rPr sz="1800" spc="-7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097778" y="2188717"/>
            <a:ext cx="2093595" cy="969010"/>
            <a:chOff x="6097778" y="2188717"/>
            <a:chExt cx="2093595" cy="969010"/>
          </a:xfrm>
        </p:grpSpPr>
        <p:sp>
          <p:nvSpPr>
            <p:cNvPr id="45" name="object 45"/>
            <p:cNvSpPr/>
            <p:nvPr/>
          </p:nvSpPr>
          <p:spPr>
            <a:xfrm>
              <a:off x="6110478" y="2201417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1910842" y="0"/>
                  </a:moveTo>
                  <a:lnTo>
                    <a:pt x="157225" y="0"/>
                  </a:lnTo>
                  <a:lnTo>
                    <a:pt x="107517" y="8012"/>
                  </a:lnTo>
                  <a:lnTo>
                    <a:pt x="64355" y="30325"/>
                  </a:lnTo>
                  <a:lnTo>
                    <a:pt x="30325" y="64355"/>
                  </a:lnTo>
                  <a:lnTo>
                    <a:pt x="8012" y="107517"/>
                  </a:lnTo>
                  <a:lnTo>
                    <a:pt x="0" y="157225"/>
                  </a:lnTo>
                  <a:lnTo>
                    <a:pt x="0" y="786130"/>
                  </a:lnTo>
                  <a:lnTo>
                    <a:pt x="8012" y="835838"/>
                  </a:lnTo>
                  <a:lnTo>
                    <a:pt x="30325" y="879000"/>
                  </a:lnTo>
                  <a:lnTo>
                    <a:pt x="64355" y="913030"/>
                  </a:lnTo>
                  <a:lnTo>
                    <a:pt x="107517" y="935343"/>
                  </a:lnTo>
                  <a:lnTo>
                    <a:pt x="157225" y="943356"/>
                  </a:lnTo>
                  <a:lnTo>
                    <a:pt x="1910842" y="943356"/>
                  </a:lnTo>
                  <a:lnTo>
                    <a:pt x="1960550" y="935343"/>
                  </a:lnTo>
                  <a:lnTo>
                    <a:pt x="2003712" y="913030"/>
                  </a:lnTo>
                  <a:lnTo>
                    <a:pt x="2037742" y="879000"/>
                  </a:lnTo>
                  <a:lnTo>
                    <a:pt x="2060055" y="835838"/>
                  </a:lnTo>
                  <a:lnTo>
                    <a:pt x="2068068" y="786130"/>
                  </a:lnTo>
                  <a:lnTo>
                    <a:pt x="2068068" y="157225"/>
                  </a:lnTo>
                  <a:lnTo>
                    <a:pt x="2060055" y="107517"/>
                  </a:lnTo>
                  <a:lnTo>
                    <a:pt x="2037742" y="64355"/>
                  </a:lnTo>
                  <a:lnTo>
                    <a:pt x="2003712" y="30325"/>
                  </a:lnTo>
                  <a:lnTo>
                    <a:pt x="1960550" y="8012"/>
                  </a:lnTo>
                  <a:lnTo>
                    <a:pt x="1910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110478" y="2201417"/>
              <a:ext cx="2068195" cy="943610"/>
            </a:xfrm>
            <a:custGeom>
              <a:avLst/>
              <a:gdLst/>
              <a:ahLst/>
              <a:cxnLst/>
              <a:rect l="l" t="t" r="r" b="b"/>
              <a:pathLst>
                <a:path w="2068195" h="943610">
                  <a:moveTo>
                    <a:pt x="0" y="157225"/>
                  </a:moveTo>
                  <a:lnTo>
                    <a:pt x="8012" y="107517"/>
                  </a:lnTo>
                  <a:lnTo>
                    <a:pt x="30325" y="64355"/>
                  </a:lnTo>
                  <a:lnTo>
                    <a:pt x="64355" y="30325"/>
                  </a:lnTo>
                  <a:lnTo>
                    <a:pt x="107517" y="8012"/>
                  </a:lnTo>
                  <a:lnTo>
                    <a:pt x="157225" y="0"/>
                  </a:lnTo>
                  <a:lnTo>
                    <a:pt x="1910842" y="0"/>
                  </a:lnTo>
                  <a:lnTo>
                    <a:pt x="1960550" y="8012"/>
                  </a:lnTo>
                  <a:lnTo>
                    <a:pt x="2003712" y="30325"/>
                  </a:lnTo>
                  <a:lnTo>
                    <a:pt x="2037742" y="64355"/>
                  </a:lnTo>
                  <a:lnTo>
                    <a:pt x="2060055" y="107517"/>
                  </a:lnTo>
                  <a:lnTo>
                    <a:pt x="2068068" y="157225"/>
                  </a:lnTo>
                  <a:lnTo>
                    <a:pt x="2068068" y="786130"/>
                  </a:lnTo>
                  <a:lnTo>
                    <a:pt x="2060055" y="835838"/>
                  </a:lnTo>
                  <a:lnTo>
                    <a:pt x="2037742" y="879000"/>
                  </a:lnTo>
                  <a:lnTo>
                    <a:pt x="2003712" y="913030"/>
                  </a:lnTo>
                  <a:lnTo>
                    <a:pt x="1960550" y="935343"/>
                  </a:lnTo>
                  <a:lnTo>
                    <a:pt x="1910842" y="943356"/>
                  </a:lnTo>
                  <a:lnTo>
                    <a:pt x="157225" y="943356"/>
                  </a:lnTo>
                  <a:lnTo>
                    <a:pt x="107517" y="935343"/>
                  </a:lnTo>
                  <a:lnTo>
                    <a:pt x="64355" y="913030"/>
                  </a:lnTo>
                  <a:lnTo>
                    <a:pt x="30325" y="879000"/>
                  </a:lnTo>
                  <a:lnTo>
                    <a:pt x="8012" y="835838"/>
                  </a:lnTo>
                  <a:lnTo>
                    <a:pt x="0" y="786130"/>
                  </a:lnTo>
                  <a:lnTo>
                    <a:pt x="0" y="157225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392926" y="2517139"/>
            <a:ext cx="1515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ers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</a:t>
            </a:r>
            <a:r>
              <a:rPr sz="1800" spc="-10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21808" y="1563624"/>
            <a:ext cx="483234" cy="2616835"/>
            <a:chOff x="5321808" y="1563624"/>
            <a:chExt cx="483234" cy="2616835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1808" y="1563624"/>
              <a:ext cx="483082" cy="261670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9052" y="1591056"/>
              <a:ext cx="393191" cy="252679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369052" y="1591056"/>
              <a:ext cx="393700" cy="2527300"/>
            </a:xfrm>
            <a:custGeom>
              <a:avLst/>
              <a:gdLst/>
              <a:ahLst/>
              <a:cxnLst/>
              <a:rect l="l" t="t" r="r" b="b"/>
              <a:pathLst>
                <a:path w="393700" h="2527300">
                  <a:moveTo>
                    <a:pt x="0" y="2526792"/>
                  </a:moveTo>
                  <a:lnTo>
                    <a:pt x="393191" y="2526792"/>
                  </a:lnTo>
                  <a:lnTo>
                    <a:pt x="393191" y="0"/>
                  </a:lnTo>
                  <a:lnTo>
                    <a:pt x="0" y="0"/>
                  </a:lnTo>
                  <a:lnTo>
                    <a:pt x="0" y="2526792"/>
                  </a:lnTo>
                  <a:close/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382514" y="2083435"/>
            <a:ext cx="375285" cy="1535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marR="131445" indent="2540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E  N  D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 marL="128905" marR="128270" indent="7620" algn="just">
              <a:lnSpc>
                <a:spcPct val="100000"/>
              </a:lnSpc>
            </a:pP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P  O   I </a:t>
            </a:r>
            <a:r>
              <a:rPr sz="11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64646"/>
                </a:solidFill>
                <a:latin typeface="Arial MT"/>
                <a:cs typeface="Arial MT"/>
              </a:rPr>
              <a:t>N  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366259" y="2218944"/>
            <a:ext cx="1002665" cy="641350"/>
          </a:xfrm>
          <a:custGeom>
            <a:avLst/>
            <a:gdLst/>
            <a:ahLst/>
            <a:cxnLst/>
            <a:rect l="l" t="t" r="r" b="b"/>
            <a:pathLst>
              <a:path w="1002664" h="641350">
                <a:moveTo>
                  <a:pt x="494918" y="38100"/>
                </a:moveTo>
                <a:lnTo>
                  <a:pt x="494918" y="638301"/>
                </a:lnTo>
                <a:lnTo>
                  <a:pt x="497839" y="641223"/>
                </a:lnTo>
                <a:lnTo>
                  <a:pt x="1002664" y="641223"/>
                </a:lnTo>
                <a:lnTo>
                  <a:pt x="1002664" y="634873"/>
                </a:lnTo>
                <a:lnTo>
                  <a:pt x="507618" y="634873"/>
                </a:lnTo>
                <a:lnTo>
                  <a:pt x="501268" y="628523"/>
                </a:lnTo>
                <a:lnTo>
                  <a:pt x="507618" y="628523"/>
                </a:lnTo>
                <a:lnTo>
                  <a:pt x="507618" y="44450"/>
                </a:lnTo>
                <a:lnTo>
                  <a:pt x="501268" y="44450"/>
                </a:lnTo>
                <a:lnTo>
                  <a:pt x="494918" y="38100"/>
                </a:lnTo>
                <a:close/>
              </a:path>
              <a:path w="1002664" h="641350">
                <a:moveTo>
                  <a:pt x="507618" y="628523"/>
                </a:moveTo>
                <a:lnTo>
                  <a:pt x="501268" y="628523"/>
                </a:lnTo>
                <a:lnTo>
                  <a:pt x="507618" y="634873"/>
                </a:lnTo>
                <a:lnTo>
                  <a:pt x="507618" y="628523"/>
                </a:lnTo>
                <a:close/>
              </a:path>
              <a:path w="1002664" h="641350">
                <a:moveTo>
                  <a:pt x="1002664" y="628523"/>
                </a:moveTo>
                <a:lnTo>
                  <a:pt x="507618" y="628523"/>
                </a:lnTo>
                <a:lnTo>
                  <a:pt x="507618" y="634873"/>
                </a:lnTo>
                <a:lnTo>
                  <a:pt x="1002664" y="634873"/>
                </a:lnTo>
                <a:lnTo>
                  <a:pt x="1002664" y="628523"/>
                </a:lnTo>
                <a:close/>
              </a:path>
              <a:path w="1002664" h="64135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002664" h="64135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002664" h="641350">
                <a:moveTo>
                  <a:pt x="504825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494918" y="44450"/>
                </a:lnTo>
                <a:lnTo>
                  <a:pt x="494918" y="38100"/>
                </a:lnTo>
                <a:lnTo>
                  <a:pt x="507618" y="38100"/>
                </a:lnTo>
                <a:lnTo>
                  <a:pt x="507618" y="34543"/>
                </a:lnTo>
                <a:lnTo>
                  <a:pt x="504825" y="31750"/>
                </a:lnTo>
                <a:close/>
              </a:path>
              <a:path w="1002664" h="641350">
                <a:moveTo>
                  <a:pt x="507618" y="38100"/>
                </a:moveTo>
                <a:lnTo>
                  <a:pt x="494918" y="38100"/>
                </a:lnTo>
                <a:lnTo>
                  <a:pt x="501268" y="44450"/>
                </a:lnTo>
                <a:lnTo>
                  <a:pt x="507618" y="44450"/>
                </a:lnTo>
                <a:lnTo>
                  <a:pt x="507618" y="38100"/>
                </a:lnTo>
                <a:close/>
              </a:path>
            </a:pathLst>
          </a:custGeom>
          <a:solidFill>
            <a:srgbClr val="94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971294" y="652348"/>
            <a:ext cx="5997575" cy="100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7110" algn="ctr">
              <a:lnSpc>
                <a:spcPct val="100000"/>
              </a:lnSpc>
              <a:spcBef>
                <a:spcPts val="100"/>
              </a:spcBef>
            </a:pP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tel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5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ur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85" dirty="0">
                <a:solidFill>
                  <a:srgbClr val="464646"/>
                </a:solidFill>
                <a:latin typeface="Arial"/>
                <a:cs typeface="Arial"/>
              </a:rPr>
              <a:t>pp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ng</a:t>
            </a:r>
            <a:endParaRPr sz="1800">
              <a:latin typeface="Arial"/>
              <a:cs typeface="Arial"/>
            </a:endParaRPr>
          </a:p>
          <a:p>
            <a:pPr marL="2277745" algn="ctr">
              <a:lnSpc>
                <a:spcPct val="100000"/>
              </a:lnSpc>
              <a:spcBef>
                <a:spcPts val="5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fac</a:t>
            </a:r>
            <a:r>
              <a:rPr sz="1800" b="1" spc="-17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ts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r>
              <a:rPr sz="14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464646"/>
                </a:solidFill>
                <a:latin typeface="Arial MT"/>
                <a:cs typeface="Arial MT"/>
              </a:rPr>
              <a:t>Gateway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84" y="2103881"/>
            <a:ext cx="5074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4D4D4B"/>
                </a:solidFill>
                <a:latin typeface="Arial"/>
                <a:cs typeface="Arial"/>
              </a:rPr>
              <a:t>Hybrid</a:t>
            </a:r>
            <a:r>
              <a:rPr sz="4000" b="1" spc="-40" dirty="0">
                <a:solidFill>
                  <a:srgbClr val="4D4D4B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4D4D4B"/>
                </a:solidFill>
                <a:latin typeface="Arial"/>
                <a:cs typeface="Arial"/>
              </a:rPr>
              <a:t>Infrastructure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84" y="2927095"/>
            <a:ext cx="406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On-premises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 to</a:t>
            </a:r>
            <a:r>
              <a:rPr sz="18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AWS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Cloud connectivity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5629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Hybrid</a:t>
            </a:r>
            <a:r>
              <a:rPr sz="2800" spc="20" dirty="0"/>
              <a:t> </a:t>
            </a:r>
            <a:r>
              <a:rPr sz="2800" spc="-5" dirty="0"/>
              <a:t>Infrastructure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94410" y="1690877"/>
            <a:ext cx="2326005" cy="13233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576580">
              <a:lnSpc>
                <a:spcPct val="100000"/>
              </a:lnSpc>
              <a:spcBef>
                <a:spcPts val="1780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5015" y="1035017"/>
            <a:ext cx="798872" cy="5371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66053" y="2573273"/>
            <a:ext cx="2326005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546735" marR="502284" indent="-38100">
              <a:lnSpc>
                <a:spcPct val="100000"/>
              </a:lnSpc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mis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 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Data</a:t>
            </a:r>
            <a:r>
              <a:rPr sz="18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Center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40462" y="940501"/>
            <a:ext cx="537210" cy="744220"/>
            <a:chOff x="6740462" y="940501"/>
            <a:chExt cx="537210" cy="744220"/>
          </a:xfrm>
        </p:grpSpPr>
        <p:sp>
          <p:nvSpPr>
            <p:cNvPr id="7" name="object 7"/>
            <p:cNvSpPr/>
            <p:nvPr/>
          </p:nvSpPr>
          <p:spPr>
            <a:xfrm>
              <a:off x="6745160" y="945679"/>
              <a:ext cx="527685" cy="734695"/>
            </a:xfrm>
            <a:custGeom>
              <a:avLst/>
              <a:gdLst/>
              <a:ahLst/>
              <a:cxnLst/>
              <a:rect l="l" t="t" r="r" b="b"/>
              <a:pathLst>
                <a:path w="527684" h="734694">
                  <a:moveTo>
                    <a:pt x="527380" y="715441"/>
                  </a:moveTo>
                  <a:lnTo>
                    <a:pt x="461454" y="715441"/>
                  </a:lnTo>
                  <a:lnTo>
                    <a:pt x="461454" y="74955"/>
                  </a:lnTo>
                  <a:lnTo>
                    <a:pt x="461454" y="55892"/>
                  </a:lnTo>
                  <a:lnTo>
                    <a:pt x="414375" y="55892"/>
                  </a:lnTo>
                  <a:lnTo>
                    <a:pt x="414375" y="18389"/>
                  </a:lnTo>
                  <a:lnTo>
                    <a:pt x="395528" y="18389"/>
                  </a:lnTo>
                  <a:lnTo>
                    <a:pt x="395528" y="55892"/>
                  </a:lnTo>
                  <a:lnTo>
                    <a:pt x="131851" y="55892"/>
                  </a:lnTo>
                  <a:lnTo>
                    <a:pt x="131851" y="17780"/>
                  </a:lnTo>
                  <a:lnTo>
                    <a:pt x="414375" y="17780"/>
                  </a:lnTo>
                  <a:lnTo>
                    <a:pt x="414375" y="0"/>
                  </a:lnTo>
                  <a:lnTo>
                    <a:pt x="113017" y="0"/>
                  </a:lnTo>
                  <a:lnTo>
                    <a:pt x="113017" y="17780"/>
                  </a:lnTo>
                  <a:lnTo>
                    <a:pt x="113017" y="55892"/>
                  </a:lnTo>
                  <a:lnTo>
                    <a:pt x="65925" y="55892"/>
                  </a:lnTo>
                  <a:lnTo>
                    <a:pt x="65925" y="74955"/>
                  </a:lnTo>
                  <a:lnTo>
                    <a:pt x="65925" y="715200"/>
                  </a:lnTo>
                  <a:lnTo>
                    <a:pt x="84759" y="715200"/>
                  </a:lnTo>
                  <a:lnTo>
                    <a:pt x="84759" y="74955"/>
                  </a:lnTo>
                  <a:lnTo>
                    <a:pt x="442620" y="74955"/>
                  </a:lnTo>
                  <a:lnTo>
                    <a:pt x="442620" y="715441"/>
                  </a:lnTo>
                  <a:lnTo>
                    <a:pt x="282524" y="715441"/>
                  </a:lnTo>
                  <a:lnTo>
                    <a:pt x="282524" y="612013"/>
                  </a:lnTo>
                  <a:lnTo>
                    <a:pt x="244856" y="612013"/>
                  </a:lnTo>
                  <a:lnTo>
                    <a:pt x="244856" y="715441"/>
                  </a:lnTo>
                  <a:lnTo>
                    <a:pt x="0" y="715441"/>
                  </a:lnTo>
                  <a:lnTo>
                    <a:pt x="0" y="734275"/>
                  </a:lnTo>
                  <a:lnTo>
                    <a:pt x="527380" y="734275"/>
                  </a:lnTo>
                  <a:lnTo>
                    <a:pt x="527380" y="715441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0462" y="940501"/>
              <a:ext cx="537210" cy="744220"/>
            </a:xfrm>
            <a:custGeom>
              <a:avLst/>
              <a:gdLst/>
              <a:ahLst/>
              <a:cxnLst/>
              <a:rect l="l" t="t" r="r" b="b"/>
              <a:pathLst>
                <a:path w="537209" h="744219">
                  <a:moveTo>
                    <a:pt x="65921" y="715896"/>
                  </a:moveTo>
                  <a:lnTo>
                    <a:pt x="0" y="715896"/>
                  </a:lnTo>
                  <a:lnTo>
                    <a:pt x="0" y="744167"/>
                  </a:lnTo>
                  <a:lnTo>
                    <a:pt x="536792" y="744167"/>
                  </a:lnTo>
                  <a:lnTo>
                    <a:pt x="536792" y="739453"/>
                  </a:lnTo>
                  <a:lnTo>
                    <a:pt x="9417" y="739453"/>
                  </a:lnTo>
                  <a:lnTo>
                    <a:pt x="4708" y="734741"/>
                  </a:lnTo>
                  <a:lnTo>
                    <a:pt x="9417" y="734741"/>
                  </a:lnTo>
                  <a:lnTo>
                    <a:pt x="9417" y="725319"/>
                  </a:lnTo>
                  <a:lnTo>
                    <a:pt x="4708" y="725319"/>
                  </a:lnTo>
                  <a:lnTo>
                    <a:pt x="9417" y="720608"/>
                  </a:lnTo>
                  <a:lnTo>
                    <a:pt x="65921" y="720608"/>
                  </a:lnTo>
                  <a:lnTo>
                    <a:pt x="65921" y="715896"/>
                  </a:lnTo>
                  <a:close/>
                </a:path>
                <a:path w="537209" h="744219">
                  <a:moveTo>
                    <a:pt x="9417" y="734741"/>
                  </a:moveTo>
                  <a:lnTo>
                    <a:pt x="4708" y="734741"/>
                  </a:lnTo>
                  <a:lnTo>
                    <a:pt x="9417" y="739453"/>
                  </a:lnTo>
                  <a:lnTo>
                    <a:pt x="9417" y="734741"/>
                  </a:lnTo>
                  <a:close/>
                </a:path>
                <a:path w="537209" h="744219">
                  <a:moveTo>
                    <a:pt x="527374" y="734741"/>
                  </a:moveTo>
                  <a:lnTo>
                    <a:pt x="9417" y="734741"/>
                  </a:lnTo>
                  <a:lnTo>
                    <a:pt x="9417" y="739453"/>
                  </a:lnTo>
                  <a:lnTo>
                    <a:pt x="527374" y="739453"/>
                  </a:lnTo>
                  <a:lnTo>
                    <a:pt x="527374" y="734741"/>
                  </a:lnTo>
                  <a:close/>
                </a:path>
                <a:path w="537209" h="744219">
                  <a:moveTo>
                    <a:pt x="527374" y="720608"/>
                  </a:moveTo>
                  <a:lnTo>
                    <a:pt x="527374" y="739453"/>
                  </a:lnTo>
                  <a:lnTo>
                    <a:pt x="532083" y="734741"/>
                  </a:lnTo>
                  <a:lnTo>
                    <a:pt x="536792" y="734741"/>
                  </a:lnTo>
                  <a:lnTo>
                    <a:pt x="536792" y="725319"/>
                  </a:lnTo>
                  <a:lnTo>
                    <a:pt x="532083" y="725319"/>
                  </a:lnTo>
                  <a:lnTo>
                    <a:pt x="527374" y="720608"/>
                  </a:lnTo>
                  <a:close/>
                </a:path>
                <a:path w="537209" h="744219">
                  <a:moveTo>
                    <a:pt x="536792" y="734741"/>
                  </a:moveTo>
                  <a:lnTo>
                    <a:pt x="532083" y="734741"/>
                  </a:lnTo>
                  <a:lnTo>
                    <a:pt x="527374" y="739453"/>
                  </a:lnTo>
                  <a:lnTo>
                    <a:pt x="536792" y="739453"/>
                  </a:lnTo>
                  <a:lnTo>
                    <a:pt x="536792" y="734741"/>
                  </a:lnTo>
                  <a:close/>
                </a:path>
                <a:path w="537209" h="744219">
                  <a:moveTo>
                    <a:pt x="9417" y="720608"/>
                  </a:moveTo>
                  <a:lnTo>
                    <a:pt x="4708" y="725319"/>
                  </a:lnTo>
                  <a:lnTo>
                    <a:pt x="9417" y="725319"/>
                  </a:lnTo>
                  <a:lnTo>
                    <a:pt x="9417" y="720608"/>
                  </a:lnTo>
                  <a:close/>
                </a:path>
                <a:path w="537209" h="744219">
                  <a:moveTo>
                    <a:pt x="75339" y="715896"/>
                  </a:moveTo>
                  <a:lnTo>
                    <a:pt x="70630" y="715896"/>
                  </a:lnTo>
                  <a:lnTo>
                    <a:pt x="65921" y="720608"/>
                  </a:lnTo>
                  <a:lnTo>
                    <a:pt x="9417" y="720608"/>
                  </a:lnTo>
                  <a:lnTo>
                    <a:pt x="9417" y="725319"/>
                  </a:lnTo>
                  <a:lnTo>
                    <a:pt x="75339" y="725319"/>
                  </a:lnTo>
                  <a:lnTo>
                    <a:pt x="75339" y="715896"/>
                  </a:lnTo>
                  <a:close/>
                </a:path>
                <a:path w="537209" h="744219">
                  <a:moveTo>
                    <a:pt x="452035" y="75380"/>
                  </a:moveTo>
                  <a:lnTo>
                    <a:pt x="84756" y="75380"/>
                  </a:lnTo>
                  <a:lnTo>
                    <a:pt x="84756" y="725319"/>
                  </a:lnTo>
                  <a:lnTo>
                    <a:pt x="254269" y="725319"/>
                  </a:lnTo>
                  <a:lnTo>
                    <a:pt x="254269" y="720608"/>
                  </a:lnTo>
                  <a:lnTo>
                    <a:pt x="94174" y="720608"/>
                  </a:lnTo>
                  <a:lnTo>
                    <a:pt x="89465" y="715896"/>
                  </a:lnTo>
                  <a:lnTo>
                    <a:pt x="94174" y="715896"/>
                  </a:lnTo>
                  <a:lnTo>
                    <a:pt x="94174" y="84803"/>
                  </a:lnTo>
                  <a:lnTo>
                    <a:pt x="89465" y="84803"/>
                  </a:lnTo>
                  <a:lnTo>
                    <a:pt x="94174" y="80091"/>
                  </a:lnTo>
                  <a:lnTo>
                    <a:pt x="452035" y="80091"/>
                  </a:lnTo>
                  <a:lnTo>
                    <a:pt x="452035" y="75380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82522" y="725319"/>
                  </a:lnTo>
                  <a:lnTo>
                    <a:pt x="452035" y="725319"/>
                  </a:lnTo>
                  <a:lnTo>
                    <a:pt x="452035" y="720608"/>
                  </a:lnTo>
                  <a:lnTo>
                    <a:pt x="291939" y="720608"/>
                  </a:lnTo>
                  <a:lnTo>
                    <a:pt x="287230" y="715896"/>
                  </a:lnTo>
                  <a:lnTo>
                    <a:pt x="291939" y="715896"/>
                  </a:lnTo>
                  <a:lnTo>
                    <a:pt x="291939" y="621890"/>
                  </a:lnTo>
                  <a:lnTo>
                    <a:pt x="287230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461452" y="61246"/>
                  </a:moveTo>
                  <a:lnTo>
                    <a:pt x="461452" y="725319"/>
                  </a:lnTo>
                  <a:lnTo>
                    <a:pt x="527374" y="725319"/>
                  </a:lnTo>
                  <a:lnTo>
                    <a:pt x="527374" y="720608"/>
                  </a:lnTo>
                  <a:lnTo>
                    <a:pt x="470870" y="720608"/>
                  </a:lnTo>
                  <a:lnTo>
                    <a:pt x="466161" y="715896"/>
                  </a:lnTo>
                  <a:lnTo>
                    <a:pt x="470870" y="715896"/>
                  </a:lnTo>
                  <a:lnTo>
                    <a:pt x="470870" y="65958"/>
                  </a:lnTo>
                  <a:lnTo>
                    <a:pt x="466161" y="65958"/>
                  </a:lnTo>
                  <a:lnTo>
                    <a:pt x="461452" y="61246"/>
                  </a:lnTo>
                  <a:close/>
                </a:path>
                <a:path w="537209" h="744219">
                  <a:moveTo>
                    <a:pt x="536792" y="715896"/>
                  </a:moveTo>
                  <a:lnTo>
                    <a:pt x="470870" y="715896"/>
                  </a:lnTo>
                  <a:lnTo>
                    <a:pt x="470870" y="720608"/>
                  </a:lnTo>
                  <a:lnTo>
                    <a:pt x="527374" y="720608"/>
                  </a:lnTo>
                  <a:lnTo>
                    <a:pt x="532083" y="725319"/>
                  </a:lnTo>
                  <a:lnTo>
                    <a:pt x="536792" y="725319"/>
                  </a:lnTo>
                  <a:lnTo>
                    <a:pt x="536792" y="715896"/>
                  </a:lnTo>
                  <a:close/>
                </a:path>
                <a:path w="537209" h="744219">
                  <a:moveTo>
                    <a:pt x="113008" y="56535"/>
                  </a:moveTo>
                  <a:lnTo>
                    <a:pt x="65921" y="56535"/>
                  </a:lnTo>
                  <a:lnTo>
                    <a:pt x="65921" y="720608"/>
                  </a:lnTo>
                  <a:lnTo>
                    <a:pt x="70630" y="715896"/>
                  </a:lnTo>
                  <a:lnTo>
                    <a:pt x="75339" y="715896"/>
                  </a:lnTo>
                  <a:lnTo>
                    <a:pt x="75339" y="65958"/>
                  </a:lnTo>
                  <a:lnTo>
                    <a:pt x="70630" y="65958"/>
                  </a:lnTo>
                  <a:lnTo>
                    <a:pt x="75339" y="61246"/>
                  </a:lnTo>
                  <a:lnTo>
                    <a:pt x="113008" y="61246"/>
                  </a:lnTo>
                  <a:lnTo>
                    <a:pt x="113008" y="56535"/>
                  </a:lnTo>
                  <a:close/>
                </a:path>
                <a:path w="537209" h="744219">
                  <a:moveTo>
                    <a:pt x="94174" y="715896"/>
                  </a:moveTo>
                  <a:lnTo>
                    <a:pt x="89465" y="715896"/>
                  </a:lnTo>
                  <a:lnTo>
                    <a:pt x="94174" y="720608"/>
                  </a:lnTo>
                  <a:lnTo>
                    <a:pt x="94174" y="715896"/>
                  </a:lnTo>
                  <a:close/>
                </a:path>
                <a:path w="537209" h="744219">
                  <a:moveTo>
                    <a:pt x="244852" y="715896"/>
                  </a:moveTo>
                  <a:lnTo>
                    <a:pt x="94174" y="715896"/>
                  </a:lnTo>
                  <a:lnTo>
                    <a:pt x="94174" y="720608"/>
                  </a:lnTo>
                  <a:lnTo>
                    <a:pt x="244852" y="720608"/>
                  </a:lnTo>
                  <a:lnTo>
                    <a:pt x="244852" y="715896"/>
                  </a:lnTo>
                  <a:close/>
                </a:path>
                <a:path w="537209" h="744219">
                  <a:moveTo>
                    <a:pt x="291939" y="612468"/>
                  </a:moveTo>
                  <a:lnTo>
                    <a:pt x="244852" y="612468"/>
                  </a:lnTo>
                  <a:lnTo>
                    <a:pt x="244852" y="720608"/>
                  </a:lnTo>
                  <a:lnTo>
                    <a:pt x="249561" y="715896"/>
                  </a:lnTo>
                  <a:lnTo>
                    <a:pt x="254269" y="715896"/>
                  </a:lnTo>
                  <a:lnTo>
                    <a:pt x="254269" y="621890"/>
                  </a:lnTo>
                  <a:lnTo>
                    <a:pt x="249561" y="621890"/>
                  </a:lnTo>
                  <a:lnTo>
                    <a:pt x="254269" y="617179"/>
                  </a:lnTo>
                  <a:lnTo>
                    <a:pt x="291939" y="617179"/>
                  </a:lnTo>
                  <a:lnTo>
                    <a:pt x="291939" y="612468"/>
                  </a:lnTo>
                  <a:close/>
                </a:path>
                <a:path w="537209" h="744219">
                  <a:moveTo>
                    <a:pt x="254269" y="715896"/>
                  </a:moveTo>
                  <a:lnTo>
                    <a:pt x="249561" y="715896"/>
                  </a:lnTo>
                  <a:lnTo>
                    <a:pt x="244852" y="720608"/>
                  </a:lnTo>
                  <a:lnTo>
                    <a:pt x="254269" y="720608"/>
                  </a:lnTo>
                  <a:lnTo>
                    <a:pt x="254269" y="715896"/>
                  </a:lnTo>
                  <a:close/>
                </a:path>
                <a:path w="537209" h="744219">
                  <a:moveTo>
                    <a:pt x="291939" y="715896"/>
                  </a:moveTo>
                  <a:lnTo>
                    <a:pt x="287230" y="715896"/>
                  </a:lnTo>
                  <a:lnTo>
                    <a:pt x="291939" y="720608"/>
                  </a:lnTo>
                  <a:lnTo>
                    <a:pt x="291939" y="715896"/>
                  </a:lnTo>
                  <a:close/>
                </a:path>
                <a:path w="537209" h="744219">
                  <a:moveTo>
                    <a:pt x="442618" y="715896"/>
                  </a:moveTo>
                  <a:lnTo>
                    <a:pt x="291939" y="715896"/>
                  </a:lnTo>
                  <a:lnTo>
                    <a:pt x="291939" y="720608"/>
                  </a:lnTo>
                  <a:lnTo>
                    <a:pt x="442618" y="720608"/>
                  </a:lnTo>
                  <a:lnTo>
                    <a:pt x="442618" y="715896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442618" y="720608"/>
                  </a:lnTo>
                  <a:lnTo>
                    <a:pt x="447326" y="715896"/>
                  </a:lnTo>
                  <a:lnTo>
                    <a:pt x="452035" y="715896"/>
                  </a:lnTo>
                  <a:lnTo>
                    <a:pt x="452035" y="84803"/>
                  </a:lnTo>
                  <a:lnTo>
                    <a:pt x="447326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715896"/>
                  </a:moveTo>
                  <a:lnTo>
                    <a:pt x="447326" y="715896"/>
                  </a:lnTo>
                  <a:lnTo>
                    <a:pt x="442618" y="720608"/>
                  </a:lnTo>
                  <a:lnTo>
                    <a:pt x="452035" y="720608"/>
                  </a:lnTo>
                  <a:lnTo>
                    <a:pt x="452035" y="715896"/>
                  </a:lnTo>
                  <a:close/>
                </a:path>
                <a:path w="537209" h="744219">
                  <a:moveTo>
                    <a:pt x="470870" y="715896"/>
                  </a:moveTo>
                  <a:lnTo>
                    <a:pt x="466161" y="715896"/>
                  </a:lnTo>
                  <a:lnTo>
                    <a:pt x="470870" y="720608"/>
                  </a:lnTo>
                  <a:lnTo>
                    <a:pt x="470870" y="715896"/>
                  </a:lnTo>
                  <a:close/>
                </a:path>
                <a:path w="537209" h="744219">
                  <a:moveTo>
                    <a:pt x="254269" y="617179"/>
                  </a:moveTo>
                  <a:lnTo>
                    <a:pt x="249561" y="621890"/>
                  </a:lnTo>
                  <a:lnTo>
                    <a:pt x="254269" y="621890"/>
                  </a:lnTo>
                  <a:lnTo>
                    <a:pt x="254269" y="617179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54269" y="617179"/>
                  </a:lnTo>
                  <a:lnTo>
                    <a:pt x="254269" y="621890"/>
                  </a:lnTo>
                  <a:lnTo>
                    <a:pt x="282522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291939" y="617179"/>
                  </a:moveTo>
                  <a:lnTo>
                    <a:pt x="282522" y="617179"/>
                  </a:lnTo>
                  <a:lnTo>
                    <a:pt x="287230" y="621890"/>
                  </a:lnTo>
                  <a:lnTo>
                    <a:pt x="291939" y="621890"/>
                  </a:lnTo>
                  <a:lnTo>
                    <a:pt x="291939" y="617179"/>
                  </a:lnTo>
                  <a:close/>
                </a:path>
                <a:path w="537209" h="744219">
                  <a:moveTo>
                    <a:pt x="94174" y="80091"/>
                  </a:moveTo>
                  <a:lnTo>
                    <a:pt x="89465" y="84803"/>
                  </a:lnTo>
                  <a:lnTo>
                    <a:pt x="94174" y="84803"/>
                  </a:lnTo>
                  <a:lnTo>
                    <a:pt x="94174" y="80091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94174" y="80091"/>
                  </a:lnTo>
                  <a:lnTo>
                    <a:pt x="94174" y="84803"/>
                  </a:lnTo>
                  <a:lnTo>
                    <a:pt x="442618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80091"/>
                  </a:moveTo>
                  <a:lnTo>
                    <a:pt x="442618" y="80091"/>
                  </a:lnTo>
                  <a:lnTo>
                    <a:pt x="447326" y="84803"/>
                  </a:lnTo>
                  <a:lnTo>
                    <a:pt x="452035" y="84803"/>
                  </a:lnTo>
                  <a:lnTo>
                    <a:pt x="452035" y="80091"/>
                  </a:lnTo>
                  <a:close/>
                </a:path>
                <a:path w="537209" h="744219">
                  <a:moveTo>
                    <a:pt x="75339" y="61246"/>
                  </a:moveTo>
                  <a:lnTo>
                    <a:pt x="70630" y="65958"/>
                  </a:lnTo>
                  <a:lnTo>
                    <a:pt x="75339" y="65958"/>
                  </a:lnTo>
                  <a:lnTo>
                    <a:pt x="75339" y="61246"/>
                  </a:lnTo>
                  <a:close/>
                </a:path>
                <a:path w="537209" h="744219">
                  <a:moveTo>
                    <a:pt x="122426" y="56535"/>
                  </a:moveTo>
                  <a:lnTo>
                    <a:pt x="117717" y="56535"/>
                  </a:lnTo>
                  <a:lnTo>
                    <a:pt x="113008" y="61246"/>
                  </a:lnTo>
                  <a:lnTo>
                    <a:pt x="75339" y="61246"/>
                  </a:lnTo>
                  <a:lnTo>
                    <a:pt x="75339" y="65958"/>
                  </a:lnTo>
                  <a:lnTo>
                    <a:pt x="122426" y="65958"/>
                  </a:lnTo>
                  <a:lnTo>
                    <a:pt x="122426" y="56535"/>
                  </a:lnTo>
                  <a:close/>
                </a:path>
                <a:path w="537209" h="744219">
                  <a:moveTo>
                    <a:pt x="404948" y="18845"/>
                  </a:moveTo>
                  <a:lnTo>
                    <a:pt x="131843" y="18845"/>
                  </a:lnTo>
                  <a:lnTo>
                    <a:pt x="131843" y="65958"/>
                  </a:lnTo>
                  <a:lnTo>
                    <a:pt x="404948" y="65958"/>
                  </a:lnTo>
                  <a:lnTo>
                    <a:pt x="404948" y="61246"/>
                  </a:lnTo>
                  <a:lnTo>
                    <a:pt x="141261" y="61246"/>
                  </a:lnTo>
                  <a:lnTo>
                    <a:pt x="136552" y="56535"/>
                  </a:lnTo>
                  <a:lnTo>
                    <a:pt x="141261" y="56535"/>
                  </a:lnTo>
                  <a:lnTo>
                    <a:pt x="141261" y="28267"/>
                  </a:lnTo>
                  <a:lnTo>
                    <a:pt x="136552" y="28267"/>
                  </a:lnTo>
                  <a:lnTo>
                    <a:pt x="141261" y="23556"/>
                  </a:lnTo>
                  <a:lnTo>
                    <a:pt x="404948" y="23556"/>
                  </a:lnTo>
                  <a:lnTo>
                    <a:pt x="404948" y="18845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414365" y="65958"/>
                  </a:lnTo>
                  <a:lnTo>
                    <a:pt x="461452" y="65958"/>
                  </a:lnTo>
                  <a:lnTo>
                    <a:pt x="461452" y="61246"/>
                  </a:lnTo>
                  <a:lnTo>
                    <a:pt x="423783" y="61246"/>
                  </a:lnTo>
                  <a:lnTo>
                    <a:pt x="419074" y="56535"/>
                  </a:lnTo>
                  <a:lnTo>
                    <a:pt x="423783" y="56535"/>
                  </a:lnTo>
                  <a:lnTo>
                    <a:pt x="423783" y="9422"/>
                  </a:lnTo>
                  <a:lnTo>
                    <a:pt x="419074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70870" y="56535"/>
                  </a:moveTo>
                  <a:lnTo>
                    <a:pt x="423783" y="56535"/>
                  </a:lnTo>
                  <a:lnTo>
                    <a:pt x="423783" y="61246"/>
                  </a:lnTo>
                  <a:lnTo>
                    <a:pt x="461452" y="61246"/>
                  </a:lnTo>
                  <a:lnTo>
                    <a:pt x="466161" y="65958"/>
                  </a:lnTo>
                  <a:lnTo>
                    <a:pt x="470870" y="65958"/>
                  </a:lnTo>
                  <a:lnTo>
                    <a:pt x="470870" y="56535"/>
                  </a:lnTo>
                  <a:close/>
                </a:path>
                <a:path w="537209" h="744219">
                  <a:moveTo>
                    <a:pt x="423783" y="0"/>
                  </a:moveTo>
                  <a:lnTo>
                    <a:pt x="113008" y="0"/>
                  </a:lnTo>
                  <a:lnTo>
                    <a:pt x="113008" y="61246"/>
                  </a:lnTo>
                  <a:lnTo>
                    <a:pt x="117717" y="56535"/>
                  </a:lnTo>
                  <a:lnTo>
                    <a:pt x="122426" y="56535"/>
                  </a:lnTo>
                  <a:lnTo>
                    <a:pt x="122426" y="9422"/>
                  </a:lnTo>
                  <a:lnTo>
                    <a:pt x="117717" y="9422"/>
                  </a:lnTo>
                  <a:lnTo>
                    <a:pt x="122426" y="4711"/>
                  </a:lnTo>
                  <a:lnTo>
                    <a:pt x="423783" y="4711"/>
                  </a:lnTo>
                  <a:lnTo>
                    <a:pt x="423783" y="0"/>
                  </a:lnTo>
                  <a:close/>
                </a:path>
                <a:path w="537209" h="744219">
                  <a:moveTo>
                    <a:pt x="141261" y="56535"/>
                  </a:moveTo>
                  <a:lnTo>
                    <a:pt x="136552" y="56535"/>
                  </a:lnTo>
                  <a:lnTo>
                    <a:pt x="141261" y="61246"/>
                  </a:lnTo>
                  <a:lnTo>
                    <a:pt x="141261" y="56535"/>
                  </a:lnTo>
                  <a:close/>
                </a:path>
                <a:path w="537209" h="744219">
                  <a:moveTo>
                    <a:pt x="395531" y="56535"/>
                  </a:moveTo>
                  <a:lnTo>
                    <a:pt x="141261" y="56535"/>
                  </a:lnTo>
                  <a:lnTo>
                    <a:pt x="141261" y="61246"/>
                  </a:lnTo>
                  <a:lnTo>
                    <a:pt x="395531" y="61246"/>
                  </a:lnTo>
                  <a:lnTo>
                    <a:pt x="395531" y="56535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395531" y="61246"/>
                  </a:lnTo>
                  <a:lnTo>
                    <a:pt x="400239" y="56535"/>
                  </a:lnTo>
                  <a:lnTo>
                    <a:pt x="404948" y="56535"/>
                  </a:lnTo>
                  <a:lnTo>
                    <a:pt x="404948" y="28267"/>
                  </a:lnTo>
                  <a:lnTo>
                    <a:pt x="400239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56535"/>
                  </a:moveTo>
                  <a:lnTo>
                    <a:pt x="400239" y="56535"/>
                  </a:lnTo>
                  <a:lnTo>
                    <a:pt x="395531" y="61246"/>
                  </a:lnTo>
                  <a:lnTo>
                    <a:pt x="404948" y="61246"/>
                  </a:lnTo>
                  <a:lnTo>
                    <a:pt x="404948" y="56535"/>
                  </a:lnTo>
                  <a:close/>
                </a:path>
                <a:path w="537209" h="744219">
                  <a:moveTo>
                    <a:pt x="423783" y="56535"/>
                  </a:moveTo>
                  <a:lnTo>
                    <a:pt x="419074" y="56535"/>
                  </a:lnTo>
                  <a:lnTo>
                    <a:pt x="423783" y="61246"/>
                  </a:lnTo>
                  <a:lnTo>
                    <a:pt x="423783" y="56535"/>
                  </a:lnTo>
                  <a:close/>
                </a:path>
                <a:path w="537209" h="744219">
                  <a:moveTo>
                    <a:pt x="141261" y="23556"/>
                  </a:moveTo>
                  <a:lnTo>
                    <a:pt x="136552" y="28267"/>
                  </a:lnTo>
                  <a:lnTo>
                    <a:pt x="141261" y="28267"/>
                  </a:lnTo>
                  <a:lnTo>
                    <a:pt x="141261" y="23556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141261" y="23556"/>
                  </a:lnTo>
                  <a:lnTo>
                    <a:pt x="141261" y="28267"/>
                  </a:lnTo>
                  <a:lnTo>
                    <a:pt x="395531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23556"/>
                  </a:moveTo>
                  <a:lnTo>
                    <a:pt x="395531" y="23556"/>
                  </a:lnTo>
                  <a:lnTo>
                    <a:pt x="400239" y="28267"/>
                  </a:lnTo>
                  <a:lnTo>
                    <a:pt x="404948" y="28267"/>
                  </a:lnTo>
                  <a:lnTo>
                    <a:pt x="404948" y="23556"/>
                  </a:lnTo>
                  <a:close/>
                </a:path>
                <a:path w="537209" h="744219">
                  <a:moveTo>
                    <a:pt x="122426" y="4711"/>
                  </a:moveTo>
                  <a:lnTo>
                    <a:pt x="117717" y="9422"/>
                  </a:lnTo>
                  <a:lnTo>
                    <a:pt x="122426" y="9422"/>
                  </a:lnTo>
                  <a:lnTo>
                    <a:pt x="122426" y="4711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122426" y="4711"/>
                  </a:lnTo>
                  <a:lnTo>
                    <a:pt x="122426" y="9422"/>
                  </a:lnTo>
                  <a:lnTo>
                    <a:pt x="414365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23783" y="4711"/>
                  </a:moveTo>
                  <a:lnTo>
                    <a:pt x="414365" y="4711"/>
                  </a:lnTo>
                  <a:lnTo>
                    <a:pt x="419074" y="9422"/>
                  </a:lnTo>
                  <a:lnTo>
                    <a:pt x="423783" y="9422"/>
                  </a:lnTo>
                  <a:lnTo>
                    <a:pt x="423783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95849" y="1275003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91140" y="127029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95849" y="118077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91140" y="1176066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95849" y="136922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91140" y="136451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95849" y="146345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91140" y="1458743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90023" y="1275003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85314" y="127029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90023" y="146345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85314" y="1458743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4197" y="155768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9488" y="155296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4197" y="108655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79488" y="1081840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90023" y="136922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85314" y="136451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90023" y="118077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85314" y="1176066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90023" y="108655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85314" y="1081840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95849" y="108655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1140" y="1081840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95849" y="155768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91140" y="155296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84197" y="1275003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79488" y="127029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84197" y="136922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79488" y="136451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84197" y="146345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79488" y="1458743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84197" y="118077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79488" y="1176066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3319271" y="1301496"/>
            <a:ext cx="2445385" cy="1931670"/>
          </a:xfrm>
          <a:custGeom>
            <a:avLst/>
            <a:gdLst/>
            <a:ahLst/>
            <a:cxnLst/>
            <a:rect l="l" t="t" r="r" b="b"/>
            <a:pathLst>
              <a:path w="2445385" h="1931670">
                <a:moveTo>
                  <a:pt x="0" y="1050162"/>
                </a:moveTo>
                <a:lnTo>
                  <a:pt x="2246249" y="0"/>
                </a:lnTo>
              </a:path>
              <a:path w="2445385" h="1931670">
                <a:moveTo>
                  <a:pt x="2445004" y="1931161"/>
                </a:moveTo>
                <a:lnTo>
                  <a:pt x="0" y="1050035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986152" y="4081678"/>
            <a:ext cx="5175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5" dirty="0">
                <a:solidFill>
                  <a:srgbClr val="464646"/>
                </a:solidFill>
                <a:latin typeface="Microsoft Sans Serif"/>
                <a:cs typeface="Microsoft Sans Serif"/>
              </a:rPr>
              <a:t>H</a:t>
            </a:r>
            <a:r>
              <a:rPr sz="2400" spc="-14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2400" spc="-160" dirty="0">
                <a:solidFill>
                  <a:srgbClr val="464646"/>
                </a:solidFill>
                <a:latin typeface="Microsoft Sans Serif"/>
                <a:cs typeface="Microsoft Sans Serif"/>
              </a:rPr>
              <a:t>w</a:t>
            </a:r>
            <a:r>
              <a:rPr sz="24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4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24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p</a:t>
            </a:r>
            <a:r>
              <a:rPr sz="24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2400" spc="-105" dirty="0">
                <a:solidFill>
                  <a:srgbClr val="464646"/>
                </a:solidFill>
                <a:latin typeface="Microsoft Sans Serif"/>
                <a:cs typeface="Microsoft Sans Serif"/>
              </a:rPr>
              <a:t>ov</a:t>
            </a:r>
            <a:r>
              <a:rPr sz="24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2400" spc="-250" dirty="0">
                <a:solidFill>
                  <a:srgbClr val="464646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464646"/>
                </a:solidFill>
                <a:latin typeface="Microsoft Sans Serif"/>
                <a:cs typeface="Microsoft Sans Serif"/>
              </a:rPr>
              <a:t>secur</a:t>
            </a:r>
            <a:r>
              <a:rPr sz="24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24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464646"/>
                </a:solidFill>
                <a:latin typeface="Microsoft Sans Serif"/>
                <a:cs typeface="Microsoft Sans Serif"/>
              </a:rPr>
              <a:t>acces</a:t>
            </a:r>
            <a:r>
              <a:rPr sz="24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24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4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24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4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400" spc="45" dirty="0">
                <a:solidFill>
                  <a:srgbClr val="464646"/>
                </a:solidFill>
                <a:latin typeface="Microsoft Sans Serif"/>
                <a:cs typeface="Microsoft Sans Serif"/>
              </a:rPr>
              <a:t>h</a:t>
            </a:r>
            <a:r>
              <a:rPr sz="2400" spc="-47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24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464646"/>
                </a:solidFill>
                <a:latin typeface="Microsoft Sans Serif"/>
                <a:cs typeface="Microsoft Sans Serif"/>
              </a:rPr>
              <a:t>cloud?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328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Int</a:t>
            </a:r>
            <a:r>
              <a:rPr sz="2800" dirty="0"/>
              <a:t>e</a:t>
            </a:r>
            <a:r>
              <a:rPr sz="2800" spc="-5" dirty="0"/>
              <a:t>rnet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994410" y="1690877"/>
            <a:ext cx="2326005" cy="1323340"/>
          </a:xfrm>
          <a:custGeom>
            <a:avLst/>
            <a:gdLst/>
            <a:ahLst/>
            <a:cxnLst/>
            <a:rect l="l" t="t" r="r" b="b"/>
            <a:pathLst>
              <a:path w="2326004" h="1323339">
                <a:moveTo>
                  <a:pt x="2325624" y="0"/>
                </a:moveTo>
                <a:lnTo>
                  <a:pt x="0" y="0"/>
                </a:lnTo>
                <a:lnTo>
                  <a:pt x="0" y="1322832"/>
                </a:lnTo>
                <a:lnTo>
                  <a:pt x="2325624" y="1322832"/>
                </a:lnTo>
                <a:lnTo>
                  <a:pt x="2325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4410" y="1690877"/>
            <a:ext cx="1958339" cy="13233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576580">
              <a:lnSpc>
                <a:spcPct val="100000"/>
              </a:lnSpc>
              <a:spcBef>
                <a:spcPts val="1780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5015" y="1035017"/>
            <a:ext cx="798872" cy="53717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753353" y="2560573"/>
            <a:ext cx="2351405" cy="1346835"/>
            <a:chOff x="5753353" y="2560573"/>
            <a:chExt cx="2351405" cy="1346835"/>
          </a:xfrm>
        </p:grpSpPr>
        <p:sp>
          <p:nvSpPr>
            <p:cNvPr id="7" name="object 7"/>
            <p:cNvSpPr/>
            <p:nvPr/>
          </p:nvSpPr>
          <p:spPr>
            <a:xfrm>
              <a:off x="5766053" y="2573273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2325624" y="0"/>
                  </a:moveTo>
                  <a:lnTo>
                    <a:pt x="0" y="0"/>
                  </a:lnTo>
                  <a:lnTo>
                    <a:pt x="0" y="1321308"/>
                  </a:lnTo>
                  <a:lnTo>
                    <a:pt x="2325624" y="1321308"/>
                  </a:lnTo>
                  <a:lnTo>
                    <a:pt x="2325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66053" y="2573273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0" y="1321308"/>
                  </a:moveTo>
                  <a:lnTo>
                    <a:pt x="2325624" y="1321308"/>
                  </a:lnTo>
                  <a:lnTo>
                    <a:pt x="2325624" y="0"/>
                  </a:lnTo>
                  <a:lnTo>
                    <a:pt x="0" y="0"/>
                  </a:lnTo>
                  <a:lnTo>
                    <a:pt x="0" y="1321308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133338" y="2573273"/>
            <a:ext cx="1958339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79705" marR="502284" indent="-38100">
              <a:lnSpc>
                <a:spcPct val="100000"/>
              </a:lnSpc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mis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 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Data</a:t>
            </a:r>
            <a:r>
              <a:rPr sz="18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Center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40462" y="940501"/>
            <a:ext cx="537210" cy="744220"/>
            <a:chOff x="6740462" y="940501"/>
            <a:chExt cx="537210" cy="744220"/>
          </a:xfrm>
        </p:grpSpPr>
        <p:sp>
          <p:nvSpPr>
            <p:cNvPr id="11" name="object 11"/>
            <p:cNvSpPr/>
            <p:nvPr/>
          </p:nvSpPr>
          <p:spPr>
            <a:xfrm>
              <a:off x="6745160" y="945679"/>
              <a:ext cx="527685" cy="734695"/>
            </a:xfrm>
            <a:custGeom>
              <a:avLst/>
              <a:gdLst/>
              <a:ahLst/>
              <a:cxnLst/>
              <a:rect l="l" t="t" r="r" b="b"/>
              <a:pathLst>
                <a:path w="527684" h="734694">
                  <a:moveTo>
                    <a:pt x="527380" y="715441"/>
                  </a:moveTo>
                  <a:lnTo>
                    <a:pt x="461454" y="715441"/>
                  </a:lnTo>
                  <a:lnTo>
                    <a:pt x="461454" y="74955"/>
                  </a:lnTo>
                  <a:lnTo>
                    <a:pt x="461454" y="55892"/>
                  </a:lnTo>
                  <a:lnTo>
                    <a:pt x="414375" y="55892"/>
                  </a:lnTo>
                  <a:lnTo>
                    <a:pt x="414375" y="18389"/>
                  </a:lnTo>
                  <a:lnTo>
                    <a:pt x="395528" y="18389"/>
                  </a:lnTo>
                  <a:lnTo>
                    <a:pt x="395528" y="55892"/>
                  </a:lnTo>
                  <a:lnTo>
                    <a:pt x="131851" y="55892"/>
                  </a:lnTo>
                  <a:lnTo>
                    <a:pt x="131851" y="17780"/>
                  </a:lnTo>
                  <a:lnTo>
                    <a:pt x="414375" y="17780"/>
                  </a:lnTo>
                  <a:lnTo>
                    <a:pt x="414375" y="0"/>
                  </a:lnTo>
                  <a:lnTo>
                    <a:pt x="113017" y="0"/>
                  </a:lnTo>
                  <a:lnTo>
                    <a:pt x="113017" y="17780"/>
                  </a:lnTo>
                  <a:lnTo>
                    <a:pt x="113017" y="55892"/>
                  </a:lnTo>
                  <a:lnTo>
                    <a:pt x="65925" y="55892"/>
                  </a:lnTo>
                  <a:lnTo>
                    <a:pt x="65925" y="74955"/>
                  </a:lnTo>
                  <a:lnTo>
                    <a:pt x="65925" y="715200"/>
                  </a:lnTo>
                  <a:lnTo>
                    <a:pt x="84759" y="715200"/>
                  </a:lnTo>
                  <a:lnTo>
                    <a:pt x="84759" y="74955"/>
                  </a:lnTo>
                  <a:lnTo>
                    <a:pt x="442620" y="74955"/>
                  </a:lnTo>
                  <a:lnTo>
                    <a:pt x="442620" y="715441"/>
                  </a:lnTo>
                  <a:lnTo>
                    <a:pt x="282524" y="715441"/>
                  </a:lnTo>
                  <a:lnTo>
                    <a:pt x="282524" y="612013"/>
                  </a:lnTo>
                  <a:lnTo>
                    <a:pt x="244856" y="612013"/>
                  </a:lnTo>
                  <a:lnTo>
                    <a:pt x="244856" y="715441"/>
                  </a:lnTo>
                  <a:lnTo>
                    <a:pt x="0" y="715441"/>
                  </a:lnTo>
                  <a:lnTo>
                    <a:pt x="0" y="734275"/>
                  </a:lnTo>
                  <a:lnTo>
                    <a:pt x="527380" y="734275"/>
                  </a:lnTo>
                  <a:lnTo>
                    <a:pt x="527380" y="715441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0462" y="940501"/>
              <a:ext cx="537210" cy="744220"/>
            </a:xfrm>
            <a:custGeom>
              <a:avLst/>
              <a:gdLst/>
              <a:ahLst/>
              <a:cxnLst/>
              <a:rect l="l" t="t" r="r" b="b"/>
              <a:pathLst>
                <a:path w="537209" h="744219">
                  <a:moveTo>
                    <a:pt x="65921" y="715896"/>
                  </a:moveTo>
                  <a:lnTo>
                    <a:pt x="0" y="715896"/>
                  </a:lnTo>
                  <a:lnTo>
                    <a:pt x="0" y="744167"/>
                  </a:lnTo>
                  <a:lnTo>
                    <a:pt x="536792" y="744167"/>
                  </a:lnTo>
                  <a:lnTo>
                    <a:pt x="536792" y="739453"/>
                  </a:lnTo>
                  <a:lnTo>
                    <a:pt x="9417" y="739453"/>
                  </a:lnTo>
                  <a:lnTo>
                    <a:pt x="4708" y="734741"/>
                  </a:lnTo>
                  <a:lnTo>
                    <a:pt x="9417" y="734741"/>
                  </a:lnTo>
                  <a:lnTo>
                    <a:pt x="9417" y="725319"/>
                  </a:lnTo>
                  <a:lnTo>
                    <a:pt x="4708" y="725319"/>
                  </a:lnTo>
                  <a:lnTo>
                    <a:pt x="9417" y="720608"/>
                  </a:lnTo>
                  <a:lnTo>
                    <a:pt x="65921" y="720608"/>
                  </a:lnTo>
                  <a:lnTo>
                    <a:pt x="65921" y="715896"/>
                  </a:lnTo>
                  <a:close/>
                </a:path>
                <a:path w="537209" h="744219">
                  <a:moveTo>
                    <a:pt x="9417" y="734741"/>
                  </a:moveTo>
                  <a:lnTo>
                    <a:pt x="4708" y="734741"/>
                  </a:lnTo>
                  <a:lnTo>
                    <a:pt x="9417" y="739453"/>
                  </a:lnTo>
                  <a:lnTo>
                    <a:pt x="9417" y="734741"/>
                  </a:lnTo>
                  <a:close/>
                </a:path>
                <a:path w="537209" h="744219">
                  <a:moveTo>
                    <a:pt x="527374" y="734741"/>
                  </a:moveTo>
                  <a:lnTo>
                    <a:pt x="9417" y="734741"/>
                  </a:lnTo>
                  <a:lnTo>
                    <a:pt x="9417" y="739453"/>
                  </a:lnTo>
                  <a:lnTo>
                    <a:pt x="527374" y="739453"/>
                  </a:lnTo>
                  <a:lnTo>
                    <a:pt x="527374" y="734741"/>
                  </a:lnTo>
                  <a:close/>
                </a:path>
                <a:path w="537209" h="744219">
                  <a:moveTo>
                    <a:pt x="527374" y="720608"/>
                  </a:moveTo>
                  <a:lnTo>
                    <a:pt x="527374" y="739453"/>
                  </a:lnTo>
                  <a:lnTo>
                    <a:pt x="532083" y="734741"/>
                  </a:lnTo>
                  <a:lnTo>
                    <a:pt x="536792" y="734741"/>
                  </a:lnTo>
                  <a:lnTo>
                    <a:pt x="536792" y="725319"/>
                  </a:lnTo>
                  <a:lnTo>
                    <a:pt x="532083" y="725319"/>
                  </a:lnTo>
                  <a:lnTo>
                    <a:pt x="527374" y="720608"/>
                  </a:lnTo>
                  <a:close/>
                </a:path>
                <a:path w="537209" h="744219">
                  <a:moveTo>
                    <a:pt x="536792" y="734741"/>
                  </a:moveTo>
                  <a:lnTo>
                    <a:pt x="532083" y="734741"/>
                  </a:lnTo>
                  <a:lnTo>
                    <a:pt x="527374" y="739453"/>
                  </a:lnTo>
                  <a:lnTo>
                    <a:pt x="536792" y="739453"/>
                  </a:lnTo>
                  <a:lnTo>
                    <a:pt x="536792" y="734741"/>
                  </a:lnTo>
                  <a:close/>
                </a:path>
                <a:path w="537209" h="744219">
                  <a:moveTo>
                    <a:pt x="9417" y="720608"/>
                  </a:moveTo>
                  <a:lnTo>
                    <a:pt x="4708" y="725319"/>
                  </a:lnTo>
                  <a:lnTo>
                    <a:pt x="9417" y="725319"/>
                  </a:lnTo>
                  <a:lnTo>
                    <a:pt x="9417" y="720608"/>
                  </a:lnTo>
                  <a:close/>
                </a:path>
                <a:path w="537209" h="744219">
                  <a:moveTo>
                    <a:pt x="75339" y="715896"/>
                  </a:moveTo>
                  <a:lnTo>
                    <a:pt x="70630" y="715896"/>
                  </a:lnTo>
                  <a:lnTo>
                    <a:pt x="65921" y="720608"/>
                  </a:lnTo>
                  <a:lnTo>
                    <a:pt x="9417" y="720608"/>
                  </a:lnTo>
                  <a:lnTo>
                    <a:pt x="9417" y="725319"/>
                  </a:lnTo>
                  <a:lnTo>
                    <a:pt x="75339" y="725319"/>
                  </a:lnTo>
                  <a:lnTo>
                    <a:pt x="75339" y="715896"/>
                  </a:lnTo>
                  <a:close/>
                </a:path>
                <a:path w="537209" h="744219">
                  <a:moveTo>
                    <a:pt x="452035" y="75380"/>
                  </a:moveTo>
                  <a:lnTo>
                    <a:pt x="84756" y="75380"/>
                  </a:lnTo>
                  <a:lnTo>
                    <a:pt x="84756" y="725319"/>
                  </a:lnTo>
                  <a:lnTo>
                    <a:pt x="254269" y="725319"/>
                  </a:lnTo>
                  <a:lnTo>
                    <a:pt x="254269" y="720608"/>
                  </a:lnTo>
                  <a:lnTo>
                    <a:pt x="94174" y="720608"/>
                  </a:lnTo>
                  <a:lnTo>
                    <a:pt x="89465" y="715896"/>
                  </a:lnTo>
                  <a:lnTo>
                    <a:pt x="94174" y="715896"/>
                  </a:lnTo>
                  <a:lnTo>
                    <a:pt x="94174" y="84803"/>
                  </a:lnTo>
                  <a:lnTo>
                    <a:pt x="89465" y="84803"/>
                  </a:lnTo>
                  <a:lnTo>
                    <a:pt x="94174" y="80091"/>
                  </a:lnTo>
                  <a:lnTo>
                    <a:pt x="452035" y="80091"/>
                  </a:lnTo>
                  <a:lnTo>
                    <a:pt x="452035" y="75380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82522" y="725319"/>
                  </a:lnTo>
                  <a:lnTo>
                    <a:pt x="452035" y="725319"/>
                  </a:lnTo>
                  <a:lnTo>
                    <a:pt x="452035" y="720608"/>
                  </a:lnTo>
                  <a:lnTo>
                    <a:pt x="291939" y="720608"/>
                  </a:lnTo>
                  <a:lnTo>
                    <a:pt x="287230" y="715896"/>
                  </a:lnTo>
                  <a:lnTo>
                    <a:pt x="291939" y="715896"/>
                  </a:lnTo>
                  <a:lnTo>
                    <a:pt x="291939" y="621890"/>
                  </a:lnTo>
                  <a:lnTo>
                    <a:pt x="287230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461452" y="61246"/>
                  </a:moveTo>
                  <a:lnTo>
                    <a:pt x="461452" y="725319"/>
                  </a:lnTo>
                  <a:lnTo>
                    <a:pt x="527374" y="725319"/>
                  </a:lnTo>
                  <a:lnTo>
                    <a:pt x="527374" y="720608"/>
                  </a:lnTo>
                  <a:lnTo>
                    <a:pt x="470870" y="720608"/>
                  </a:lnTo>
                  <a:lnTo>
                    <a:pt x="466161" y="715896"/>
                  </a:lnTo>
                  <a:lnTo>
                    <a:pt x="470870" y="715896"/>
                  </a:lnTo>
                  <a:lnTo>
                    <a:pt x="470870" y="65958"/>
                  </a:lnTo>
                  <a:lnTo>
                    <a:pt x="466161" y="65958"/>
                  </a:lnTo>
                  <a:lnTo>
                    <a:pt x="461452" y="61246"/>
                  </a:lnTo>
                  <a:close/>
                </a:path>
                <a:path w="537209" h="744219">
                  <a:moveTo>
                    <a:pt x="536792" y="715896"/>
                  </a:moveTo>
                  <a:lnTo>
                    <a:pt x="470870" y="715896"/>
                  </a:lnTo>
                  <a:lnTo>
                    <a:pt x="470870" y="720608"/>
                  </a:lnTo>
                  <a:lnTo>
                    <a:pt x="527374" y="720608"/>
                  </a:lnTo>
                  <a:lnTo>
                    <a:pt x="532083" y="725319"/>
                  </a:lnTo>
                  <a:lnTo>
                    <a:pt x="536792" y="725319"/>
                  </a:lnTo>
                  <a:lnTo>
                    <a:pt x="536792" y="715896"/>
                  </a:lnTo>
                  <a:close/>
                </a:path>
                <a:path w="537209" h="744219">
                  <a:moveTo>
                    <a:pt x="113008" y="56535"/>
                  </a:moveTo>
                  <a:lnTo>
                    <a:pt x="65921" y="56535"/>
                  </a:lnTo>
                  <a:lnTo>
                    <a:pt x="65921" y="720608"/>
                  </a:lnTo>
                  <a:lnTo>
                    <a:pt x="70630" y="715896"/>
                  </a:lnTo>
                  <a:lnTo>
                    <a:pt x="75339" y="715896"/>
                  </a:lnTo>
                  <a:lnTo>
                    <a:pt x="75339" y="65958"/>
                  </a:lnTo>
                  <a:lnTo>
                    <a:pt x="70630" y="65958"/>
                  </a:lnTo>
                  <a:lnTo>
                    <a:pt x="75339" y="61246"/>
                  </a:lnTo>
                  <a:lnTo>
                    <a:pt x="113008" y="61246"/>
                  </a:lnTo>
                  <a:lnTo>
                    <a:pt x="113008" y="56535"/>
                  </a:lnTo>
                  <a:close/>
                </a:path>
                <a:path w="537209" h="744219">
                  <a:moveTo>
                    <a:pt x="94174" y="715896"/>
                  </a:moveTo>
                  <a:lnTo>
                    <a:pt x="89465" y="715896"/>
                  </a:lnTo>
                  <a:lnTo>
                    <a:pt x="94174" y="720608"/>
                  </a:lnTo>
                  <a:lnTo>
                    <a:pt x="94174" y="715896"/>
                  </a:lnTo>
                  <a:close/>
                </a:path>
                <a:path w="537209" h="744219">
                  <a:moveTo>
                    <a:pt x="244852" y="715896"/>
                  </a:moveTo>
                  <a:lnTo>
                    <a:pt x="94174" y="715896"/>
                  </a:lnTo>
                  <a:lnTo>
                    <a:pt x="94174" y="720608"/>
                  </a:lnTo>
                  <a:lnTo>
                    <a:pt x="244852" y="720608"/>
                  </a:lnTo>
                  <a:lnTo>
                    <a:pt x="244852" y="715896"/>
                  </a:lnTo>
                  <a:close/>
                </a:path>
                <a:path w="537209" h="744219">
                  <a:moveTo>
                    <a:pt x="291939" y="612468"/>
                  </a:moveTo>
                  <a:lnTo>
                    <a:pt x="244852" y="612468"/>
                  </a:lnTo>
                  <a:lnTo>
                    <a:pt x="244852" y="720608"/>
                  </a:lnTo>
                  <a:lnTo>
                    <a:pt x="249561" y="715896"/>
                  </a:lnTo>
                  <a:lnTo>
                    <a:pt x="254269" y="715896"/>
                  </a:lnTo>
                  <a:lnTo>
                    <a:pt x="254269" y="621890"/>
                  </a:lnTo>
                  <a:lnTo>
                    <a:pt x="249561" y="621890"/>
                  </a:lnTo>
                  <a:lnTo>
                    <a:pt x="254269" y="617179"/>
                  </a:lnTo>
                  <a:lnTo>
                    <a:pt x="291939" y="617179"/>
                  </a:lnTo>
                  <a:lnTo>
                    <a:pt x="291939" y="612468"/>
                  </a:lnTo>
                  <a:close/>
                </a:path>
                <a:path w="537209" h="744219">
                  <a:moveTo>
                    <a:pt x="254269" y="715896"/>
                  </a:moveTo>
                  <a:lnTo>
                    <a:pt x="249561" y="715896"/>
                  </a:lnTo>
                  <a:lnTo>
                    <a:pt x="244852" y="720608"/>
                  </a:lnTo>
                  <a:lnTo>
                    <a:pt x="254269" y="720608"/>
                  </a:lnTo>
                  <a:lnTo>
                    <a:pt x="254269" y="715896"/>
                  </a:lnTo>
                  <a:close/>
                </a:path>
                <a:path w="537209" h="744219">
                  <a:moveTo>
                    <a:pt x="291939" y="715896"/>
                  </a:moveTo>
                  <a:lnTo>
                    <a:pt x="287230" y="715896"/>
                  </a:lnTo>
                  <a:lnTo>
                    <a:pt x="291939" y="720608"/>
                  </a:lnTo>
                  <a:lnTo>
                    <a:pt x="291939" y="715896"/>
                  </a:lnTo>
                  <a:close/>
                </a:path>
                <a:path w="537209" h="744219">
                  <a:moveTo>
                    <a:pt x="442618" y="715896"/>
                  </a:moveTo>
                  <a:lnTo>
                    <a:pt x="291939" y="715896"/>
                  </a:lnTo>
                  <a:lnTo>
                    <a:pt x="291939" y="720608"/>
                  </a:lnTo>
                  <a:lnTo>
                    <a:pt x="442618" y="720608"/>
                  </a:lnTo>
                  <a:lnTo>
                    <a:pt x="442618" y="715896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442618" y="720608"/>
                  </a:lnTo>
                  <a:lnTo>
                    <a:pt x="447326" y="715896"/>
                  </a:lnTo>
                  <a:lnTo>
                    <a:pt x="452035" y="715896"/>
                  </a:lnTo>
                  <a:lnTo>
                    <a:pt x="452035" y="84803"/>
                  </a:lnTo>
                  <a:lnTo>
                    <a:pt x="447326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715896"/>
                  </a:moveTo>
                  <a:lnTo>
                    <a:pt x="447326" y="715896"/>
                  </a:lnTo>
                  <a:lnTo>
                    <a:pt x="442618" y="720608"/>
                  </a:lnTo>
                  <a:lnTo>
                    <a:pt x="452035" y="720608"/>
                  </a:lnTo>
                  <a:lnTo>
                    <a:pt x="452035" y="715896"/>
                  </a:lnTo>
                  <a:close/>
                </a:path>
                <a:path w="537209" h="744219">
                  <a:moveTo>
                    <a:pt x="470870" y="715896"/>
                  </a:moveTo>
                  <a:lnTo>
                    <a:pt x="466161" y="715896"/>
                  </a:lnTo>
                  <a:lnTo>
                    <a:pt x="470870" y="720608"/>
                  </a:lnTo>
                  <a:lnTo>
                    <a:pt x="470870" y="715896"/>
                  </a:lnTo>
                  <a:close/>
                </a:path>
                <a:path w="537209" h="744219">
                  <a:moveTo>
                    <a:pt x="254269" y="617179"/>
                  </a:moveTo>
                  <a:lnTo>
                    <a:pt x="249561" y="621890"/>
                  </a:lnTo>
                  <a:lnTo>
                    <a:pt x="254269" y="621890"/>
                  </a:lnTo>
                  <a:lnTo>
                    <a:pt x="254269" y="617179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54269" y="617179"/>
                  </a:lnTo>
                  <a:lnTo>
                    <a:pt x="254269" y="621890"/>
                  </a:lnTo>
                  <a:lnTo>
                    <a:pt x="282522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291939" y="617179"/>
                  </a:moveTo>
                  <a:lnTo>
                    <a:pt x="282522" y="617179"/>
                  </a:lnTo>
                  <a:lnTo>
                    <a:pt x="287230" y="621890"/>
                  </a:lnTo>
                  <a:lnTo>
                    <a:pt x="291939" y="621890"/>
                  </a:lnTo>
                  <a:lnTo>
                    <a:pt x="291939" y="617179"/>
                  </a:lnTo>
                  <a:close/>
                </a:path>
                <a:path w="537209" h="744219">
                  <a:moveTo>
                    <a:pt x="94174" y="80091"/>
                  </a:moveTo>
                  <a:lnTo>
                    <a:pt x="89465" y="84803"/>
                  </a:lnTo>
                  <a:lnTo>
                    <a:pt x="94174" y="84803"/>
                  </a:lnTo>
                  <a:lnTo>
                    <a:pt x="94174" y="80091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94174" y="80091"/>
                  </a:lnTo>
                  <a:lnTo>
                    <a:pt x="94174" y="84803"/>
                  </a:lnTo>
                  <a:lnTo>
                    <a:pt x="442618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80091"/>
                  </a:moveTo>
                  <a:lnTo>
                    <a:pt x="442618" y="80091"/>
                  </a:lnTo>
                  <a:lnTo>
                    <a:pt x="447326" y="84803"/>
                  </a:lnTo>
                  <a:lnTo>
                    <a:pt x="452035" y="84803"/>
                  </a:lnTo>
                  <a:lnTo>
                    <a:pt x="452035" y="80091"/>
                  </a:lnTo>
                  <a:close/>
                </a:path>
                <a:path w="537209" h="744219">
                  <a:moveTo>
                    <a:pt x="75339" y="61246"/>
                  </a:moveTo>
                  <a:lnTo>
                    <a:pt x="70630" y="65958"/>
                  </a:lnTo>
                  <a:lnTo>
                    <a:pt x="75339" y="65958"/>
                  </a:lnTo>
                  <a:lnTo>
                    <a:pt x="75339" y="61246"/>
                  </a:lnTo>
                  <a:close/>
                </a:path>
                <a:path w="537209" h="744219">
                  <a:moveTo>
                    <a:pt x="122426" y="56535"/>
                  </a:moveTo>
                  <a:lnTo>
                    <a:pt x="117717" y="56535"/>
                  </a:lnTo>
                  <a:lnTo>
                    <a:pt x="113008" y="61246"/>
                  </a:lnTo>
                  <a:lnTo>
                    <a:pt x="75339" y="61246"/>
                  </a:lnTo>
                  <a:lnTo>
                    <a:pt x="75339" y="65958"/>
                  </a:lnTo>
                  <a:lnTo>
                    <a:pt x="122426" y="65958"/>
                  </a:lnTo>
                  <a:lnTo>
                    <a:pt x="122426" y="56535"/>
                  </a:lnTo>
                  <a:close/>
                </a:path>
                <a:path w="537209" h="744219">
                  <a:moveTo>
                    <a:pt x="404948" y="18845"/>
                  </a:moveTo>
                  <a:lnTo>
                    <a:pt x="131843" y="18845"/>
                  </a:lnTo>
                  <a:lnTo>
                    <a:pt x="131843" y="65958"/>
                  </a:lnTo>
                  <a:lnTo>
                    <a:pt x="404948" y="65958"/>
                  </a:lnTo>
                  <a:lnTo>
                    <a:pt x="404948" y="61246"/>
                  </a:lnTo>
                  <a:lnTo>
                    <a:pt x="141261" y="61246"/>
                  </a:lnTo>
                  <a:lnTo>
                    <a:pt x="136552" y="56535"/>
                  </a:lnTo>
                  <a:lnTo>
                    <a:pt x="141261" y="56535"/>
                  </a:lnTo>
                  <a:lnTo>
                    <a:pt x="141261" y="28267"/>
                  </a:lnTo>
                  <a:lnTo>
                    <a:pt x="136552" y="28267"/>
                  </a:lnTo>
                  <a:lnTo>
                    <a:pt x="141261" y="23556"/>
                  </a:lnTo>
                  <a:lnTo>
                    <a:pt x="404948" y="23556"/>
                  </a:lnTo>
                  <a:lnTo>
                    <a:pt x="404948" y="18845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414365" y="65958"/>
                  </a:lnTo>
                  <a:lnTo>
                    <a:pt x="461452" y="65958"/>
                  </a:lnTo>
                  <a:lnTo>
                    <a:pt x="461452" y="61246"/>
                  </a:lnTo>
                  <a:lnTo>
                    <a:pt x="423783" y="61246"/>
                  </a:lnTo>
                  <a:lnTo>
                    <a:pt x="419074" y="56535"/>
                  </a:lnTo>
                  <a:lnTo>
                    <a:pt x="423783" y="56535"/>
                  </a:lnTo>
                  <a:lnTo>
                    <a:pt x="423783" y="9422"/>
                  </a:lnTo>
                  <a:lnTo>
                    <a:pt x="419074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70870" y="56535"/>
                  </a:moveTo>
                  <a:lnTo>
                    <a:pt x="423783" y="56535"/>
                  </a:lnTo>
                  <a:lnTo>
                    <a:pt x="423783" y="61246"/>
                  </a:lnTo>
                  <a:lnTo>
                    <a:pt x="461452" y="61246"/>
                  </a:lnTo>
                  <a:lnTo>
                    <a:pt x="466161" y="65958"/>
                  </a:lnTo>
                  <a:lnTo>
                    <a:pt x="470870" y="65958"/>
                  </a:lnTo>
                  <a:lnTo>
                    <a:pt x="470870" y="56535"/>
                  </a:lnTo>
                  <a:close/>
                </a:path>
                <a:path w="537209" h="744219">
                  <a:moveTo>
                    <a:pt x="423783" y="0"/>
                  </a:moveTo>
                  <a:lnTo>
                    <a:pt x="113008" y="0"/>
                  </a:lnTo>
                  <a:lnTo>
                    <a:pt x="113008" y="61246"/>
                  </a:lnTo>
                  <a:lnTo>
                    <a:pt x="117717" y="56535"/>
                  </a:lnTo>
                  <a:lnTo>
                    <a:pt x="122426" y="56535"/>
                  </a:lnTo>
                  <a:lnTo>
                    <a:pt x="122426" y="9422"/>
                  </a:lnTo>
                  <a:lnTo>
                    <a:pt x="117717" y="9422"/>
                  </a:lnTo>
                  <a:lnTo>
                    <a:pt x="122426" y="4711"/>
                  </a:lnTo>
                  <a:lnTo>
                    <a:pt x="423783" y="4711"/>
                  </a:lnTo>
                  <a:lnTo>
                    <a:pt x="423783" y="0"/>
                  </a:lnTo>
                  <a:close/>
                </a:path>
                <a:path w="537209" h="744219">
                  <a:moveTo>
                    <a:pt x="141261" y="56535"/>
                  </a:moveTo>
                  <a:lnTo>
                    <a:pt x="136552" y="56535"/>
                  </a:lnTo>
                  <a:lnTo>
                    <a:pt x="141261" y="61246"/>
                  </a:lnTo>
                  <a:lnTo>
                    <a:pt x="141261" y="56535"/>
                  </a:lnTo>
                  <a:close/>
                </a:path>
                <a:path w="537209" h="744219">
                  <a:moveTo>
                    <a:pt x="395531" y="56535"/>
                  </a:moveTo>
                  <a:lnTo>
                    <a:pt x="141261" y="56535"/>
                  </a:lnTo>
                  <a:lnTo>
                    <a:pt x="141261" y="61246"/>
                  </a:lnTo>
                  <a:lnTo>
                    <a:pt x="395531" y="61246"/>
                  </a:lnTo>
                  <a:lnTo>
                    <a:pt x="395531" y="56535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395531" y="61246"/>
                  </a:lnTo>
                  <a:lnTo>
                    <a:pt x="400239" y="56535"/>
                  </a:lnTo>
                  <a:lnTo>
                    <a:pt x="404948" y="56535"/>
                  </a:lnTo>
                  <a:lnTo>
                    <a:pt x="404948" y="28267"/>
                  </a:lnTo>
                  <a:lnTo>
                    <a:pt x="400239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56535"/>
                  </a:moveTo>
                  <a:lnTo>
                    <a:pt x="400239" y="56535"/>
                  </a:lnTo>
                  <a:lnTo>
                    <a:pt x="395531" y="61246"/>
                  </a:lnTo>
                  <a:lnTo>
                    <a:pt x="404948" y="61246"/>
                  </a:lnTo>
                  <a:lnTo>
                    <a:pt x="404948" y="56535"/>
                  </a:lnTo>
                  <a:close/>
                </a:path>
                <a:path w="537209" h="744219">
                  <a:moveTo>
                    <a:pt x="423783" y="56535"/>
                  </a:moveTo>
                  <a:lnTo>
                    <a:pt x="419074" y="56535"/>
                  </a:lnTo>
                  <a:lnTo>
                    <a:pt x="423783" y="61246"/>
                  </a:lnTo>
                  <a:lnTo>
                    <a:pt x="423783" y="56535"/>
                  </a:lnTo>
                  <a:close/>
                </a:path>
                <a:path w="537209" h="744219">
                  <a:moveTo>
                    <a:pt x="141261" y="23556"/>
                  </a:moveTo>
                  <a:lnTo>
                    <a:pt x="136552" y="28267"/>
                  </a:lnTo>
                  <a:lnTo>
                    <a:pt x="141261" y="28267"/>
                  </a:lnTo>
                  <a:lnTo>
                    <a:pt x="141261" y="23556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141261" y="23556"/>
                  </a:lnTo>
                  <a:lnTo>
                    <a:pt x="141261" y="28267"/>
                  </a:lnTo>
                  <a:lnTo>
                    <a:pt x="395531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23556"/>
                  </a:moveTo>
                  <a:lnTo>
                    <a:pt x="395531" y="23556"/>
                  </a:lnTo>
                  <a:lnTo>
                    <a:pt x="400239" y="28267"/>
                  </a:lnTo>
                  <a:lnTo>
                    <a:pt x="404948" y="28267"/>
                  </a:lnTo>
                  <a:lnTo>
                    <a:pt x="404948" y="23556"/>
                  </a:lnTo>
                  <a:close/>
                </a:path>
                <a:path w="537209" h="744219">
                  <a:moveTo>
                    <a:pt x="122426" y="4711"/>
                  </a:moveTo>
                  <a:lnTo>
                    <a:pt x="117717" y="9422"/>
                  </a:lnTo>
                  <a:lnTo>
                    <a:pt x="122426" y="9422"/>
                  </a:lnTo>
                  <a:lnTo>
                    <a:pt x="122426" y="4711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122426" y="4711"/>
                  </a:lnTo>
                  <a:lnTo>
                    <a:pt x="122426" y="9422"/>
                  </a:lnTo>
                  <a:lnTo>
                    <a:pt x="414365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23783" y="4711"/>
                  </a:moveTo>
                  <a:lnTo>
                    <a:pt x="414365" y="4711"/>
                  </a:lnTo>
                  <a:lnTo>
                    <a:pt x="419074" y="9422"/>
                  </a:lnTo>
                  <a:lnTo>
                    <a:pt x="423783" y="9422"/>
                  </a:lnTo>
                  <a:lnTo>
                    <a:pt x="423783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95849" y="1275003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91140" y="127029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95849" y="118077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91140" y="1176066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95849" y="136922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91140" y="136451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95849" y="146345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91140" y="1458743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90023" y="1275003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85314" y="127029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90023" y="146345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85314" y="1458743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84197" y="155768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79488" y="155296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84197" y="108655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79488" y="1081840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90023" y="136922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85314" y="136451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90023" y="118077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85314" y="1176066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90023" y="108655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85314" y="1081840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95849" y="108655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91140" y="1081840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95849" y="155768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91140" y="155296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84197" y="1275003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79488" y="127029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84197" y="136922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79488" y="136451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84197" y="146345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79488" y="1458743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84197" y="118077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79488" y="1176066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/>
          <p:nvPr/>
        </p:nvSpPr>
        <p:spPr>
          <a:xfrm>
            <a:off x="3319271" y="1301496"/>
            <a:ext cx="2445385" cy="1931670"/>
          </a:xfrm>
          <a:custGeom>
            <a:avLst/>
            <a:gdLst/>
            <a:ahLst/>
            <a:cxnLst/>
            <a:rect l="l" t="t" r="r" b="b"/>
            <a:pathLst>
              <a:path w="2445385" h="1931670">
                <a:moveTo>
                  <a:pt x="0" y="1050162"/>
                </a:moveTo>
                <a:lnTo>
                  <a:pt x="2246249" y="0"/>
                </a:lnTo>
              </a:path>
              <a:path w="2445385" h="1931670">
                <a:moveTo>
                  <a:pt x="2445004" y="1931161"/>
                </a:moveTo>
                <a:lnTo>
                  <a:pt x="0" y="1050035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252852" y="4090822"/>
            <a:ext cx="46437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Bot</a:t>
            </a:r>
            <a:r>
              <a:rPr sz="20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h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20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20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-</a:t>
            </a:r>
            <a:r>
              <a:rPr sz="20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premi</a:t>
            </a:r>
            <a:r>
              <a:rPr sz="20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2000" spc="-265" dirty="0">
                <a:solidFill>
                  <a:srgbClr val="464646"/>
                </a:solidFill>
                <a:latin typeface="Microsoft Sans Serif"/>
                <a:cs typeface="Microsoft Sans Serif"/>
              </a:rPr>
              <a:t>es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an</a:t>
            </a:r>
            <a:r>
              <a:rPr sz="2000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lou</a:t>
            </a:r>
            <a:r>
              <a:rPr sz="20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64646"/>
                </a:solidFill>
                <a:latin typeface="Microsoft Sans Serif"/>
                <a:cs typeface="Microsoft Sans Serif"/>
              </a:rPr>
              <a:t>need</a:t>
            </a:r>
            <a:r>
              <a:rPr sz="20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Publ</a:t>
            </a:r>
            <a:r>
              <a:rPr sz="20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ic</a:t>
            </a:r>
            <a:r>
              <a:rPr sz="20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IP  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Interne</a:t>
            </a:r>
            <a:r>
              <a:rPr sz="20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performanc</a:t>
            </a:r>
            <a:r>
              <a:rPr sz="20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20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ma</a:t>
            </a:r>
            <a:r>
              <a:rPr sz="2000" spc="275" dirty="0">
                <a:solidFill>
                  <a:srgbClr val="464646"/>
                </a:solidFill>
                <a:latin typeface="Microsoft Sans Serif"/>
                <a:cs typeface="Microsoft Sans Serif"/>
              </a:rPr>
              <a:t>y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no</a:t>
            </a:r>
            <a:r>
              <a:rPr sz="20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464646"/>
                </a:solidFill>
                <a:latin typeface="Microsoft Sans Serif"/>
                <a:cs typeface="Microsoft Sans Serif"/>
              </a:rPr>
              <a:t>be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cons</a:t>
            </a:r>
            <a:r>
              <a:rPr sz="2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stent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952750" y="1690877"/>
            <a:ext cx="367665" cy="13233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127635" marR="121285" indent="4445" algn="just">
              <a:lnSpc>
                <a:spcPct val="100000"/>
              </a:lnSpc>
              <a:spcBef>
                <a:spcPts val="85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U  </a:t>
            </a: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B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L </a:t>
            </a:r>
            <a:r>
              <a:rPr sz="1200" spc="-3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I </a:t>
            </a:r>
            <a:r>
              <a:rPr sz="12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766053" y="2585466"/>
            <a:ext cx="367665" cy="1321435"/>
          </a:xfrm>
          <a:custGeom>
            <a:avLst/>
            <a:gdLst/>
            <a:ahLst/>
            <a:cxnLst/>
            <a:rect l="l" t="t" r="r" b="b"/>
            <a:pathLst>
              <a:path w="367664" h="1321435">
                <a:moveTo>
                  <a:pt x="0" y="1321308"/>
                </a:moveTo>
                <a:lnTo>
                  <a:pt x="367284" y="1321308"/>
                </a:lnTo>
                <a:lnTo>
                  <a:pt x="367284" y="0"/>
                </a:lnTo>
                <a:lnTo>
                  <a:pt x="0" y="0"/>
                </a:lnTo>
                <a:lnTo>
                  <a:pt x="0" y="1321308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778753" y="2592070"/>
            <a:ext cx="342265" cy="12839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0330" rIns="0" bIns="0" rtlCol="0">
            <a:spAutoFit/>
          </a:bodyPr>
          <a:lstStyle/>
          <a:p>
            <a:pPr marL="114935" marR="108585" indent="4445" algn="just">
              <a:lnSpc>
                <a:spcPct val="100000"/>
              </a:lnSpc>
              <a:spcBef>
                <a:spcPts val="79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  U  B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L </a:t>
            </a:r>
            <a:r>
              <a:rPr sz="1200" spc="-3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I </a:t>
            </a:r>
            <a:r>
              <a:rPr sz="12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759201" y="1214559"/>
            <a:ext cx="979805" cy="2168525"/>
            <a:chOff x="3759201" y="1214559"/>
            <a:chExt cx="979805" cy="2168525"/>
          </a:xfrm>
        </p:grpSpPr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9201" y="1214559"/>
              <a:ext cx="874654" cy="53593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4357" y="2846763"/>
              <a:ext cx="874654" cy="53593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50503" y="2158285"/>
              <a:ext cx="588104" cy="3327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007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VPN</a:t>
            </a:r>
            <a:r>
              <a:rPr sz="2800" spc="-20" dirty="0"/>
              <a:t> </a:t>
            </a:r>
            <a:r>
              <a:rPr sz="2800" spc="-5" dirty="0"/>
              <a:t>over</a:t>
            </a:r>
            <a:r>
              <a:rPr sz="2800" spc="-20" dirty="0"/>
              <a:t> </a:t>
            </a:r>
            <a:r>
              <a:rPr sz="2800" spc="-5" dirty="0"/>
              <a:t>Internet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994410" y="1690877"/>
            <a:ext cx="2326005" cy="1323340"/>
          </a:xfrm>
          <a:custGeom>
            <a:avLst/>
            <a:gdLst/>
            <a:ahLst/>
            <a:cxnLst/>
            <a:rect l="l" t="t" r="r" b="b"/>
            <a:pathLst>
              <a:path w="2326004" h="1323339">
                <a:moveTo>
                  <a:pt x="2325624" y="0"/>
                </a:moveTo>
                <a:lnTo>
                  <a:pt x="0" y="0"/>
                </a:lnTo>
                <a:lnTo>
                  <a:pt x="0" y="1322832"/>
                </a:lnTo>
                <a:lnTo>
                  <a:pt x="2325624" y="1322832"/>
                </a:lnTo>
                <a:lnTo>
                  <a:pt x="2325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4410" y="1690877"/>
            <a:ext cx="1958339" cy="13233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576580">
              <a:lnSpc>
                <a:spcPct val="100000"/>
              </a:lnSpc>
              <a:spcBef>
                <a:spcPts val="1780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5015" y="1035017"/>
            <a:ext cx="798872" cy="53717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766053" y="2579370"/>
            <a:ext cx="2326005" cy="1321435"/>
          </a:xfrm>
          <a:custGeom>
            <a:avLst/>
            <a:gdLst/>
            <a:ahLst/>
            <a:cxnLst/>
            <a:rect l="l" t="t" r="r" b="b"/>
            <a:pathLst>
              <a:path w="2326004" h="1321435">
                <a:moveTo>
                  <a:pt x="2325624" y="0"/>
                </a:moveTo>
                <a:lnTo>
                  <a:pt x="0" y="0"/>
                </a:lnTo>
                <a:lnTo>
                  <a:pt x="0" y="1321308"/>
                </a:lnTo>
                <a:lnTo>
                  <a:pt x="2325624" y="1321308"/>
                </a:lnTo>
                <a:lnTo>
                  <a:pt x="2325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33338" y="2579370"/>
            <a:ext cx="1958339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79705" marR="502284" indent="-38100">
              <a:lnSpc>
                <a:spcPct val="100000"/>
              </a:lnSpc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mis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 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Data</a:t>
            </a:r>
            <a:r>
              <a:rPr sz="18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Center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740462" y="940501"/>
            <a:ext cx="537210" cy="744220"/>
            <a:chOff x="6740462" y="940501"/>
            <a:chExt cx="537210" cy="744220"/>
          </a:xfrm>
        </p:grpSpPr>
        <p:sp>
          <p:nvSpPr>
            <p:cNvPr id="9" name="object 9"/>
            <p:cNvSpPr/>
            <p:nvPr/>
          </p:nvSpPr>
          <p:spPr>
            <a:xfrm>
              <a:off x="6745160" y="945679"/>
              <a:ext cx="527685" cy="734695"/>
            </a:xfrm>
            <a:custGeom>
              <a:avLst/>
              <a:gdLst/>
              <a:ahLst/>
              <a:cxnLst/>
              <a:rect l="l" t="t" r="r" b="b"/>
              <a:pathLst>
                <a:path w="527684" h="734694">
                  <a:moveTo>
                    <a:pt x="527380" y="715441"/>
                  </a:moveTo>
                  <a:lnTo>
                    <a:pt x="461454" y="715441"/>
                  </a:lnTo>
                  <a:lnTo>
                    <a:pt x="461454" y="74955"/>
                  </a:lnTo>
                  <a:lnTo>
                    <a:pt x="461454" y="55892"/>
                  </a:lnTo>
                  <a:lnTo>
                    <a:pt x="414375" y="55892"/>
                  </a:lnTo>
                  <a:lnTo>
                    <a:pt x="414375" y="18389"/>
                  </a:lnTo>
                  <a:lnTo>
                    <a:pt x="395528" y="18389"/>
                  </a:lnTo>
                  <a:lnTo>
                    <a:pt x="395528" y="55892"/>
                  </a:lnTo>
                  <a:lnTo>
                    <a:pt x="131851" y="55892"/>
                  </a:lnTo>
                  <a:lnTo>
                    <a:pt x="131851" y="17780"/>
                  </a:lnTo>
                  <a:lnTo>
                    <a:pt x="414375" y="17780"/>
                  </a:lnTo>
                  <a:lnTo>
                    <a:pt x="414375" y="0"/>
                  </a:lnTo>
                  <a:lnTo>
                    <a:pt x="113017" y="0"/>
                  </a:lnTo>
                  <a:lnTo>
                    <a:pt x="113017" y="17780"/>
                  </a:lnTo>
                  <a:lnTo>
                    <a:pt x="113017" y="55892"/>
                  </a:lnTo>
                  <a:lnTo>
                    <a:pt x="65925" y="55892"/>
                  </a:lnTo>
                  <a:lnTo>
                    <a:pt x="65925" y="74955"/>
                  </a:lnTo>
                  <a:lnTo>
                    <a:pt x="65925" y="715200"/>
                  </a:lnTo>
                  <a:lnTo>
                    <a:pt x="84759" y="715200"/>
                  </a:lnTo>
                  <a:lnTo>
                    <a:pt x="84759" y="74955"/>
                  </a:lnTo>
                  <a:lnTo>
                    <a:pt x="442620" y="74955"/>
                  </a:lnTo>
                  <a:lnTo>
                    <a:pt x="442620" y="715441"/>
                  </a:lnTo>
                  <a:lnTo>
                    <a:pt x="282524" y="715441"/>
                  </a:lnTo>
                  <a:lnTo>
                    <a:pt x="282524" y="612013"/>
                  </a:lnTo>
                  <a:lnTo>
                    <a:pt x="244856" y="612013"/>
                  </a:lnTo>
                  <a:lnTo>
                    <a:pt x="244856" y="715441"/>
                  </a:lnTo>
                  <a:lnTo>
                    <a:pt x="0" y="715441"/>
                  </a:lnTo>
                  <a:lnTo>
                    <a:pt x="0" y="734275"/>
                  </a:lnTo>
                  <a:lnTo>
                    <a:pt x="527380" y="734275"/>
                  </a:lnTo>
                  <a:lnTo>
                    <a:pt x="527380" y="715441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40462" y="940501"/>
              <a:ext cx="537210" cy="744220"/>
            </a:xfrm>
            <a:custGeom>
              <a:avLst/>
              <a:gdLst/>
              <a:ahLst/>
              <a:cxnLst/>
              <a:rect l="l" t="t" r="r" b="b"/>
              <a:pathLst>
                <a:path w="537209" h="744219">
                  <a:moveTo>
                    <a:pt x="65921" y="715896"/>
                  </a:moveTo>
                  <a:lnTo>
                    <a:pt x="0" y="715896"/>
                  </a:lnTo>
                  <a:lnTo>
                    <a:pt x="0" y="744167"/>
                  </a:lnTo>
                  <a:lnTo>
                    <a:pt x="536792" y="744167"/>
                  </a:lnTo>
                  <a:lnTo>
                    <a:pt x="536792" y="739453"/>
                  </a:lnTo>
                  <a:lnTo>
                    <a:pt x="9417" y="739453"/>
                  </a:lnTo>
                  <a:lnTo>
                    <a:pt x="4708" y="734741"/>
                  </a:lnTo>
                  <a:lnTo>
                    <a:pt x="9417" y="734741"/>
                  </a:lnTo>
                  <a:lnTo>
                    <a:pt x="9417" y="725319"/>
                  </a:lnTo>
                  <a:lnTo>
                    <a:pt x="4708" y="725319"/>
                  </a:lnTo>
                  <a:lnTo>
                    <a:pt x="9417" y="720608"/>
                  </a:lnTo>
                  <a:lnTo>
                    <a:pt x="65921" y="720608"/>
                  </a:lnTo>
                  <a:lnTo>
                    <a:pt x="65921" y="715896"/>
                  </a:lnTo>
                  <a:close/>
                </a:path>
                <a:path w="537209" h="744219">
                  <a:moveTo>
                    <a:pt x="9417" y="734741"/>
                  </a:moveTo>
                  <a:lnTo>
                    <a:pt x="4708" y="734741"/>
                  </a:lnTo>
                  <a:lnTo>
                    <a:pt x="9417" y="739453"/>
                  </a:lnTo>
                  <a:lnTo>
                    <a:pt x="9417" y="734741"/>
                  </a:lnTo>
                  <a:close/>
                </a:path>
                <a:path w="537209" h="744219">
                  <a:moveTo>
                    <a:pt x="527374" y="734741"/>
                  </a:moveTo>
                  <a:lnTo>
                    <a:pt x="9417" y="734741"/>
                  </a:lnTo>
                  <a:lnTo>
                    <a:pt x="9417" y="739453"/>
                  </a:lnTo>
                  <a:lnTo>
                    <a:pt x="527374" y="739453"/>
                  </a:lnTo>
                  <a:lnTo>
                    <a:pt x="527374" y="734741"/>
                  </a:lnTo>
                  <a:close/>
                </a:path>
                <a:path w="537209" h="744219">
                  <a:moveTo>
                    <a:pt x="527374" y="720608"/>
                  </a:moveTo>
                  <a:lnTo>
                    <a:pt x="527374" y="739453"/>
                  </a:lnTo>
                  <a:lnTo>
                    <a:pt x="532083" y="734741"/>
                  </a:lnTo>
                  <a:lnTo>
                    <a:pt x="536792" y="734741"/>
                  </a:lnTo>
                  <a:lnTo>
                    <a:pt x="536792" y="725319"/>
                  </a:lnTo>
                  <a:lnTo>
                    <a:pt x="532083" y="725319"/>
                  </a:lnTo>
                  <a:lnTo>
                    <a:pt x="527374" y="720608"/>
                  </a:lnTo>
                  <a:close/>
                </a:path>
                <a:path w="537209" h="744219">
                  <a:moveTo>
                    <a:pt x="536792" y="734741"/>
                  </a:moveTo>
                  <a:lnTo>
                    <a:pt x="532083" y="734741"/>
                  </a:lnTo>
                  <a:lnTo>
                    <a:pt x="527374" y="739453"/>
                  </a:lnTo>
                  <a:lnTo>
                    <a:pt x="536792" y="739453"/>
                  </a:lnTo>
                  <a:lnTo>
                    <a:pt x="536792" y="734741"/>
                  </a:lnTo>
                  <a:close/>
                </a:path>
                <a:path w="537209" h="744219">
                  <a:moveTo>
                    <a:pt x="9417" y="720608"/>
                  </a:moveTo>
                  <a:lnTo>
                    <a:pt x="4708" y="725319"/>
                  </a:lnTo>
                  <a:lnTo>
                    <a:pt x="9417" y="725319"/>
                  </a:lnTo>
                  <a:lnTo>
                    <a:pt x="9417" y="720608"/>
                  </a:lnTo>
                  <a:close/>
                </a:path>
                <a:path w="537209" h="744219">
                  <a:moveTo>
                    <a:pt x="75339" y="715896"/>
                  </a:moveTo>
                  <a:lnTo>
                    <a:pt x="70630" y="715896"/>
                  </a:lnTo>
                  <a:lnTo>
                    <a:pt x="65921" y="720608"/>
                  </a:lnTo>
                  <a:lnTo>
                    <a:pt x="9417" y="720608"/>
                  </a:lnTo>
                  <a:lnTo>
                    <a:pt x="9417" y="725319"/>
                  </a:lnTo>
                  <a:lnTo>
                    <a:pt x="75339" y="725319"/>
                  </a:lnTo>
                  <a:lnTo>
                    <a:pt x="75339" y="715896"/>
                  </a:lnTo>
                  <a:close/>
                </a:path>
                <a:path w="537209" h="744219">
                  <a:moveTo>
                    <a:pt x="452035" y="75380"/>
                  </a:moveTo>
                  <a:lnTo>
                    <a:pt x="84756" y="75380"/>
                  </a:lnTo>
                  <a:lnTo>
                    <a:pt x="84756" y="725319"/>
                  </a:lnTo>
                  <a:lnTo>
                    <a:pt x="254269" y="725319"/>
                  </a:lnTo>
                  <a:lnTo>
                    <a:pt x="254269" y="720608"/>
                  </a:lnTo>
                  <a:lnTo>
                    <a:pt x="94174" y="720608"/>
                  </a:lnTo>
                  <a:lnTo>
                    <a:pt x="89465" y="715896"/>
                  </a:lnTo>
                  <a:lnTo>
                    <a:pt x="94174" y="715896"/>
                  </a:lnTo>
                  <a:lnTo>
                    <a:pt x="94174" y="84803"/>
                  </a:lnTo>
                  <a:lnTo>
                    <a:pt x="89465" y="84803"/>
                  </a:lnTo>
                  <a:lnTo>
                    <a:pt x="94174" y="80091"/>
                  </a:lnTo>
                  <a:lnTo>
                    <a:pt x="452035" y="80091"/>
                  </a:lnTo>
                  <a:lnTo>
                    <a:pt x="452035" y="75380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82522" y="725319"/>
                  </a:lnTo>
                  <a:lnTo>
                    <a:pt x="452035" y="725319"/>
                  </a:lnTo>
                  <a:lnTo>
                    <a:pt x="452035" y="720608"/>
                  </a:lnTo>
                  <a:lnTo>
                    <a:pt x="291939" y="720608"/>
                  </a:lnTo>
                  <a:lnTo>
                    <a:pt x="287230" y="715896"/>
                  </a:lnTo>
                  <a:lnTo>
                    <a:pt x="291939" y="715896"/>
                  </a:lnTo>
                  <a:lnTo>
                    <a:pt x="291939" y="621890"/>
                  </a:lnTo>
                  <a:lnTo>
                    <a:pt x="287230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461452" y="61246"/>
                  </a:moveTo>
                  <a:lnTo>
                    <a:pt x="461452" y="725319"/>
                  </a:lnTo>
                  <a:lnTo>
                    <a:pt x="527374" y="725319"/>
                  </a:lnTo>
                  <a:lnTo>
                    <a:pt x="527374" y="720608"/>
                  </a:lnTo>
                  <a:lnTo>
                    <a:pt x="470870" y="720608"/>
                  </a:lnTo>
                  <a:lnTo>
                    <a:pt x="466161" y="715896"/>
                  </a:lnTo>
                  <a:lnTo>
                    <a:pt x="470870" y="715896"/>
                  </a:lnTo>
                  <a:lnTo>
                    <a:pt x="470870" y="65958"/>
                  </a:lnTo>
                  <a:lnTo>
                    <a:pt x="466161" y="65958"/>
                  </a:lnTo>
                  <a:lnTo>
                    <a:pt x="461452" y="61246"/>
                  </a:lnTo>
                  <a:close/>
                </a:path>
                <a:path w="537209" h="744219">
                  <a:moveTo>
                    <a:pt x="536792" y="715896"/>
                  </a:moveTo>
                  <a:lnTo>
                    <a:pt x="470870" y="715896"/>
                  </a:lnTo>
                  <a:lnTo>
                    <a:pt x="470870" y="720608"/>
                  </a:lnTo>
                  <a:lnTo>
                    <a:pt x="527374" y="720608"/>
                  </a:lnTo>
                  <a:lnTo>
                    <a:pt x="532083" y="725319"/>
                  </a:lnTo>
                  <a:lnTo>
                    <a:pt x="536792" y="725319"/>
                  </a:lnTo>
                  <a:lnTo>
                    <a:pt x="536792" y="715896"/>
                  </a:lnTo>
                  <a:close/>
                </a:path>
                <a:path w="537209" h="744219">
                  <a:moveTo>
                    <a:pt x="113008" y="56535"/>
                  </a:moveTo>
                  <a:lnTo>
                    <a:pt x="65921" y="56535"/>
                  </a:lnTo>
                  <a:lnTo>
                    <a:pt x="65921" y="720608"/>
                  </a:lnTo>
                  <a:lnTo>
                    <a:pt x="70630" y="715896"/>
                  </a:lnTo>
                  <a:lnTo>
                    <a:pt x="75339" y="715896"/>
                  </a:lnTo>
                  <a:lnTo>
                    <a:pt x="75339" y="65958"/>
                  </a:lnTo>
                  <a:lnTo>
                    <a:pt x="70630" y="65958"/>
                  </a:lnTo>
                  <a:lnTo>
                    <a:pt x="75339" y="61246"/>
                  </a:lnTo>
                  <a:lnTo>
                    <a:pt x="113008" y="61246"/>
                  </a:lnTo>
                  <a:lnTo>
                    <a:pt x="113008" y="56535"/>
                  </a:lnTo>
                  <a:close/>
                </a:path>
                <a:path w="537209" h="744219">
                  <a:moveTo>
                    <a:pt x="94174" y="715896"/>
                  </a:moveTo>
                  <a:lnTo>
                    <a:pt x="89465" y="715896"/>
                  </a:lnTo>
                  <a:lnTo>
                    <a:pt x="94174" y="720608"/>
                  </a:lnTo>
                  <a:lnTo>
                    <a:pt x="94174" y="715896"/>
                  </a:lnTo>
                  <a:close/>
                </a:path>
                <a:path w="537209" h="744219">
                  <a:moveTo>
                    <a:pt x="244852" y="715896"/>
                  </a:moveTo>
                  <a:lnTo>
                    <a:pt x="94174" y="715896"/>
                  </a:lnTo>
                  <a:lnTo>
                    <a:pt x="94174" y="720608"/>
                  </a:lnTo>
                  <a:lnTo>
                    <a:pt x="244852" y="720608"/>
                  </a:lnTo>
                  <a:lnTo>
                    <a:pt x="244852" y="715896"/>
                  </a:lnTo>
                  <a:close/>
                </a:path>
                <a:path w="537209" h="744219">
                  <a:moveTo>
                    <a:pt x="291939" y="612468"/>
                  </a:moveTo>
                  <a:lnTo>
                    <a:pt x="244852" y="612468"/>
                  </a:lnTo>
                  <a:lnTo>
                    <a:pt x="244852" y="720608"/>
                  </a:lnTo>
                  <a:lnTo>
                    <a:pt x="249561" y="715896"/>
                  </a:lnTo>
                  <a:lnTo>
                    <a:pt x="254269" y="715896"/>
                  </a:lnTo>
                  <a:lnTo>
                    <a:pt x="254269" y="621890"/>
                  </a:lnTo>
                  <a:lnTo>
                    <a:pt x="249561" y="621890"/>
                  </a:lnTo>
                  <a:lnTo>
                    <a:pt x="254269" y="617179"/>
                  </a:lnTo>
                  <a:lnTo>
                    <a:pt x="291939" y="617179"/>
                  </a:lnTo>
                  <a:lnTo>
                    <a:pt x="291939" y="612468"/>
                  </a:lnTo>
                  <a:close/>
                </a:path>
                <a:path w="537209" h="744219">
                  <a:moveTo>
                    <a:pt x="254269" y="715896"/>
                  </a:moveTo>
                  <a:lnTo>
                    <a:pt x="249561" y="715896"/>
                  </a:lnTo>
                  <a:lnTo>
                    <a:pt x="244852" y="720608"/>
                  </a:lnTo>
                  <a:lnTo>
                    <a:pt x="254269" y="720608"/>
                  </a:lnTo>
                  <a:lnTo>
                    <a:pt x="254269" y="715896"/>
                  </a:lnTo>
                  <a:close/>
                </a:path>
                <a:path w="537209" h="744219">
                  <a:moveTo>
                    <a:pt x="291939" y="715896"/>
                  </a:moveTo>
                  <a:lnTo>
                    <a:pt x="287230" y="715896"/>
                  </a:lnTo>
                  <a:lnTo>
                    <a:pt x="291939" y="720608"/>
                  </a:lnTo>
                  <a:lnTo>
                    <a:pt x="291939" y="715896"/>
                  </a:lnTo>
                  <a:close/>
                </a:path>
                <a:path w="537209" h="744219">
                  <a:moveTo>
                    <a:pt x="442618" y="715896"/>
                  </a:moveTo>
                  <a:lnTo>
                    <a:pt x="291939" y="715896"/>
                  </a:lnTo>
                  <a:lnTo>
                    <a:pt x="291939" y="720608"/>
                  </a:lnTo>
                  <a:lnTo>
                    <a:pt x="442618" y="720608"/>
                  </a:lnTo>
                  <a:lnTo>
                    <a:pt x="442618" y="715896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442618" y="720608"/>
                  </a:lnTo>
                  <a:lnTo>
                    <a:pt x="447326" y="715896"/>
                  </a:lnTo>
                  <a:lnTo>
                    <a:pt x="452035" y="715896"/>
                  </a:lnTo>
                  <a:lnTo>
                    <a:pt x="452035" y="84803"/>
                  </a:lnTo>
                  <a:lnTo>
                    <a:pt x="447326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715896"/>
                  </a:moveTo>
                  <a:lnTo>
                    <a:pt x="447326" y="715896"/>
                  </a:lnTo>
                  <a:lnTo>
                    <a:pt x="442618" y="720608"/>
                  </a:lnTo>
                  <a:lnTo>
                    <a:pt x="452035" y="720608"/>
                  </a:lnTo>
                  <a:lnTo>
                    <a:pt x="452035" y="715896"/>
                  </a:lnTo>
                  <a:close/>
                </a:path>
                <a:path w="537209" h="744219">
                  <a:moveTo>
                    <a:pt x="470870" y="715896"/>
                  </a:moveTo>
                  <a:lnTo>
                    <a:pt x="466161" y="715896"/>
                  </a:lnTo>
                  <a:lnTo>
                    <a:pt x="470870" y="720608"/>
                  </a:lnTo>
                  <a:lnTo>
                    <a:pt x="470870" y="715896"/>
                  </a:lnTo>
                  <a:close/>
                </a:path>
                <a:path w="537209" h="744219">
                  <a:moveTo>
                    <a:pt x="254269" y="617179"/>
                  </a:moveTo>
                  <a:lnTo>
                    <a:pt x="249561" y="621890"/>
                  </a:lnTo>
                  <a:lnTo>
                    <a:pt x="254269" y="621890"/>
                  </a:lnTo>
                  <a:lnTo>
                    <a:pt x="254269" y="617179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54269" y="617179"/>
                  </a:lnTo>
                  <a:lnTo>
                    <a:pt x="254269" y="621890"/>
                  </a:lnTo>
                  <a:lnTo>
                    <a:pt x="282522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291939" y="617179"/>
                  </a:moveTo>
                  <a:lnTo>
                    <a:pt x="282522" y="617179"/>
                  </a:lnTo>
                  <a:lnTo>
                    <a:pt x="287230" y="621890"/>
                  </a:lnTo>
                  <a:lnTo>
                    <a:pt x="291939" y="621890"/>
                  </a:lnTo>
                  <a:lnTo>
                    <a:pt x="291939" y="617179"/>
                  </a:lnTo>
                  <a:close/>
                </a:path>
                <a:path w="537209" h="744219">
                  <a:moveTo>
                    <a:pt x="94174" y="80091"/>
                  </a:moveTo>
                  <a:lnTo>
                    <a:pt x="89465" y="84803"/>
                  </a:lnTo>
                  <a:lnTo>
                    <a:pt x="94174" y="84803"/>
                  </a:lnTo>
                  <a:lnTo>
                    <a:pt x="94174" y="80091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94174" y="80091"/>
                  </a:lnTo>
                  <a:lnTo>
                    <a:pt x="94174" y="84803"/>
                  </a:lnTo>
                  <a:lnTo>
                    <a:pt x="442618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80091"/>
                  </a:moveTo>
                  <a:lnTo>
                    <a:pt x="442618" y="80091"/>
                  </a:lnTo>
                  <a:lnTo>
                    <a:pt x="447326" y="84803"/>
                  </a:lnTo>
                  <a:lnTo>
                    <a:pt x="452035" y="84803"/>
                  </a:lnTo>
                  <a:lnTo>
                    <a:pt x="452035" y="80091"/>
                  </a:lnTo>
                  <a:close/>
                </a:path>
                <a:path w="537209" h="744219">
                  <a:moveTo>
                    <a:pt x="75339" y="61246"/>
                  </a:moveTo>
                  <a:lnTo>
                    <a:pt x="70630" y="65958"/>
                  </a:lnTo>
                  <a:lnTo>
                    <a:pt x="75339" y="65958"/>
                  </a:lnTo>
                  <a:lnTo>
                    <a:pt x="75339" y="61246"/>
                  </a:lnTo>
                  <a:close/>
                </a:path>
                <a:path w="537209" h="744219">
                  <a:moveTo>
                    <a:pt x="122426" y="56535"/>
                  </a:moveTo>
                  <a:lnTo>
                    <a:pt x="117717" y="56535"/>
                  </a:lnTo>
                  <a:lnTo>
                    <a:pt x="113008" y="61246"/>
                  </a:lnTo>
                  <a:lnTo>
                    <a:pt x="75339" y="61246"/>
                  </a:lnTo>
                  <a:lnTo>
                    <a:pt x="75339" y="65958"/>
                  </a:lnTo>
                  <a:lnTo>
                    <a:pt x="122426" y="65958"/>
                  </a:lnTo>
                  <a:lnTo>
                    <a:pt x="122426" y="56535"/>
                  </a:lnTo>
                  <a:close/>
                </a:path>
                <a:path w="537209" h="744219">
                  <a:moveTo>
                    <a:pt x="404948" y="18845"/>
                  </a:moveTo>
                  <a:lnTo>
                    <a:pt x="131843" y="18845"/>
                  </a:lnTo>
                  <a:lnTo>
                    <a:pt x="131843" y="65958"/>
                  </a:lnTo>
                  <a:lnTo>
                    <a:pt x="404948" y="65958"/>
                  </a:lnTo>
                  <a:lnTo>
                    <a:pt x="404948" y="61246"/>
                  </a:lnTo>
                  <a:lnTo>
                    <a:pt x="141261" y="61246"/>
                  </a:lnTo>
                  <a:lnTo>
                    <a:pt x="136552" y="56535"/>
                  </a:lnTo>
                  <a:lnTo>
                    <a:pt x="141261" y="56535"/>
                  </a:lnTo>
                  <a:lnTo>
                    <a:pt x="141261" y="28267"/>
                  </a:lnTo>
                  <a:lnTo>
                    <a:pt x="136552" y="28267"/>
                  </a:lnTo>
                  <a:lnTo>
                    <a:pt x="141261" y="23556"/>
                  </a:lnTo>
                  <a:lnTo>
                    <a:pt x="404948" y="23556"/>
                  </a:lnTo>
                  <a:lnTo>
                    <a:pt x="404948" y="18845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414365" y="65958"/>
                  </a:lnTo>
                  <a:lnTo>
                    <a:pt x="461452" y="65958"/>
                  </a:lnTo>
                  <a:lnTo>
                    <a:pt x="461452" y="61246"/>
                  </a:lnTo>
                  <a:lnTo>
                    <a:pt x="423783" y="61246"/>
                  </a:lnTo>
                  <a:lnTo>
                    <a:pt x="419074" y="56535"/>
                  </a:lnTo>
                  <a:lnTo>
                    <a:pt x="423783" y="56535"/>
                  </a:lnTo>
                  <a:lnTo>
                    <a:pt x="423783" y="9422"/>
                  </a:lnTo>
                  <a:lnTo>
                    <a:pt x="419074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70870" y="56535"/>
                  </a:moveTo>
                  <a:lnTo>
                    <a:pt x="423783" y="56535"/>
                  </a:lnTo>
                  <a:lnTo>
                    <a:pt x="423783" y="61246"/>
                  </a:lnTo>
                  <a:lnTo>
                    <a:pt x="461452" y="61246"/>
                  </a:lnTo>
                  <a:lnTo>
                    <a:pt x="466161" y="65958"/>
                  </a:lnTo>
                  <a:lnTo>
                    <a:pt x="470870" y="65958"/>
                  </a:lnTo>
                  <a:lnTo>
                    <a:pt x="470870" y="56535"/>
                  </a:lnTo>
                  <a:close/>
                </a:path>
                <a:path w="537209" h="744219">
                  <a:moveTo>
                    <a:pt x="423783" y="0"/>
                  </a:moveTo>
                  <a:lnTo>
                    <a:pt x="113008" y="0"/>
                  </a:lnTo>
                  <a:lnTo>
                    <a:pt x="113008" y="61246"/>
                  </a:lnTo>
                  <a:lnTo>
                    <a:pt x="117717" y="56535"/>
                  </a:lnTo>
                  <a:lnTo>
                    <a:pt x="122426" y="56535"/>
                  </a:lnTo>
                  <a:lnTo>
                    <a:pt x="122426" y="9422"/>
                  </a:lnTo>
                  <a:lnTo>
                    <a:pt x="117717" y="9422"/>
                  </a:lnTo>
                  <a:lnTo>
                    <a:pt x="122426" y="4711"/>
                  </a:lnTo>
                  <a:lnTo>
                    <a:pt x="423783" y="4711"/>
                  </a:lnTo>
                  <a:lnTo>
                    <a:pt x="423783" y="0"/>
                  </a:lnTo>
                  <a:close/>
                </a:path>
                <a:path w="537209" h="744219">
                  <a:moveTo>
                    <a:pt x="141261" y="56535"/>
                  </a:moveTo>
                  <a:lnTo>
                    <a:pt x="136552" y="56535"/>
                  </a:lnTo>
                  <a:lnTo>
                    <a:pt x="141261" y="61246"/>
                  </a:lnTo>
                  <a:lnTo>
                    <a:pt x="141261" y="56535"/>
                  </a:lnTo>
                  <a:close/>
                </a:path>
                <a:path w="537209" h="744219">
                  <a:moveTo>
                    <a:pt x="395531" y="56535"/>
                  </a:moveTo>
                  <a:lnTo>
                    <a:pt x="141261" y="56535"/>
                  </a:lnTo>
                  <a:lnTo>
                    <a:pt x="141261" y="61246"/>
                  </a:lnTo>
                  <a:lnTo>
                    <a:pt x="395531" y="61246"/>
                  </a:lnTo>
                  <a:lnTo>
                    <a:pt x="395531" y="56535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395531" y="61246"/>
                  </a:lnTo>
                  <a:lnTo>
                    <a:pt x="400239" y="56535"/>
                  </a:lnTo>
                  <a:lnTo>
                    <a:pt x="404948" y="56535"/>
                  </a:lnTo>
                  <a:lnTo>
                    <a:pt x="404948" y="28267"/>
                  </a:lnTo>
                  <a:lnTo>
                    <a:pt x="400239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56535"/>
                  </a:moveTo>
                  <a:lnTo>
                    <a:pt x="400239" y="56535"/>
                  </a:lnTo>
                  <a:lnTo>
                    <a:pt x="395531" y="61246"/>
                  </a:lnTo>
                  <a:lnTo>
                    <a:pt x="404948" y="61246"/>
                  </a:lnTo>
                  <a:lnTo>
                    <a:pt x="404948" y="56535"/>
                  </a:lnTo>
                  <a:close/>
                </a:path>
                <a:path w="537209" h="744219">
                  <a:moveTo>
                    <a:pt x="423783" y="56535"/>
                  </a:moveTo>
                  <a:lnTo>
                    <a:pt x="419074" y="56535"/>
                  </a:lnTo>
                  <a:lnTo>
                    <a:pt x="423783" y="61246"/>
                  </a:lnTo>
                  <a:lnTo>
                    <a:pt x="423783" y="56535"/>
                  </a:lnTo>
                  <a:close/>
                </a:path>
                <a:path w="537209" h="744219">
                  <a:moveTo>
                    <a:pt x="141261" y="23556"/>
                  </a:moveTo>
                  <a:lnTo>
                    <a:pt x="136552" y="28267"/>
                  </a:lnTo>
                  <a:lnTo>
                    <a:pt x="141261" y="28267"/>
                  </a:lnTo>
                  <a:lnTo>
                    <a:pt x="141261" y="23556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141261" y="23556"/>
                  </a:lnTo>
                  <a:lnTo>
                    <a:pt x="141261" y="28267"/>
                  </a:lnTo>
                  <a:lnTo>
                    <a:pt x="395531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23556"/>
                  </a:moveTo>
                  <a:lnTo>
                    <a:pt x="395531" y="23556"/>
                  </a:lnTo>
                  <a:lnTo>
                    <a:pt x="400239" y="28267"/>
                  </a:lnTo>
                  <a:lnTo>
                    <a:pt x="404948" y="28267"/>
                  </a:lnTo>
                  <a:lnTo>
                    <a:pt x="404948" y="23556"/>
                  </a:lnTo>
                  <a:close/>
                </a:path>
                <a:path w="537209" h="744219">
                  <a:moveTo>
                    <a:pt x="122426" y="4711"/>
                  </a:moveTo>
                  <a:lnTo>
                    <a:pt x="117717" y="9422"/>
                  </a:lnTo>
                  <a:lnTo>
                    <a:pt x="122426" y="9422"/>
                  </a:lnTo>
                  <a:lnTo>
                    <a:pt x="122426" y="4711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122426" y="4711"/>
                  </a:lnTo>
                  <a:lnTo>
                    <a:pt x="122426" y="9422"/>
                  </a:lnTo>
                  <a:lnTo>
                    <a:pt x="414365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23783" y="4711"/>
                  </a:moveTo>
                  <a:lnTo>
                    <a:pt x="414365" y="4711"/>
                  </a:lnTo>
                  <a:lnTo>
                    <a:pt x="419074" y="9422"/>
                  </a:lnTo>
                  <a:lnTo>
                    <a:pt x="423783" y="9422"/>
                  </a:lnTo>
                  <a:lnTo>
                    <a:pt x="423783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95849" y="1275003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91140" y="127029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95849" y="118077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91140" y="1176066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95849" y="136922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91140" y="136451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95849" y="146345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91140" y="1458743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90023" y="1275003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85314" y="127029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90023" y="146345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85314" y="1458743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4197" y="155768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79488" y="155296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84197" y="108655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79488" y="1081840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90023" y="136922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85314" y="136451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90023" y="118077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85314" y="1176066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90023" y="108655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85314" y="1081840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95849" y="108655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91140" y="1081840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95849" y="155768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91140" y="155296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84197" y="1275003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79488" y="127029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84197" y="136922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79488" y="136451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84197" y="146345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79488" y="1458743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84197" y="118077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79488" y="1176066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3319271" y="1394460"/>
            <a:ext cx="2445385" cy="1844675"/>
          </a:xfrm>
          <a:custGeom>
            <a:avLst/>
            <a:gdLst/>
            <a:ahLst/>
            <a:cxnLst/>
            <a:rect l="l" t="t" r="r" b="b"/>
            <a:pathLst>
              <a:path w="2445385" h="1844675">
                <a:moveTo>
                  <a:pt x="0" y="957452"/>
                </a:moveTo>
                <a:lnTo>
                  <a:pt x="1843658" y="0"/>
                </a:lnTo>
              </a:path>
              <a:path w="2445385" h="1844675">
                <a:moveTo>
                  <a:pt x="2445004" y="1844420"/>
                </a:moveTo>
                <a:lnTo>
                  <a:pt x="0" y="957071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400047" y="3993286"/>
            <a:ext cx="62814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VPN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85" dirty="0">
                <a:solidFill>
                  <a:srgbClr val="464646"/>
                </a:solidFill>
                <a:latin typeface="Arial"/>
                <a:cs typeface="Arial"/>
              </a:rPr>
              <a:t>provides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IPSec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encrypted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connection</a:t>
            </a:r>
            <a:endParaRPr sz="180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</a:pP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Cloud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is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an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extension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of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your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datacenter</a:t>
            </a:r>
            <a:r>
              <a:rPr sz="1800" b="1" spc="-1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–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access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using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private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IP </a:t>
            </a:r>
            <a:r>
              <a:rPr sz="1800" b="1" spc="-484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et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mance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4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4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952750" y="1690877"/>
            <a:ext cx="367665" cy="13233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/>
              <a:cs typeface="Times New Roman"/>
            </a:endParaRPr>
          </a:p>
          <a:p>
            <a:pPr marL="127635" marR="120650" indent="4445" algn="just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766053" y="2579370"/>
            <a:ext cx="367665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Times New Roman"/>
              <a:cs typeface="Times New Roman"/>
            </a:endParaRPr>
          </a:p>
          <a:p>
            <a:pPr marL="127635" marR="121285" indent="4445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645523" y="1164451"/>
            <a:ext cx="1093470" cy="2056764"/>
            <a:chOff x="3645523" y="1164451"/>
            <a:chExt cx="1093470" cy="2056764"/>
          </a:xfrm>
        </p:grpSpPr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5523" y="1164451"/>
              <a:ext cx="720024" cy="44068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9490" y="2792681"/>
              <a:ext cx="699723" cy="42798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50503" y="2158285"/>
              <a:ext cx="588104" cy="332709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5164073" y="733805"/>
            <a:ext cx="367665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128270" marR="120650" indent="4445" algn="just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552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Direct</a:t>
            </a:r>
            <a:r>
              <a:rPr sz="2800" spc="-60" dirty="0"/>
              <a:t> </a:t>
            </a:r>
            <a:r>
              <a:rPr sz="2800" spc="-5" dirty="0"/>
              <a:t>Connect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981710" y="1876298"/>
            <a:ext cx="2351405" cy="1346835"/>
            <a:chOff x="981710" y="1876298"/>
            <a:chExt cx="2351405" cy="1346835"/>
          </a:xfrm>
        </p:grpSpPr>
        <p:sp>
          <p:nvSpPr>
            <p:cNvPr id="4" name="object 4"/>
            <p:cNvSpPr/>
            <p:nvPr/>
          </p:nvSpPr>
          <p:spPr>
            <a:xfrm>
              <a:off x="994410" y="1888998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2325624" y="0"/>
                  </a:moveTo>
                  <a:lnTo>
                    <a:pt x="0" y="0"/>
                  </a:lnTo>
                  <a:lnTo>
                    <a:pt x="0" y="1321308"/>
                  </a:lnTo>
                  <a:lnTo>
                    <a:pt x="2325624" y="1321308"/>
                  </a:lnTo>
                  <a:lnTo>
                    <a:pt x="2325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94410" y="1888998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0" y="1321308"/>
                  </a:moveTo>
                  <a:lnTo>
                    <a:pt x="2325624" y="1321308"/>
                  </a:lnTo>
                  <a:lnTo>
                    <a:pt x="2325624" y="0"/>
                  </a:lnTo>
                  <a:lnTo>
                    <a:pt x="0" y="0"/>
                  </a:lnTo>
                  <a:lnTo>
                    <a:pt x="0" y="1321308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94410" y="1888998"/>
            <a:ext cx="1958339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576580">
              <a:lnSpc>
                <a:spcPct val="100000"/>
              </a:lnSpc>
              <a:spcBef>
                <a:spcPts val="1775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3071" y="535145"/>
            <a:ext cx="798872" cy="53717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812790" y="1876298"/>
            <a:ext cx="2351405" cy="1346835"/>
            <a:chOff x="5812790" y="1876298"/>
            <a:chExt cx="2351405" cy="1346835"/>
          </a:xfrm>
        </p:grpSpPr>
        <p:sp>
          <p:nvSpPr>
            <p:cNvPr id="9" name="object 9"/>
            <p:cNvSpPr/>
            <p:nvPr/>
          </p:nvSpPr>
          <p:spPr>
            <a:xfrm>
              <a:off x="5825490" y="1888998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2325623" y="0"/>
                  </a:moveTo>
                  <a:lnTo>
                    <a:pt x="0" y="0"/>
                  </a:lnTo>
                  <a:lnTo>
                    <a:pt x="0" y="1321308"/>
                  </a:lnTo>
                  <a:lnTo>
                    <a:pt x="2325623" y="1321308"/>
                  </a:lnTo>
                  <a:lnTo>
                    <a:pt x="23256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25490" y="1888998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0" y="1321308"/>
                  </a:moveTo>
                  <a:lnTo>
                    <a:pt x="2325623" y="1321308"/>
                  </a:lnTo>
                  <a:lnTo>
                    <a:pt x="2325623" y="0"/>
                  </a:lnTo>
                  <a:lnTo>
                    <a:pt x="0" y="0"/>
                  </a:lnTo>
                  <a:lnTo>
                    <a:pt x="0" y="1321308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97346" y="1888998"/>
            <a:ext cx="1953895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08915">
              <a:lnSpc>
                <a:spcPct val="100000"/>
              </a:lnSpc>
              <a:spcBef>
                <a:spcPts val="1170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On-premises</a:t>
            </a:r>
            <a:endParaRPr sz="160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Data</a:t>
            </a:r>
            <a:r>
              <a:rPr sz="16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Center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14509" y="471109"/>
            <a:ext cx="4455160" cy="2083435"/>
            <a:chOff x="3314509" y="471109"/>
            <a:chExt cx="4455160" cy="2083435"/>
          </a:xfrm>
        </p:grpSpPr>
        <p:sp>
          <p:nvSpPr>
            <p:cNvPr id="13" name="object 13"/>
            <p:cNvSpPr/>
            <p:nvPr/>
          </p:nvSpPr>
          <p:spPr>
            <a:xfrm>
              <a:off x="3319271" y="2549652"/>
              <a:ext cx="2505075" cy="0"/>
            </a:xfrm>
            <a:custGeom>
              <a:avLst/>
              <a:gdLst/>
              <a:ahLst/>
              <a:cxnLst/>
              <a:rect l="l" t="t" r="r" b="b"/>
              <a:pathLst>
                <a:path w="2505075">
                  <a:moveTo>
                    <a:pt x="2504693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7412" y="476287"/>
              <a:ext cx="527685" cy="734695"/>
            </a:xfrm>
            <a:custGeom>
              <a:avLst/>
              <a:gdLst/>
              <a:ahLst/>
              <a:cxnLst/>
              <a:rect l="l" t="t" r="r" b="b"/>
              <a:pathLst>
                <a:path w="527684" h="734694">
                  <a:moveTo>
                    <a:pt x="527380" y="715441"/>
                  </a:moveTo>
                  <a:lnTo>
                    <a:pt x="461454" y="715441"/>
                  </a:lnTo>
                  <a:lnTo>
                    <a:pt x="461454" y="74955"/>
                  </a:lnTo>
                  <a:lnTo>
                    <a:pt x="461454" y="55892"/>
                  </a:lnTo>
                  <a:lnTo>
                    <a:pt x="414375" y="55892"/>
                  </a:lnTo>
                  <a:lnTo>
                    <a:pt x="414375" y="18389"/>
                  </a:lnTo>
                  <a:lnTo>
                    <a:pt x="395528" y="18389"/>
                  </a:lnTo>
                  <a:lnTo>
                    <a:pt x="395528" y="55892"/>
                  </a:lnTo>
                  <a:lnTo>
                    <a:pt x="131851" y="55892"/>
                  </a:lnTo>
                  <a:lnTo>
                    <a:pt x="131851" y="17780"/>
                  </a:lnTo>
                  <a:lnTo>
                    <a:pt x="414375" y="17780"/>
                  </a:lnTo>
                  <a:lnTo>
                    <a:pt x="414375" y="0"/>
                  </a:lnTo>
                  <a:lnTo>
                    <a:pt x="113017" y="0"/>
                  </a:lnTo>
                  <a:lnTo>
                    <a:pt x="113017" y="17780"/>
                  </a:lnTo>
                  <a:lnTo>
                    <a:pt x="113017" y="55892"/>
                  </a:lnTo>
                  <a:lnTo>
                    <a:pt x="65925" y="55892"/>
                  </a:lnTo>
                  <a:lnTo>
                    <a:pt x="65925" y="74955"/>
                  </a:lnTo>
                  <a:lnTo>
                    <a:pt x="65925" y="715200"/>
                  </a:lnTo>
                  <a:lnTo>
                    <a:pt x="84759" y="715200"/>
                  </a:lnTo>
                  <a:lnTo>
                    <a:pt x="84759" y="74955"/>
                  </a:lnTo>
                  <a:lnTo>
                    <a:pt x="442620" y="74955"/>
                  </a:lnTo>
                  <a:lnTo>
                    <a:pt x="442620" y="715441"/>
                  </a:lnTo>
                  <a:lnTo>
                    <a:pt x="282524" y="715441"/>
                  </a:lnTo>
                  <a:lnTo>
                    <a:pt x="282524" y="612013"/>
                  </a:lnTo>
                  <a:lnTo>
                    <a:pt x="244856" y="612013"/>
                  </a:lnTo>
                  <a:lnTo>
                    <a:pt x="244856" y="715441"/>
                  </a:lnTo>
                  <a:lnTo>
                    <a:pt x="0" y="715441"/>
                  </a:lnTo>
                  <a:lnTo>
                    <a:pt x="0" y="734275"/>
                  </a:lnTo>
                  <a:lnTo>
                    <a:pt x="527380" y="734275"/>
                  </a:lnTo>
                  <a:lnTo>
                    <a:pt x="527380" y="715441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2713" y="471109"/>
              <a:ext cx="537210" cy="744220"/>
            </a:xfrm>
            <a:custGeom>
              <a:avLst/>
              <a:gdLst/>
              <a:ahLst/>
              <a:cxnLst/>
              <a:rect l="l" t="t" r="r" b="b"/>
              <a:pathLst>
                <a:path w="537209" h="744219">
                  <a:moveTo>
                    <a:pt x="65921" y="715896"/>
                  </a:moveTo>
                  <a:lnTo>
                    <a:pt x="0" y="715896"/>
                  </a:lnTo>
                  <a:lnTo>
                    <a:pt x="0" y="744167"/>
                  </a:lnTo>
                  <a:lnTo>
                    <a:pt x="536792" y="744167"/>
                  </a:lnTo>
                  <a:lnTo>
                    <a:pt x="536792" y="739453"/>
                  </a:lnTo>
                  <a:lnTo>
                    <a:pt x="9417" y="739453"/>
                  </a:lnTo>
                  <a:lnTo>
                    <a:pt x="4708" y="734741"/>
                  </a:lnTo>
                  <a:lnTo>
                    <a:pt x="9417" y="734741"/>
                  </a:lnTo>
                  <a:lnTo>
                    <a:pt x="9417" y="725319"/>
                  </a:lnTo>
                  <a:lnTo>
                    <a:pt x="4708" y="725319"/>
                  </a:lnTo>
                  <a:lnTo>
                    <a:pt x="9417" y="720608"/>
                  </a:lnTo>
                  <a:lnTo>
                    <a:pt x="65921" y="720608"/>
                  </a:lnTo>
                  <a:lnTo>
                    <a:pt x="65921" y="715896"/>
                  </a:lnTo>
                  <a:close/>
                </a:path>
                <a:path w="537209" h="744219">
                  <a:moveTo>
                    <a:pt x="9417" y="734741"/>
                  </a:moveTo>
                  <a:lnTo>
                    <a:pt x="4708" y="734741"/>
                  </a:lnTo>
                  <a:lnTo>
                    <a:pt x="9417" y="739453"/>
                  </a:lnTo>
                  <a:lnTo>
                    <a:pt x="9417" y="734741"/>
                  </a:lnTo>
                  <a:close/>
                </a:path>
                <a:path w="537209" h="744219">
                  <a:moveTo>
                    <a:pt x="527374" y="734741"/>
                  </a:moveTo>
                  <a:lnTo>
                    <a:pt x="9417" y="734741"/>
                  </a:lnTo>
                  <a:lnTo>
                    <a:pt x="9417" y="739453"/>
                  </a:lnTo>
                  <a:lnTo>
                    <a:pt x="527374" y="739453"/>
                  </a:lnTo>
                  <a:lnTo>
                    <a:pt x="527374" y="734741"/>
                  </a:lnTo>
                  <a:close/>
                </a:path>
                <a:path w="537209" h="744219">
                  <a:moveTo>
                    <a:pt x="527374" y="720608"/>
                  </a:moveTo>
                  <a:lnTo>
                    <a:pt x="527374" y="739453"/>
                  </a:lnTo>
                  <a:lnTo>
                    <a:pt x="532083" y="734741"/>
                  </a:lnTo>
                  <a:lnTo>
                    <a:pt x="536792" y="734741"/>
                  </a:lnTo>
                  <a:lnTo>
                    <a:pt x="536792" y="725319"/>
                  </a:lnTo>
                  <a:lnTo>
                    <a:pt x="532083" y="725319"/>
                  </a:lnTo>
                  <a:lnTo>
                    <a:pt x="527374" y="720608"/>
                  </a:lnTo>
                  <a:close/>
                </a:path>
                <a:path w="537209" h="744219">
                  <a:moveTo>
                    <a:pt x="536792" y="734741"/>
                  </a:moveTo>
                  <a:lnTo>
                    <a:pt x="532083" y="734741"/>
                  </a:lnTo>
                  <a:lnTo>
                    <a:pt x="527374" y="739453"/>
                  </a:lnTo>
                  <a:lnTo>
                    <a:pt x="536792" y="739453"/>
                  </a:lnTo>
                  <a:lnTo>
                    <a:pt x="536792" y="734741"/>
                  </a:lnTo>
                  <a:close/>
                </a:path>
                <a:path w="537209" h="744219">
                  <a:moveTo>
                    <a:pt x="9417" y="720608"/>
                  </a:moveTo>
                  <a:lnTo>
                    <a:pt x="4708" y="725319"/>
                  </a:lnTo>
                  <a:lnTo>
                    <a:pt x="9417" y="725319"/>
                  </a:lnTo>
                  <a:lnTo>
                    <a:pt x="9417" y="720608"/>
                  </a:lnTo>
                  <a:close/>
                </a:path>
                <a:path w="537209" h="744219">
                  <a:moveTo>
                    <a:pt x="75339" y="715896"/>
                  </a:moveTo>
                  <a:lnTo>
                    <a:pt x="70630" y="715896"/>
                  </a:lnTo>
                  <a:lnTo>
                    <a:pt x="65921" y="720608"/>
                  </a:lnTo>
                  <a:lnTo>
                    <a:pt x="9417" y="720608"/>
                  </a:lnTo>
                  <a:lnTo>
                    <a:pt x="9417" y="725319"/>
                  </a:lnTo>
                  <a:lnTo>
                    <a:pt x="75339" y="725319"/>
                  </a:lnTo>
                  <a:lnTo>
                    <a:pt x="75339" y="715896"/>
                  </a:lnTo>
                  <a:close/>
                </a:path>
                <a:path w="537209" h="744219">
                  <a:moveTo>
                    <a:pt x="452035" y="75380"/>
                  </a:moveTo>
                  <a:lnTo>
                    <a:pt x="84756" y="75380"/>
                  </a:lnTo>
                  <a:lnTo>
                    <a:pt x="84756" y="725319"/>
                  </a:lnTo>
                  <a:lnTo>
                    <a:pt x="254269" y="725319"/>
                  </a:lnTo>
                  <a:lnTo>
                    <a:pt x="254269" y="720608"/>
                  </a:lnTo>
                  <a:lnTo>
                    <a:pt x="94174" y="720608"/>
                  </a:lnTo>
                  <a:lnTo>
                    <a:pt x="89465" y="715896"/>
                  </a:lnTo>
                  <a:lnTo>
                    <a:pt x="94174" y="715896"/>
                  </a:lnTo>
                  <a:lnTo>
                    <a:pt x="94174" y="84803"/>
                  </a:lnTo>
                  <a:lnTo>
                    <a:pt x="89465" y="84803"/>
                  </a:lnTo>
                  <a:lnTo>
                    <a:pt x="94174" y="80091"/>
                  </a:lnTo>
                  <a:lnTo>
                    <a:pt x="452035" y="80091"/>
                  </a:lnTo>
                  <a:lnTo>
                    <a:pt x="452035" y="75380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82522" y="725319"/>
                  </a:lnTo>
                  <a:lnTo>
                    <a:pt x="452035" y="725319"/>
                  </a:lnTo>
                  <a:lnTo>
                    <a:pt x="452035" y="720608"/>
                  </a:lnTo>
                  <a:lnTo>
                    <a:pt x="291939" y="720608"/>
                  </a:lnTo>
                  <a:lnTo>
                    <a:pt x="287230" y="715896"/>
                  </a:lnTo>
                  <a:lnTo>
                    <a:pt x="291939" y="715896"/>
                  </a:lnTo>
                  <a:lnTo>
                    <a:pt x="291939" y="621890"/>
                  </a:lnTo>
                  <a:lnTo>
                    <a:pt x="287230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461452" y="61246"/>
                  </a:moveTo>
                  <a:lnTo>
                    <a:pt x="461452" y="725319"/>
                  </a:lnTo>
                  <a:lnTo>
                    <a:pt x="527374" y="725319"/>
                  </a:lnTo>
                  <a:lnTo>
                    <a:pt x="527374" y="720608"/>
                  </a:lnTo>
                  <a:lnTo>
                    <a:pt x="470870" y="720608"/>
                  </a:lnTo>
                  <a:lnTo>
                    <a:pt x="466161" y="715896"/>
                  </a:lnTo>
                  <a:lnTo>
                    <a:pt x="470870" y="715896"/>
                  </a:lnTo>
                  <a:lnTo>
                    <a:pt x="470870" y="65958"/>
                  </a:lnTo>
                  <a:lnTo>
                    <a:pt x="466161" y="65958"/>
                  </a:lnTo>
                  <a:lnTo>
                    <a:pt x="461452" y="61246"/>
                  </a:lnTo>
                  <a:close/>
                </a:path>
                <a:path w="537209" h="744219">
                  <a:moveTo>
                    <a:pt x="536792" y="715896"/>
                  </a:moveTo>
                  <a:lnTo>
                    <a:pt x="470870" y="715896"/>
                  </a:lnTo>
                  <a:lnTo>
                    <a:pt x="470870" y="720608"/>
                  </a:lnTo>
                  <a:lnTo>
                    <a:pt x="527374" y="720608"/>
                  </a:lnTo>
                  <a:lnTo>
                    <a:pt x="532083" y="725319"/>
                  </a:lnTo>
                  <a:lnTo>
                    <a:pt x="536792" y="725319"/>
                  </a:lnTo>
                  <a:lnTo>
                    <a:pt x="536792" y="715896"/>
                  </a:lnTo>
                  <a:close/>
                </a:path>
                <a:path w="537209" h="744219">
                  <a:moveTo>
                    <a:pt x="113008" y="56535"/>
                  </a:moveTo>
                  <a:lnTo>
                    <a:pt x="65921" y="56535"/>
                  </a:lnTo>
                  <a:lnTo>
                    <a:pt x="65921" y="720608"/>
                  </a:lnTo>
                  <a:lnTo>
                    <a:pt x="70630" y="715896"/>
                  </a:lnTo>
                  <a:lnTo>
                    <a:pt x="75339" y="715896"/>
                  </a:lnTo>
                  <a:lnTo>
                    <a:pt x="75339" y="65958"/>
                  </a:lnTo>
                  <a:lnTo>
                    <a:pt x="70630" y="65958"/>
                  </a:lnTo>
                  <a:lnTo>
                    <a:pt x="75339" y="61246"/>
                  </a:lnTo>
                  <a:lnTo>
                    <a:pt x="113008" y="61246"/>
                  </a:lnTo>
                  <a:lnTo>
                    <a:pt x="113008" y="56535"/>
                  </a:lnTo>
                  <a:close/>
                </a:path>
                <a:path w="537209" h="744219">
                  <a:moveTo>
                    <a:pt x="94174" y="715896"/>
                  </a:moveTo>
                  <a:lnTo>
                    <a:pt x="89465" y="715896"/>
                  </a:lnTo>
                  <a:lnTo>
                    <a:pt x="94174" y="720608"/>
                  </a:lnTo>
                  <a:lnTo>
                    <a:pt x="94174" y="715896"/>
                  </a:lnTo>
                  <a:close/>
                </a:path>
                <a:path w="537209" h="744219">
                  <a:moveTo>
                    <a:pt x="244852" y="715896"/>
                  </a:moveTo>
                  <a:lnTo>
                    <a:pt x="94174" y="715896"/>
                  </a:lnTo>
                  <a:lnTo>
                    <a:pt x="94174" y="720608"/>
                  </a:lnTo>
                  <a:lnTo>
                    <a:pt x="244852" y="720608"/>
                  </a:lnTo>
                  <a:lnTo>
                    <a:pt x="244852" y="715896"/>
                  </a:lnTo>
                  <a:close/>
                </a:path>
                <a:path w="537209" h="744219">
                  <a:moveTo>
                    <a:pt x="291939" y="612468"/>
                  </a:moveTo>
                  <a:lnTo>
                    <a:pt x="244852" y="612468"/>
                  </a:lnTo>
                  <a:lnTo>
                    <a:pt x="244852" y="720608"/>
                  </a:lnTo>
                  <a:lnTo>
                    <a:pt x="249561" y="715896"/>
                  </a:lnTo>
                  <a:lnTo>
                    <a:pt x="254269" y="715896"/>
                  </a:lnTo>
                  <a:lnTo>
                    <a:pt x="254269" y="621890"/>
                  </a:lnTo>
                  <a:lnTo>
                    <a:pt x="249561" y="621890"/>
                  </a:lnTo>
                  <a:lnTo>
                    <a:pt x="254269" y="617179"/>
                  </a:lnTo>
                  <a:lnTo>
                    <a:pt x="291939" y="617179"/>
                  </a:lnTo>
                  <a:lnTo>
                    <a:pt x="291939" y="612468"/>
                  </a:lnTo>
                  <a:close/>
                </a:path>
                <a:path w="537209" h="744219">
                  <a:moveTo>
                    <a:pt x="254269" y="715896"/>
                  </a:moveTo>
                  <a:lnTo>
                    <a:pt x="249561" y="715896"/>
                  </a:lnTo>
                  <a:lnTo>
                    <a:pt x="244852" y="720608"/>
                  </a:lnTo>
                  <a:lnTo>
                    <a:pt x="254269" y="720608"/>
                  </a:lnTo>
                  <a:lnTo>
                    <a:pt x="254269" y="715896"/>
                  </a:lnTo>
                  <a:close/>
                </a:path>
                <a:path w="537209" h="744219">
                  <a:moveTo>
                    <a:pt x="291939" y="715896"/>
                  </a:moveTo>
                  <a:lnTo>
                    <a:pt x="287230" y="715896"/>
                  </a:lnTo>
                  <a:lnTo>
                    <a:pt x="291939" y="720608"/>
                  </a:lnTo>
                  <a:lnTo>
                    <a:pt x="291939" y="715896"/>
                  </a:lnTo>
                  <a:close/>
                </a:path>
                <a:path w="537209" h="744219">
                  <a:moveTo>
                    <a:pt x="442618" y="715896"/>
                  </a:moveTo>
                  <a:lnTo>
                    <a:pt x="291939" y="715896"/>
                  </a:lnTo>
                  <a:lnTo>
                    <a:pt x="291939" y="720608"/>
                  </a:lnTo>
                  <a:lnTo>
                    <a:pt x="442618" y="720608"/>
                  </a:lnTo>
                  <a:lnTo>
                    <a:pt x="442618" y="715896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442618" y="720608"/>
                  </a:lnTo>
                  <a:lnTo>
                    <a:pt x="447326" y="715896"/>
                  </a:lnTo>
                  <a:lnTo>
                    <a:pt x="452035" y="715896"/>
                  </a:lnTo>
                  <a:lnTo>
                    <a:pt x="452035" y="84803"/>
                  </a:lnTo>
                  <a:lnTo>
                    <a:pt x="447326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715896"/>
                  </a:moveTo>
                  <a:lnTo>
                    <a:pt x="447326" y="715896"/>
                  </a:lnTo>
                  <a:lnTo>
                    <a:pt x="442618" y="720608"/>
                  </a:lnTo>
                  <a:lnTo>
                    <a:pt x="452035" y="720608"/>
                  </a:lnTo>
                  <a:lnTo>
                    <a:pt x="452035" y="715896"/>
                  </a:lnTo>
                  <a:close/>
                </a:path>
                <a:path w="537209" h="744219">
                  <a:moveTo>
                    <a:pt x="470870" y="715896"/>
                  </a:moveTo>
                  <a:lnTo>
                    <a:pt x="466161" y="715896"/>
                  </a:lnTo>
                  <a:lnTo>
                    <a:pt x="470870" y="720608"/>
                  </a:lnTo>
                  <a:lnTo>
                    <a:pt x="470870" y="715896"/>
                  </a:lnTo>
                  <a:close/>
                </a:path>
                <a:path w="537209" h="744219">
                  <a:moveTo>
                    <a:pt x="254269" y="617179"/>
                  </a:moveTo>
                  <a:lnTo>
                    <a:pt x="249561" y="621890"/>
                  </a:lnTo>
                  <a:lnTo>
                    <a:pt x="254269" y="621890"/>
                  </a:lnTo>
                  <a:lnTo>
                    <a:pt x="254269" y="617179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54269" y="617179"/>
                  </a:lnTo>
                  <a:lnTo>
                    <a:pt x="254269" y="621890"/>
                  </a:lnTo>
                  <a:lnTo>
                    <a:pt x="282522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291939" y="617179"/>
                  </a:moveTo>
                  <a:lnTo>
                    <a:pt x="282522" y="617179"/>
                  </a:lnTo>
                  <a:lnTo>
                    <a:pt x="287230" y="621890"/>
                  </a:lnTo>
                  <a:lnTo>
                    <a:pt x="291939" y="621890"/>
                  </a:lnTo>
                  <a:lnTo>
                    <a:pt x="291939" y="617179"/>
                  </a:lnTo>
                  <a:close/>
                </a:path>
                <a:path w="537209" h="744219">
                  <a:moveTo>
                    <a:pt x="94174" y="80091"/>
                  </a:moveTo>
                  <a:lnTo>
                    <a:pt x="89465" y="84803"/>
                  </a:lnTo>
                  <a:lnTo>
                    <a:pt x="94174" y="84803"/>
                  </a:lnTo>
                  <a:lnTo>
                    <a:pt x="94174" y="80091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94174" y="80091"/>
                  </a:lnTo>
                  <a:lnTo>
                    <a:pt x="94174" y="84803"/>
                  </a:lnTo>
                  <a:lnTo>
                    <a:pt x="442618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80091"/>
                  </a:moveTo>
                  <a:lnTo>
                    <a:pt x="442618" y="80091"/>
                  </a:lnTo>
                  <a:lnTo>
                    <a:pt x="447326" y="84803"/>
                  </a:lnTo>
                  <a:lnTo>
                    <a:pt x="452035" y="84803"/>
                  </a:lnTo>
                  <a:lnTo>
                    <a:pt x="452035" y="80091"/>
                  </a:lnTo>
                  <a:close/>
                </a:path>
                <a:path w="537209" h="744219">
                  <a:moveTo>
                    <a:pt x="75339" y="61246"/>
                  </a:moveTo>
                  <a:lnTo>
                    <a:pt x="70630" y="65958"/>
                  </a:lnTo>
                  <a:lnTo>
                    <a:pt x="75339" y="65958"/>
                  </a:lnTo>
                  <a:lnTo>
                    <a:pt x="75339" y="61246"/>
                  </a:lnTo>
                  <a:close/>
                </a:path>
                <a:path w="537209" h="744219">
                  <a:moveTo>
                    <a:pt x="122426" y="56535"/>
                  </a:moveTo>
                  <a:lnTo>
                    <a:pt x="117717" y="56535"/>
                  </a:lnTo>
                  <a:lnTo>
                    <a:pt x="113008" y="61246"/>
                  </a:lnTo>
                  <a:lnTo>
                    <a:pt x="75339" y="61246"/>
                  </a:lnTo>
                  <a:lnTo>
                    <a:pt x="75339" y="65958"/>
                  </a:lnTo>
                  <a:lnTo>
                    <a:pt x="122426" y="65958"/>
                  </a:lnTo>
                  <a:lnTo>
                    <a:pt x="122426" y="56535"/>
                  </a:lnTo>
                  <a:close/>
                </a:path>
                <a:path w="537209" h="744219">
                  <a:moveTo>
                    <a:pt x="404948" y="18845"/>
                  </a:moveTo>
                  <a:lnTo>
                    <a:pt x="131843" y="18845"/>
                  </a:lnTo>
                  <a:lnTo>
                    <a:pt x="131843" y="65958"/>
                  </a:lnTo>
                  <a:lnTo>
                    <a:pt x="404948" y="65958"/>
                  </a:lnTo>
                  <a:lnTo>
                    <a:pt x="404948" y="61246"/>
                  </a:lnTo>
                  <a:lnTo>
                    <a:pt x="141261" y="61246"/>
                  </a:lnTo>
                  <a:lnTo>
                    <a:pt x="136552" y="56535"/>
                  </a:lnTo>
                  <a:lnTo>
                    <a:pt x="141261" y="56535"/>
                  </a:lnTo>
                  <a:lnTo>
                    <a:pt x="141261" y="28267"/>
                  </a:lnTo>
                  <a:lnTo>
                    <a:pt x="136552" y="28267"/>
                  </a:lnTo>
                  <a:lnTo>
                    <a:pt x="141261" y="23556"/>
                  </a:lnTo>
                  <a:lnTo>
                    <a:pt x="404948" y="23556"/>
                  </a:lnTo>
                  <a:lnTo>
                    <a:pt x="404948" y="18845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414365" y="65958"/>
                  </a:lnTo>
                  <a:lnTo>
                    <a:pt x="461452" y="65958"/>
                  </a:lnTo>
                  <a:lnTo>
                    <a:pt x="461452" y="61246"/>
                  </a:lnTo>
                  <a:lnTo>
                    <a:pt x="423783" y="61246"/>
                  </a:lnTo>
                  <a:lnTo>
                    <a:pt x="419074" y="56535"/>
                  </a:lnTo>
                  <a:lnTo>
                    <a:pt x="423783" y="56535"/>
                  </a:lnTo>
                  <a:lnTo>
                    <a:pt x="423783" y="9422"/>
                  </a:lnTo>
                  <a:lnTo>
                    <a:pt x="419074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70870" y="56535"/>
                  </a:moveTo>
                  <a:lnTo>
                    <a:pt x="423783" y="56535"/>
                  </a:lnTo>
                  <a:lnTo>
                    <a:pt x="423783" y="61246"/>
                  </a:lnTo>
                  <a:lnTo>
                    <a:pt x="461452" y="61246"/>
                  </a:lnTo>
                  <a:lnTo>
                    <a:pt x="466161" y="65958"/>
                  </a:lnTo>
                  <a:lnTo>
                    <a:pt x="470870" y="65958"/>
                  </a:lnTo>
                  <a:lnTo>
                    <a:pt x="470870" y="56535"/>
                  </a:lnTo>
                  <a:close/>
                </a:path>
                <a:path w="537209" h="744219">
                  <a:moveTo>
                    <a:pt x="423783" y="0"/>
                  </a:moveTo>
                  <a:lnTo>
                    <a:pt x="113008" y="0"/>
                  </a:lnTo>
                  <a:lnTo>
                    <a:pt x="113008" y="61246"/>
                  </a:lnTo>
                  <a:lnTo>
                    <a:pt x="117717" y="56535"/>
                  </a:lnTo>
                  <a:lnTo>
                    <a:pt x="122426" y="56535"/>
                  </a:lnTo>
                  <a:lnTo>
                    <a:pt x="122426" y="9422"/>
                  </a:lnTo>
                  <a:lnTo>
                    <a:pt x="117717" y="9422"/>
                  </a:lnTo>
                  <a:lnTo>
                    <a:pt x="122426" y="4711"/>
                  </a:lnTo>
                  <a:lnTo>
                    <a:pt x="423783" y="4711"/>
                  </a:lnTo>
                  <a:lnTo>
                    <a:pt x="423783" y="0"/>
                  </a:lnTo>
                  <a:close/>
                </a:path>
                <a:path w="537209" h="744219">
                  <a:moveTo>
                    <a:pt x="141261" y="56535"/>
                  </a:moveTo>
                  <a:lnTo>
                    <a:pt x="136552" y="56535"/>
                  </a:lnTo>
                  <a:lnTo>
                    <a:pt x="141261" y="61246"/>
                  </a:lnTo>
                  <a:lnTo>
                    <a:pt x="141261" y="56535"/>
                  </a:lnTo>
                  <a:close/>
                </a:path>
                <a:path w="537209" h="744219">
                  <a:moveTo>
                    <a:pt x="395531" y="56535"/>
                  </a:moveTo>
                  <a:lnTo>
                    <a:pt x="141261" y="56535"/>
                  </a:lnTo>
                  <a:lnTo>
                    <a:pt x="141261" y="61246"/>
                  </a:lnTo>
                  <a:lnTo>
                    <a:pt x="395531" y="61246"/>
                  </a:lnTo>
                  <a:lnTo>
                    <a:pt x="395531" y="56535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395531" y="61246"/>
                  </a:lnTo>
                  <a:lnTo>
                    <a:pt x="400239" y="56535"/>
                  </a:lnTo>
                  <a:lnTo>
                    <a:pt x="404948" y="56535"/>
                  </a:lnTo>
                  <a:lnTo>
                    <a:pt x="404948" y="28267"/>
                  </a:lnTo>
                  <a:lnTo>
                    <a:pt x="400239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56535"/>
                  </a:moveTo>
                  <a:lnTo>
                    <a:pt x="400239" y="56535"/>
                  </a:lnTo>
                  <a:lnTo>
                    <a:pt x="395531" y="61246"/>
                  </a:lnTo>
                  <a:lnTo>
                    <a:pt x="404948" y="61246"/>
                  </a:lnTo>
                  <a:lnTo>
                    <a:pt x="404948" y="56535"/>
                  </a:lnTo>
                  <a:close/>
                </a:path>
                <a:path w="537209" h="744219">
                  <a:moveTo>
                    <a:pt x="423783" y="56535"/>
                  </a:moveTo>
                  <a:lnTo>
                    <a:pt x="419074" y="56535"/>
                  </a:lnTo>
                  <a:lnTo>
                    <a:pt x="423783" y="61246"/>
                  </a:lnTo>
                  <a:lnTo>
                    <a:pt x="423783" y="56535"/>
                  </a:lnTo>
                  <a:close/>
                </a:path>
                <a:path w="537209" h="744219">
                  <a:moveTo>
                    <a:pt x="141261" y="23556"/>
                  </a:moveTo>
                  <a:lnTo>
                    <a:pt x="136552" y="28267"/>
                  </a:lnTo>
                  <a:lnTo>
                    <a:pt x="141261" y="28267"/>
                  </a:lnTo>
                  <a:lnTo>
                    <a:pt x="141261" y="23556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141261" y="23556"/>
                  </a:lnTo>
                  <a:lnTo>
                    <a:pt x="141261" y="28267"/>
                  </a:lnTo>
                  <a:lnTo>
                    <a:pt x="395531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23556"/>
                  </a:moveTo>
                  <a:lnTo>
                    <a:pt x="395531" y="23556"/>
                  </a:lnTo>
                  <a:lnTo>
                    <a:pt x="400239" y="28267"/>
                  </a:lnTo>
                  <a:lnTo>
                    <a:pt x="404948" y="28267"/>
                  </a:lnTo>
                  <a:lnTo>
                    <a:pt x="404948" y="23556"/>
                  </a:lnTo>
                  <a:close/>
                </a:path>
                <a:path w="537209" h="744219">
                  <a:moveTo>
                    <a:pt x="122426" y="4711"/>
                  </a:moveTo>
                  <a:lnTo>
                    <a:pt x="117717" y="9422"/>
                  </a:lnTo>
                  <a:lnTo>
                    <a:pt x="122426" y="9422"/>
                  </a:lnTo>
                  <a:lnTo>
                    <a:pt x="122426" y="4711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122426" y="4711"/>
                  </a:lnTo>
                  <a:lnTo>
                    <a:pt x="122426" y="9422"/>
                  </a:lnTo>
                  <a:lnTo>
                    <a:pt x="414365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23783" y="4711"/>
                  </a:moveTo>
                  <a:lnTo>
                    <a:pt x="414365" y="4711"/>
                  </a:lnTo>
                  <a:lnTo>
                    <a:pt x="419074" y="9422"/>
                  </a:lnTo>
                  <a:lnTo>
                    <a:pt x="423783" y="9422"/>
                  </a:lnTo>
                  <a:lnTo>
                    <a:pt x="423783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88100" y="80561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83392" y="80089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88100" y="71138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83392" y="706674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88100" y="8998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83392" y="895125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88100" y="994062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83392" y="98935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82275" y="80561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77566" y="80089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82275" y="994062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77566" y="98935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76449" y="1088288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71740" y="108357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76449" y="61715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71740" y="612448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82275" y="8998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77566" y="895125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82275" y="71138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77566" y="706674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82275" y="61715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77566" y="612448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88100" y="61715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83392" y="612448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88100" y="1088288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83392" y="108357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76449" y="80561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71740" y="80089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76449" y="8998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71740" y="895125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76449" y="994062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71740" y="98935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576449" y="71138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71740" y="706674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236370" y="3585717"/>
            <a:ext cx="66687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Bypass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internet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with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dedicated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link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between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on-premises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AWS </a:t>
            </a:r>
            <a:r>
              <a:rPr sz="1800" b="1" spc="-484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Cloud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is 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an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extension 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of 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your 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datacenter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–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access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using 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private IP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00" dirty="0">
                <a:solidFill>
                  <a:srgbClr val="464646"/>
                </a:solidFill>
                <a:latin typeface="Arial"/>
                <a:cs typeface="Arial"/>
              </a:rPr>
              <a:t>te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k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ma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1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gh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28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65" dirty="0">
                <a:solidFill>
                  <a:srgbClr val="464646"/>
                </a:solidFill>
                <a:latin typeface="Arial"/>
                <a:cs typeface="Arial"/>
              </a:rPr>
              <a:t>ex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85" dirty="0">
                <a:solidFill>
                  <a:srgbClr val="464646"/>
                </a:solidFill>
                <a:latin typeface="Arial"/>
                <a:cs typeface="Arial"/>
              </a:rPr>
              <a:t>up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52750" y="1888998"/>
            <a:ext cx="367665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830061" y="1888998"/>
            <a:ext cx="367665" cy="1321435"/>
          </a:xfrm>
          <a:custGeom>
            <a:avLst/>
            <a:gdLst/>
            <a:ahLst/>
            <a:cxnLst/>
            <a:rect l="l" t="t" r="r" b="b"/>
            <a:pathLst>
              <a:path w="367664" h="1321435">
                <a:moveTo>
                  <a:pt x="0" y="1321308"/>
                </a:moveTo>
                <a:lnTo>
                  <a:pt x="367284" y="1321308"/>
                </a:lnTo>
                <a:lnTo>
                  <a:pt x="367284" y="0"/>
                </a:lnTo>
                <a:lnTo>
                  <a:pt x="0" y="0"/>
                </a:lnTo>
                <a:lnTo>
                  <a:pt x="0" y="1321308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842761" y="1901698"/>
            <a:ext cx="342265" cy="12960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endParaRPr sz="120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470903" y="1258824"/>
            <a:ext cx="1028700" cy="608965"/>
          </a:xfrm>
          <a:custGeom>
            <a:avLst/>
            <a:gdLst/>
            <a:ahLst/>
            <a:cxnLst/>
            <a:rect l="l" t="t" r="r" b="b"/>
            <a:pathLst>
              <a:path w="1028700" h="608964">
                <a:moveTo>
                  <a:pt x="0" y="0"/>
                </a:moveTo>
                <a:lnTo>
                  <a:pt x="516890" y="608456"/>
                </a:lnTo>
              </a:path>
              <a:path w="1028700" h="608964">
                <a:moveTo>
                  <a:pt x="1028446" y="0"/>
                </a:moveTo>
                <a:lnTo>
                  <a:pt x="516636" y="608456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0774" y="2063795"/>
            <a:ext cx="645374" cy="364317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429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VPN</a:t>
            </a:r>
            <a:r>
              <a:rPr sz="2800" spc="-15" dirty="0"/>
              <a:t> </a:t>
            </a:r>
            <a:r>
              <a:rPr sz="2800" spc="-5" dirty="0"/>
              <a:t>Connectivity Options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81710" y="1024382"/>
          <a:ext cx="7155813" cy="9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0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576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AWS</a:t>
                      </a:r>
                      <a:r>
                        <a:rPr sz="1800" spc="-4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Cloud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7635" marR="121285" indent="4445" algn="just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  P  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b="1" spc="-60" dirty="0">
                          <a:solidFill>
                            <a:srgbClr val="464646"/>
                          </a:solidFill>
                          <a:latin typeface="Arial"/>
                          <a:cs typeface="Arial"/>
                        </a:rPr>
                        <a:t>Site-to-Site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3081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B w="9525">
                      <a:solidFill>
                        <a:srgbClr val="94959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1920" marR="114935" indent="4445" algn="just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  P  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On-premises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1800" spc="-4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Center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8161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9525">
                      <a:solidFill>
                        <a:srgbClr val="949593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8161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047750" y="2910077"/>
            <a:ext cx="2326005" cy="923925"/>
          </a:xfrm>
          <a:custGeom>
            <a:avLst/>
            <a:gdLst/>
            <a:ahLst/>
            <a:cxnLst/>
            <a:rect l="l" t="t" r="r" b="b"/>
            <a:pathLst>
              <a:path w="2326004" h="923925">
                <a:moveTo>
                  <a:pt x="2325624" y="0"/>
                </a:moveTo>
                <a:lnTo>
                  <a:pt x="0" y="0"/>
                </a:lnTo>
                <a:lnTo>
                  <a:pt x="0" y="923544"/>
                </a:lnTo>
                <a:lnTo>
                  <a:pt x="2325624" y="923544"/>
                </a:lnTo>
                <a:lnTo>
                  <a:pt x="2325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7750" y="2910077"/>
            <a:ext cx="1958339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Times New Roman"/>
              <a:cs typeface="Times New Roman"/>
            </a:endParaRPr>
          </a:p>
          <a:p>
            <a:pPr marL="575945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6089" y="2910077"/>
            <a:ext cx="367665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635" marR="121285" indent="4445" algn="just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92038" y="2508757"/>
            <a:ext cx="2272030" cy="949325"/>
            <a:chOff x="5892038" y="2508757"/>
            <a:chExt cx="2272030" cy="949325"/>
          </a:xfrm>
        </p:grpSpPr>
        <p:sp>
          <p:nvSpPr>
            <p:cNvPr id="8" name="object 8"/>
            <p:cNvSpPr/>
            <p:nvPr/>
          </p:nvSpPr>
          <p:spPr>
            <a:xfrm>
              <a:off x="5904738" y="2521457"/>
              <a:ext cx="2246630" cy="923925"/>
            </a:xfrm>
            <a:custGeom>
              <a:avLst/>
              <a:gdLst/>
              <a:ahLst/>
              <a:cxnLst/>
              <a:rect l="l" t="t" r="r" b="b"/>
              <a:pathLst>
                <a:path w="2246629" h="923925">
                  <a:moveTo>
                    <a:pt x="2246375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2246375" y="923544"/>
                  </a:lnTo>
                  <a:lnTo>
                    <a:pt x="2246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04738" y="2521457"/>
              <a:ext cx="2246630" cy="923925"/>
            </a:xfrm>
            <a:custGeom>
              <a:avLst/>
              <a:gdLst/>
              <a:ahLst/>
              <a:cxnLst/>
              <a:rect l="l" t="t" r="r" b="b"/>
              <a:pathLst>
                <a:path w="2246629" h="923925">
                  <a:moveTo>
                    <a:pt x="0" y="923544"/>
                  </a:moveTo>
                  <a:lnTo>
                    <a:pt x="2246375" y="923544"/>
                  </a:lnTo>
                  <a:lnTo>
                    <a:pt x="2246375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265926" y="2521457"/>
            <a:ext cx="1885314" cy="59626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Times New Roman"/>
              <a:cs typeface="Times New Roman"/>
            </a:endParaRPr>
          </a:p>
          <a:p>
            <a:pPr marL="40005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Branch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04738" y="2521457"/>
            <a:ext cx="355600" cy="923925"/>
          </a:xfrm>
          <a:custGeom>
            <a:avLst/>
            <a:gdLst/>
            <a:ahLst/>
            <a:cxnLst/>
            <a:rect l="l" t="t" r="r" b="b"/>
            <a:pathLst>
              <a:path w="355600" h="923925">
                <a:moveTo>
                  <a:pt x="0" y="923544"/>
                </a:moveTo>
                <a:lnTo>
                  <a:pt x="355091" y="923544"/>
                </a:lnTo>
                <a:lnTo>
                  <a:pt x="355091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17438" y="2692145"/>
            <a:ext cx="330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101600" indent="4445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59321" y="3104642"/>
            <a:ext cx="2272030" cy="949325"/>
            <a:chOff x="6259321" y="3104642"/>
            <a:chExt cx="2272030" cy="949325"/>
          </a:xfrm>
        </p:grpSpPr>
        <p:sp>
          <p:nvSpPr>
            <p:cNvPr id="14" name="object 14"/>
            <p:cNvSpPr/>
            <p:nvPr/>
          </p:nvSpPr>
          <p:spPr>
            <a:xfrm>
              <a:off x="6272021" y="3117342"/>
              <a:ext cx="2246630" cy="923925"/>
            </a:xfrm>
            <a:custGeom>
              <a:avLst/>
              <a:gdLst/>
              <a:ahLst/>
              <a:cxnLst/>
              <a:rect l="l" t="t" r="r" b="b"/>
              <a:pathLst>
                <a:path w="2246629" h="923925">
                  <a:moveTo>
                    <a:pt x="2246376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2246376" y="923544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72021" y="3117342"/>
              <a:ext cx="2246630" cy="923925"/>
            </a:xfrm>
            <a:custGeom>
              <a:avLst/>
              <a:gdLst/>
              <a:ahLst/>
              <a:cxnLst/>
              <a:rect l="l" t="t" r="r" b="b"/>
              <a:pathLst>
                <a:path w="2246629" h="923925">
                  <a:moveTo>
                    <a:pt x="0" y="923544"/>
                  </a:moveTo>
                  <a:lnTo>
                    <a:pt x="2246376" y="923544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021194" y="3423666"/>
            <a:ext cx="748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Bra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72021" y="3117342"/>
            <a:ext cx="355600" cy="923925"/>
          </a:xfrm>
          <a:custGeom>
            <a:avLst/>
            <a:gdLst/>
            <a:ahLst/>
            <a:cxnLst/>
            <a:rect l="l" t="t" r="r" b="b"/>
            <a:pathLst>
              <a:path w="355600" h="923925">
                <a:moveTo>
                  <a:pt x="0" y="923544"/>
                </a:moveTo>
                <a:lnTo>
                  <a:pt x="355092" y="923544"/>
                </a:lnTo>
                <a:lnTo>
                  <a:pt x="355092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25399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284721" y="3288029"/>
            <a:ext cx="336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78626" y="3457702"/>
            <a:ext cx="335915" cy="570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116205" marR="101600" indent="4445">
              <a:lnSpc>
                <a:spcPct val="100000"/>
              </a:lnSpc>
              <a:spcBef>
                <a:spcPts val="204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28130" y="3695953"/>
            <a:ext cx="2270760" cy="949325"/>
            <a:chOff x="6628130" y="3695953"/>
            <a:chExt cx="2270760" cy="949325"/>
          </a:xfrm>
        </p:grpSpPr>
        <p:sp>
          <p:nvSpPr>
            <p:cNvPr id="21" name="object 21"/>
            <p:cNvSpPr/>
            <p:nvPr/>
          </p:nvSpPr>
          <p:spPr>
            <a:xfrm>
              <a:off x="6640830" y="3708653"/>
              <a:ext cx="2245360" cy="923925"/>
            </a:xfrm>
            <a:custGeom>
              <a:avLst/>
              <a:gdLst/>
              <a:ahLst/>
              <a:cxnLst/>
              <a:rect l="l" t="t" r="r" b="b"/>
              <a:pathLst>
                <a:path w="2245359" h="923925">
                  <a:moveTo>
                    <a:pt x="2244852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2244852" y="923544"/>
                  </a:lnTo>
                  <a:lnTo>
                    <a:pt x="2244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40830" y="3708653"/>
              <a:ext cx="2245360" cy="923925"/>
            </a:xfrm>
            <a:custGeom>
              <a:avLst/>
              <a:gdLst/>
              <a:ahLst/>
              <a:cxnLst/>
              <a:rect l="l" t="t" r="r" b="b"/>
              <a:pathLst>
                <a:path w="2245359" h="923925">
                  <a:moveTo>
                    <a:pt x="0" y="923544"/>
                  </a:moveTo>
                  <a:lnTo>
                    <a:pt x="2244852" y="923544"/>
                  </a:lnTo>
                  <a:lnTo>
                    <a:pt x="2244852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388732" y="4014012"/>
            <a:ext cx="749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Br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an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ch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40830" y="3708653"/>
            <a:ext cx="355600" cy="923925"/>
          </a:xfrm>
          <a:custGeom>
            <a:avLst/>
            <a:gdLst/>
            <a:ahLst/>
            <a:cxnLst/>
            <a:rect l="l" t="t" r="r" b="b"/>
            <a:pathLst>
              <a:path w="355600" h="923925">
                <a:moveTo>
                  <a:pt x="0" y="923544"/>
                </a:moveTo>
                <a:lnTo>
                  <a:pt x="355092" y="923544"/>
                </a:lnTo>
                <a:lnTo>
                  <a:pt x="355092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25399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653530" y="3721353"/>
            <a:ext cx="330200" cy="307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ts val="1075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33971" y="4040885"/>
            <a:ext cx="361950" cy="59182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6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endParaRPr sz="1200">
              <a:latin typeface="Arial MT"/>
              <a:cs typeface="Arial MT"/>
            </a:endParaRPr>
          </a:p>
          <a:p>
            <a:pPr marL="5080" algn="ctr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72611" y="2982467"/>
            <a:ext cx="3267075" cy="1187450"/>
          </a:xfrm>
          <a:custGeom>
            <a:avLst/>
            <a:gdLst/>
            <a:ahLst/>
            <a:cxnLst/>
            <a:rect l="l" t="t" r="r" b="b"/>
            <a:pathLst>
              <a:path w="3267075" h="1187450">
                <a:moveTo>
                  <a:pt x="2531110" y="0"/>
                </a:moveTo>
                <a:lnTo>
                  <a:pt x="0" y="387731"/>
                </a:lnTo>
              </a:path>
              <a:path w="3267075" h="1187450">
                <a:moveTo>
                  <a:pt x="2898902" y="596519"/>
                </a:moveTo>
                <a:lnTo>
                  <a:pt x="0" y="388619"/>
                </a:lnTo>
              </a:path>
              <a:path w="3267075" h="1187450">
                <a:moveTo>
                  <a:pt x="3266693" y="1187208"/>
                </a:moveTo>
                <a:lnTo>
                  <a:pt x="0" y="388619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03623" y="2799664"/>
            <a:ext cx="1047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95" dirty="0">
                <a:solidFill>
                  <a:srgbClr val="464646"/>
                </a:solidFill>
                <a:latin typeface="Arial"/>
                <a:cs typeface="Arial"/>
              </a:rPr>
              <a:t>ud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ub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05758" y="3765296"/>
            <a:ext cx="141097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62230">
              <a:lnSpc>
                <a:spcPct val="103400"/>
              </a:lnSpc>
              <a:spcBef>
                <a:spcPts val="25"/>
              </a:spcBef>
            </a:pP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Inter-connect 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29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ff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987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VPN</a:t>
            </a:r>
            <a:r>
              <a:rPr sz="2800" spc="-45" dirty="0"/>
              <a:t> </a:t>
            </a:r>
            <a:r>
              <a:rPr sz="2800" spc="-5" dirty="0"/>
              <a:t>Connectivity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027938" y="1875282"/>
            <a:ext cx="2326005" cy="923925"/>
          </a:xfrm>
          <a:custGeom>
            <a:avLst/>
            <a:gdLst/>
            <a:ahLst/>
            <a:cxnLst/>
            <a:rect l="l" t="t" r="r" b="b"/>
            <a:pathLst>
              <a:path w="2326004" h="923925">
                <a:moveTo>
                  <a:pt x="2325624" y="0"/>
                </a:moveTo>
                <a:lnTo>
                  <a:pt x="0" y="0"/>
                </a:lnTo>
                <a:lnTo>
                  <a:pt x="0" y="923544"/>
                </a:lnTo>
                <a:lnTo>
                  <a:pt x="2325624" y="923544"/>
                </a:lnTo>
                <a:lnTo>
                  <a:pt x="2325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27938" y="1875282"/>
            <a:ext cx="1958339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Times New Roman"/>
              <a:cs typeface="Times New Roman"/>
            </a:endParaRPr>
          </a:p>
          <a:p>
            <a:pPr marL="575945">
              <a:lnSpc>
                <a:spcPct val="100000"/>
              </a:lnSpc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6277" y="1875282"/>
            <a:ext cx="367665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0" marR="121285" indent="4445" algn="just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2734" y="823722"/>
            <a:ext cx="355600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1920" marR="114935" indent="4445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52800" y="1284732"/>
            <a:ext cx="2519045" cy="1605280"/>
          </a:xfrm>
          <a:custGeom>
            <a:avLst/>
            <a:gdLst/>
            <a:ahLst/>
            <a:cxnLst/>
            <a:rect l="l" t="t" r="r" b="b"/>
            <a:pathLst>
              <a:path w="2519045" h="1605280">
                <a:moveTo>
                  <a:pt x="2518537" y="0"/>
                </a:moveTo>
                <a:lnTo>
                  <a:pt x="0" y="1052321"/>
                </a:lnTo>
              </a:path>
              <a:path w="2519045" h="1605280">
                <a:moveTo>
                  <a:pt x="2518537" y="1604771"/>
                </a:moveTo>
                <a:lnTo>
                  <a:pt x="0" y="1051559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73551" y="1242821"/>
            <a:ext cx="1113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li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6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86632" y="2946349"/>
            <a:ext cx="13735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22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85" dirty="0">
                <a:solidFill>
                  <a:srgbClr val="464646"/>
                </a:solidFill>
                <a:latin typeface="Arial"/>
                <a:cs typeface="Arial"/>
              </a:rPr>
              <a:t>ce</a:t>
            </a:r>
            <a:r>
              <a:rPr sz="1800" b="1" spc="-27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8208" y="824565"/>
            <a:ext cx="423955" cy="85752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498383" y="837827"/>
            <a:ext cx="805180" cy="772795"/>
            <a:chOff x="6498383" y="837827"/>
            <a:chExt cx="805180" cy="772795"/>
          </a:xfrm>
        </p:grpSpPr>
        <p:sp>
          <p:nvSpPr>
            <p:cNvPr id="12" name="object 12"/>
            <p:cNvSpPr/>
            <p:nvPr/>
          </p:nvSpPr>
          <p:spPr>
            <a:xfrm>
              <a:off x="6498374" y="837831"/>
              <a:ext cx="805180" cy="772795"/>
            </a:xfrm>
            <a:custGeom>
              <a:avLst/>
              <a:gdLst/>
              <a:ahLst/>
              <a:cxnLst/>
              <a:rect l="l" t="t" r="r" b="b"/>
              <a:pathLst>
                <a:path w="805179" h="772794">
                  <a:moveTo>
                    <a:pt x="780351" y="451866"/>
                  </a:moveTo>
                  <a:lnTo>
                    <a:pt x="753364" y="426212"/>
                  </a:lnTo>
                  <a:lnTo>
                    <a:pt x="753364" y="452208"/>
                  </a:lnTo>
                  <a:lnTo>
                    <a:pt x="719137" y="486473"/>
                  </a:lnTo>
                  <a:lnTo>
                    <a:pt x="700125" y="468477"/>
                  </a:lnTo>
                  <a:lnTo>
                    <a:pt x="653884" y="424726"/>
                  </a:lnTo>
                  <a:lnTo>
                    <a:pt x="653884" y="450659"/>
                  </a:lnTo>
                  <a:lnTo>
                    <a:pt x="653884" y="753770"/>
                  </a:lnTo>
                  <a:lnTo>
                    <a:pt x="456145" y="753694"/>
                  </a:lnTo>
                  <a:lnTo>
                    <a:pt x="456145" y="537210"/>
                  </a:lnTo>
                  <a:lnTo>
                    <a:pt x="456145" y="518363"/>
                  </a:lnTo>
                  <a:lnTo>
                    <a:pt x="324307" y="518363"/>
                  </a:lnTo>
                  <a:lnTo>
                    <a:pt x="324307" y="753630"/>
                  </a:lnTo>
                  <a:lnTo>
                    <a:pt x="126504" y="753554"/>
                  </a:lnTo>
                  <a:lnTo>
                    <a:pt x="126504" y="468884"/>
                  </a:lnTo>
                  <a:lnTo>
                    <a:pt x="126504" y="451040"/>
                  </a:lnTo>
                  <a:lnTo>
                    <a:pt x="390220" y="201180"/>
                  </a:lnTo>
                  <a:lnTo>
                    <a:pt x="653884" y="450659"/>
                  </a:lnTo>
                  <a:lnTo>
                    <a:pt x="653884" y="424726"/>
                  </a:lnTo>
                  <a:lnTo>
                    <a:pt x="417652" y="201180"/>
                  </a:lnTo>
                  <a:lnTo>
                    <a:pt x="390220" y="175221"/>
                  </a:lnTo>
                  <a:lnTo>
                    <a:pt x="61455" y="486702"/>
                  </a:lnTo>
                  <a:lnTo>
                    <a:pt x="26987" y="452208"/>
                  </a:lnTo>
                  <a:lnTo>
                    <a:pt x="390220" y="106972"/>
                  </a:lnTo>
                  <a:lnTo>
                    <a:pt x="753364" y="452208"/>
                  </a:lnTo>
                  <a:lnTo>
                    <a:pt x="753364" y="426212"/>
                  </a:lnTo>
                  <a:lnTo>
                    <a:pt x="417576" y="106972"/>
                  </a:lnTo>
                  <a:lnTo>
                    <a:pt x="390220" y="80962"/>
                  </a:lnTo>
                  <a:lnTo>
                    <a:pt x="0" y="451866"/>
                  </a:lnTo>
                  <a:lnTo>
                    <a:pt x="61112" y="512991"/>
                  </a:lnTo>
                  <a:lnTo>
                    <a:pt x="88861" y="486702"/>
                  </a:lnTo>
                  <a:lnTo>
                    <a:pt x="107670" y="468884"/>
                  </a:lnTo>
                  <a:lnTo>
                    <a:pt x="107670" y="772401"/>
                  </a:lnTo>
                  <a:lnTo>
                    <a:pt x="343141" y="772490"/>
                  </a:lnTo>
                  <a:lnTo>
                    <a:pt x="343141" y="753630"/>
                  </a:lnTo>
                  <a:lnTo>
                    <a:pt x="343141" y="537210"/>
                  </a:lnTo>
                  <a:lnTo>
                    <a:pt x="437311" y="537210"/>
                  </a:lnTo>
                  <a:lnTo>
                    <a:pt x="437311" y="772528"/>
                  </a:lnTo>
                  <a:lnTo>
                    <a:pt x="672719" y="772617"/>
                  </a:lnTo>
                  <a:lnTo>
                    <a:pt x="672719" y="753770"/>
                  </a:lnTo>
                  <a:lnTo>
                    <a:pt x="672719" y="468477"/>
                  </a:lnTo>
                  <a:lnTo>
                    <a:pt x="719531" y="512762"/>
                  </a:lnTo>
                  <a:lnTo>
                    <a:pt x="745782" y="486473"/>
                  </a:lnTo>
                  <a:lnTo>
                    <a:pt x="780351" y="451866"/>
                  </a:lnTo>
                  <a:close/>
                </a:path>
                <a:path w="805179" h="772794">
                  <a:moveTo>
                    <a:pt x="804608" y="254406"/>
                  </a:moveTo>
                  <a:lnTo>
                    <a:pt x="799757" y="204508"/>
                  </a:lnTo>
                  <a:lnTo>
                    <a:pt x="785342" y="156997"/>
                  </a:lnTo>
                  <a:lnTo>
                    <a:pt x="761949" y="113207"/>
                  </a:lnTo>
                  <a:lnTo>
                    <a:pt x="730123" y="74523"/>
                  </a:lnTo>
                  <a:lnTo>
                    <a:pt x="691426" y="42633"/>
                  </a:lnTo>
                  <a:lnTo>
                    <a:pt x="647661" y="19215"/>
                  </a:lnTo>
                  <a:lnTo>
                    <a:pt x="600163" y="4813"/>
                  </a:lnTo>
                  <a:lnTo>
                    <a:pt x="550291" y="0"/>
                  </a:lnTo>
                  <a:lnTo>
                    <a:pt x="550291" y="18846"/>
                  </a:lnTo>
                  <a:lnTo>
                    <a:pt x="597750" y="23634"/>
                  </a:lnTo>
                  <a:lnTo>
                    <a:pt x="641946" y="37363"/>
                  </a:lnTo>
                  <a:lnTo>
                    <a:pt x="681939" y="59080"/>
                  </a:lnTo>
                  <a:lnTo>
                    <a:pt x="716788" y="87833"/>
                  </a:lnTo>
                  <a:lnTo>
                    <a:pt x="745553" y="122694"/>
                  </a:lnTo>
                  <a:lnTo>
                    <a:pt x="767257" y="162712"/>
                  </a:lnTo>
                  <a:lnTo>
                    <a:pt x="780986" y="206933"/>
                  </a:lnTo>
                  <a:lnTo>
                    <a:pt x="785774" y="254406"/>
                  </a:lnTo>
                  <a:lnTo>
                    <a:pt x="804608" y="2544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8675" y="913287"/>
              <a:ext cx="178891" cy="17894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872734" y="2428494"/>
            <a:ext cx="355600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1920" marR="114935" indent="4445" algn="just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98383" y="2444123"/>
            <a:ext cx="805180" cy="772795"/>
            <a:chOff x="6498383" y="2444123"/>
            <a:chExt cx="805180" cy="772795"/>
          </a:xfrm>
        </p:grpSpPr>
        <p:sp>
          <p:nvSpPr>
            <p:cNvPr id="16" name="object 16"/>
            <p:cNvSpPr/>
            <p:nvPr/>
          </p:nvSpPr>
          <p:spPr>
            <a:xfrm>
              <a:off x="6498374" y="2444127"/>
              <a:ext cx="805180" cy="772795"/>
            </a:xfrm>
            <a:custGeom>
              <a:avLst/>
              <a:gdLst/>
              <a:ahLst/>
              <a:cxnLst/>
              <a:rect l="l" t="t" r="r" b="b"/>
              <a:pathLst>
                <a:path w="805179" h="772794">
                  <a:moveTo>
                    <a:pt x="780351" y="451866"/>
                  </a:moveTo>
                  <a:lnTo>
                    <a:pt x="753364" y="426212"/>
                  </a:lnTo>
                  <a:lnTo>
                    <a:pt x="753364" y="452208"/>
                  </a:lnTo>
                  <a:lnTo>
                    <a:pt x="719137" y="486473"/>
                  </a:lnTo>
                  <a:lnTo>
                    <a:pt x="700125" y="468477"/>
                  </a:lnTo>
                  <a:lnTo>
                    <a:pt x="653884" y="424726"/>
                  </a:lnTo>
                  <a:lnTo>
                    <a:pt x="653884" y="450659"/>
                  </a:lnTo>
                  <a:lnTo>
                    <a:pt x="653884" y="753770"/>
                  </a:lnTo>
                  <a:lnTo>
                    <a:pt x="456145" y="753694"/>
                  </a:lnTo>
                  <a:lnTo>
                    <a:pt x="456145" y="537210"/>
                  </a:lnTo>
                  <a:lnTo>
                    <a:pt x="456145" y="518363"/>
                  </a:lnTo>
                  <a:lnTo>
                    <a:pt x="324307" y="518363"/>
                  </a:lnTo>
                  <a:lnTo>
                    <a:pt x="324307" y="753630"/>
                  </a:lnTo>
                  <a:lnTo>
                    <a:pt x="126504" y="753554"/>
                  </a:lnTo>
                  <a:lnTo>
                    <a:pt x="126504" y="468884"/>
                  </a:lnTo>
                  <a:lnTo>
                    <a:pt x="126504" y="451040"/>
                  </a:lnTo>
                  <a:lnTo>
                    <a:pt x="390220" y="201180"/>
                  </a:lnTo>
                  <a:lnTo>
                    <a:pt x="653884" y="450659"/>
                  </a:lnTo>
                  <a:lnTo>
                    <a:pt x="653884" y="424726"/>
                  </a:lnTo>
                  <a:lnTo>
                    <a:pt x="417652" y="201180"/>
                  </a:lnTo>
                  <a:lnTo>
                    <a:pt x="390220" y="175221"/>
                  </a:lnTo>
                  <a:lnTo>
                    <a:pt x="61455" y="486702"/>
                  </a:lnTo>
                  <a:lnTo>
                    <a:pt x="26987" y="452208"/>
                  </a:lnTo>
                  <a:lnTo>
                    <a:pt x="390220" y="106972"/>
                  </a:lnTo>
                  <a:lnTo>
                    <a:pt x="753364" y="452208"/>
                  </a:lnTo>
                  <a:lnTo>
                    <a:pt x="753364" y="426212"/>
                  </a:lnTo>
                  <a:lnTo>
                    <a:pt x="417576" y="106972"/>
                  </a:lnTo>
                  <a:lnTo>
                    <a:pt x="390220" y="80962"/>
                  </a:lnTo>
                  <a:lnTo>
                    <a:pt x="0" y="451866"/>
                  </a:lnTo>
                  <a:lnTo>
                    <a:pt x="61112" y="512991"/>
                  </a:lnTo>
                  <a:lnTo>
                    <a:pt x="88861" y="486702"/>
                  </a:lnTo>
                  <a:lnTo>
                    <a:pt x="107670" y="468884"/>
                  </a:lnTo>
                  <a:lnTo>
                    <a:pt x="107670" y="772401"/>
                  </a:lnTo>
                  <a:lnTo>
                    <a:pt x="343141" y="772490"/>
                  </a:lnTo>
                  <a:lnTo>
                    <a:pt x="343141" y="753630"/>
                  </a:lnTo>
                  <a:lnTo>
                    <a:pt x="343141" y="537210"/>
                  </a:lnTo>
                  <a:lnTo>
                    <a:pt x="437311" y="537210"/>
                  </a:lnTo>
                  <a:lnTo>
                    <a:pt x="437311" y="772528"/>
                  </a:lnTo>
                  <a:lnTo>
                    <a:pt x="672719" y="772617"/>
                  </a:lnTo>
                  <a:lnTo>
                    <a:pt x="672719" y="753770"/>
                  </a:lnTo>
                  <a:lnTo>
                    <a:pt x="672719" y="468477"/>
                  </a:lnTo>
                  <a:lnTo>
                    <a:pt x="719531" y="512762"/>
                  </a:lnTo>
                  <a:lnTo>
                    <a:pt x="745782" y="486473"/>
                  </a:lnTo>
                  <a:lnTo>
                    <a:pt x="780351" y="451866"/>
                  </a:lnTo>
                  <a:close/>
                </a:path>
                <a:path w="805179" h="772794">
                  <a:moveTo>
                    <a:pt x="804608" y="254406"/>
                  </a:moveTo>
                  <a:lnTo>
                    <a:pt x="799757" y="204508"/>
                  </a:lnTo>
                  <a:lnTo>
                    <a:pt x="785342" y="156997"/>
                  </a:lnTo>
                  <a:lnTo>
                    <a:pt x="761949" y="113207"/>
                  </a:lnTo>
                  <a:lnTo>
                    <a:pt x="730123" y="74523"/>
                  </a:lnTo>
                  <a:lnTo>
                    <a:pt x="691426" y="42633"/>
                  </a:lnTo>
                  <a:lnTo>
                    <a:pt x="647661" y="19215"/>
                  </a:lnTo>
                  <a:lnTo>
                    <a:pt x="600163" y="4813"/>
                  </a:lnTo>
                  <a:lnTo>
                    <a:pt x="550291" y="0"/>
                  </a:lnTo>
                  <a:lnTo>
                    <a:pt x="550291" y="18846"/>
                  </a:lnTo>
                  <a:lnTo>
                    <a:pt x="597750" y="23634"/>
                  </a:lnTo>
                  <a:lnTo>
                    <a:pt x="641946" y="37363"/>
                  </a:lnTo>
                  <a:lnTo>
                    <a:pt x="681939" y="59080"/>
                  </a:lnTo>
                  <a:lnTo>
                    <a:pt x="716788" y="87833"/>
                  </a:lnTo>
                  <a:lnTo>
                    <a:pt x="745553" y="122694"/>
                  </a:lnTo>
                  <a:lnTo>
                    <a:pt x="767257" y="162712"/>
                  </a:lnTo>
                  <a:lnTo>
                    <a:pt x="780986" y="206933"/>
                  </a:lnTo>
                  <a:lnTo>
                    <a:pt x="785774" y="254406"/>
                  </a:lnTo>
                  <a:lnTo>
                    <a:pt x="804608" y="2544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675" y="2519583"/>
              <a:ext cx="178891" cy="178942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27643" y="2430861"/>
            <a:ext cx="424476" cy="85752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721355" y="3774440"/>
            <a:ext cx="3765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300" dirty="0">
                <a:solidFill>
                  <a:srgbClr val="464646"/>
                </a:solidFill>
                <a:latin typeface="Arial"/>
                <a:cs typeface="Arial"/>
              </a:rPr>
              <a:t>cc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oyee</a:t>
            </a:r>
            <a:r>
              <a:rPr sz="1800" b="1" spc="-22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95" dirty="0">
                <a:solidFill>
                  <a:srgbClr val="464646"/>
                </a:solidFill>
                <a:latin typeface="Arial"/>
                <a:cs typeface="Arial"/>
              </a:rPr>
              <a:t>k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tely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731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VPN</a:t>
            </a:r>
            <a:r>
              <a:rPr sz="2800" spc="-35" dirty="0"/>
              <a:t> </a:t>
            </a:r>
            <a:r>
              <a:rPr sz="2800" spc="-5" dirty="0"/>
              <a:t>Site-to-Site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5909" y="1312417"/>
          <a:ext cx="8232774" cy="1714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2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724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27710" marR="320040" indent="44323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 </a:t>
                      </a:r>
                      <a:r>
                        <a:rPr sz="16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0805" marR="84455" indent="31750" algn="just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B w="9525">
                      <a:solidFill>
                        <a:srgbClr val="94959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02870" marR="97155" indent="25400" algn="just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On-premises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911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172.31.0.0/16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9525">
                      <a:solidFill>
                        <a:srgbClr val="949593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86283" y="3127705"/>
            <a:ext cx="23926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29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tua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ate 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9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4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30" dirty="0">
                <a:solidFill>
                  <a:srgbClr val="464646"/>
                </a:solidFill>
                <a:latin typeface="Arial"/>
                <a:cs typeface="Arial"/>
              </a:rPr>
              <a:t>(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120" dirty="0">
                <a:solidFill>
                  <a:srgbClr val="464646"/>
                </a:solidFill>
                <a:latin typeface="Arial"/>
                <a:cs typeface="Arial"/>
              </a:rPr>
              <a:t>)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5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  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VPC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5885" y="3127705"/>
            <a:ext cx="2526030" cy="85851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5"/>
              </a:spcBef>
            </a:pP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G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330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1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–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5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ur  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x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5" dirty="0">
                <a:solidFill>
                  <a:srgbClr val="464646"/>
                </a:solidFill>
                <a:latin typeface="Arial"/>
                <a:cs typeface="Arial"/>
              </a:rPr>
              <a:t>in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6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ar</a:t>
            </a:r>
            <a:r>
              <a:rPr sz="1800" b="1" spc="-18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  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software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509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VPN</a:t>
            </a:r>
            <a:r>
              <a:rPr sz="2800" spc="-5" dirty="0"/>
              <a:t> Site-to-Site</a:t>
            </a:r>
            <a:r>
              <a:rPr sz="2800" spc="5" dirty="0"/>
              <a:t> </a:t>
            </a:r>
            <a:r>
              <a:rPr sz="2800" spc="-25" dirty="0"/>
              <a:t>(HA-AWS)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866638" y="1325117"/>
            <a:ext cx="2676525" cy="1714500"/>
          </a:xfrm>
          <a:custGeom>
            <a:avLst/>
            <a:gdLst/>
            <a:ahLst/>
            <a:cxnLst/>
            <a:rect l="l" t="t" r="r" b="b"/>
            <a:pathLst>
              <a:path w="2676525" h="1714500">
                <a:moveTo>
                  <a:pt x="2676143" y="0"/>
                </a:moveTo>
                <a:lnTo>
                  <a:pt x="0" y="0"/>
                </a:lnTo>
                <a:lnTo>
                  <a:pt x="0" y="1714499"/>
                </a:lnTo>
                <a:lnTo>
                  <a:pt x="2676143" y="1714499"/>
                </a:lnTo>
                <a:lnTo>
                  <a:pt x="26761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90309" y="1325117"/>
            <a:ext cx="225298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On-premises</a:t>
            </a:r>
            <a:endParaRPr sz="1800">
              <a:latin typeface="Consolas"/>
              <a:cs typeface="Consolas"/>
            </a:endParaRPr>
          </a:p>
          <a:p>
            <a:pPr marL="191135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6638" y="1325117"/>
            <a:ext cx="42418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02870" marR="97155" indent="25400" algn="just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C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G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8609" y="1325117"/>
            <a:ext cx="2679700" cy="1714500"/>
          </a:xfrm>
          <a:custGeom>
            <a:avLst/>
            <a:gdLst/>
            <a:ahLst/>
            <a:cxnLst/>
            <a:rect l="l" t="t" r="r" b="b"/>
            <a:pathLst>
              <a:path w="2679700" h="1714500">
                <a:moveTo>
                  <a:pt x="2679192" y="0"/>
                </a:moveTo>
                <a:lnTo>
                  <a:pt x="0" y="0"/>
                </a:lnTo>
                <a:lnTo>
                  <a:pt x="0" y="1714499"/>
                </a:lnTo>
                <a:lnTo>
                  <a:pt x="2679192" y="1714499"/>
                </a:lnTo>
                <a:lnTo>
                  <a:pt x="26791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8609" y="1325117"/>
            <a:ext cx="2280285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727710" marR="320040" indent="443230">
              <a:lnSpc>
                <a:spcPct val="100000"/>
              </a:lnSpc>
              <a:spcBef>
                <a:spcPts val="106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 </a:t>
            </a:r>
            <a:r>
              <a:rPr sz="1600" spc="-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8514" y="1325117"/>
            <a:ext cx="399415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90805" marR="84455" indent="31750" algn="just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V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G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6283" y="3127705"/>
            <a:ext cx="37141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6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5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V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PN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tio</a:t>
            </a:r>
            <a:r>
              <a:rPr sz="1800" b="1" spc="-9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s 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29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n  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different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Azs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283" y="4225239"/>
            <a:ext cx="1949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le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484" dirty="0">
                <a:solidFill>
                  <a:srgbClr val="464646"/>
                </a:solidFill>
                <a:latin typeface="Arial"/>
                <a:cs typeface="Arial"/>
              </a:rPr>
              <a:t>Z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5885" y="3127705"/>
            <a:ext cx="2339340" cy="85851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5"/>
              </a:spcBef>
            </a:pP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G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330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1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a 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le  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87039" y="1729739"/>
            <a:ext cx="2879725" cy="857250"/>
          </a:xfrm>
          <a:custGeom>
            <a:avLst/>
            <a:gdLst/>
            <a:ahLst/>
            <a:cxnLst/>
            <a:rect l="l" t="t" r="r" b="b"/>
            <a:pathLst>
              <a:path w="2879725" h="857250">
                <a:moveTo>
                  <a:pt x="2879471" y="452247"/>
                </a:moveTo>
                <a:lnTo>
                  <a:pt x="0" y="0"/>
                </a:lnTo>
              </a:path>
              <a:path w="2879725" h="857250">
                <a:moveTo>
                  <a:pt x="2879471" y="452628"/>
                </a:moveTo>
                <a:lnTo>
                  <a:pt x="0" y="857250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50489" y="1463421"/>
            <a:ext cx="55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70" dirty="0">
                <a:solidFill>
                  <a:srgbClr val="464646"/>
                </a:solidFill>
                <a:latin typeface="Microsoft Sans Serif"/>
                <a:cs typeface="Microsoft Sans Serif"/>
              </a:rPr>
              <a:t>AZ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66033" y="2587879"/>
            <a:ext cx="576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70" dirty="0">
                <a:solidFill>
                  <a:srgbClr val="464646"/>
                </a:solidFill>
                <a:latin typeface="Microsoft Sans Serif"/>
                <a:cs typeface="Microsoft Sans Serif"/>
              </a:rPr>
              <a:t>AZ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009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VPN </a:t>
            </a:r>
            <a:r>
              <a:rPr sz="2800" spc="-5" dirty="0"/>
              <a:t>Site-to-Site</a:t>
            </a:r>
            <a:r>
              <a:rPr sz="2800" spc="5" dirty="0"/>
              <a:t> </a:t>
            </a:r>
            <a:r>
              <a:rPr sz="2800" spc="-15" dirty="0"/>
              <a:t>(HA-AWS-OnPrem)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308609" y="1325117"/>
            <a:ext cx="2679700" cy="1714500"/>
          </a:xfrm>
          <a:custGeom>
            <a:avLst/>
            <a:gdLst/>
            <a:ahLst/>
            <a:cxnLst/>
            <a:rect l="l" t="t" r="r" b="b"/>
            <a:pathLst>
              <a:path w="2679700" h="1714500">
                <a:moveTo>
                  <a:pt x="2679192" y="0"/>
                </a:moveTo>
                <a:lnTo>
                  <a:pt x="0" y="0"/>
                </a:lnTo>
                <a:lnTo>
                  <a:pt x="0" y="1714499"/>
                </a:lnTo>
                <a:lnTo>
                  <a:pt x="2679192" y="1714499"/>
                </a:lnTo>
                <a:lnTo>
                  <a:pt x="26791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8609" y="1325117"/>
            <a:ext cx="2280285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727710" marR="320040" indent="443230">
              <a:lnSpc>
                <a:spcPct val="100000"/>
              </a:lnSpc>
              <a:spcBef>
                <a:spcPts val="106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 </a:t>
            </a:r>
            <a:r>
              <a:rPr sz="1600" spc="-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8514" y="1325117"/>
            <a:ext cx="399415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90805" marR="84455" indent="31750" algn="just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V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G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948" y="3901846"/>
            <a:ext cx="64160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Two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Customer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Gateway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devices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preferably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in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different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data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centers </a:t>
            </a:r>
            <a:r>
              <a:rPr sz="1800" b="1" spc="-484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Two</a:t>
            </a: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VPN 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connection 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from </a:t>
            </a:r>
            <a:r>
              <a:rPr sz="1800" b="1" spc="-165" dirty="0">
                <a:solidFill>
                  <a:srgbClr val="464646"/>
                </a:solidFill>
                <a:latin typeface="Arial"/>
                <a:cs typeface="Arial"/>
              </a:rPr>
              <a:t>the 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same</a:t>
            </a:r>
            <a:r>
              <a:rPr sz="1800" b="1" spc="-1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VGW </a:t>
            </a:r>
            <a:r>
              <a:rPr sz="1800" b="1" spc="-100" dirty="0">
                <a:solidFill>
                  <a:srgbClr val="464646"/>
                </a:solidFill>
                <a:latin typeface="Arial"/>
                <a:cs typeface="Arial"/>
              </a:rPr>
              <a:t>but 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to 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different 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CGWs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On-premises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Connectivity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is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configured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at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VPC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level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87039" y="1475232"/>
            <a:ext cx="2879725" cy="254635"/>
          </a:xfrm>
          <a:custGeom>
            <a:avLst/>
            <a:gdLst/>
            <a:ahLst/>
            <a:cxnLst/>
            <a:rect l="l" t="t" r="r" b="b"/>
            <a:pathLst>
              <a:path w="2879725" h="254635">
                <a:moveTo>
                  <a:pt x="2879471" y="0"/>
                </a:moveTo>
                <a:lnTo>
                  <a:pt x="0" y="254380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36773" y="1342771"/>
            <a:ext cx="55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70" dirty="0">
                <a:solidFill>
                  <a:srgbClr val="464646"/>
                </a:solidFill>
                <a:latin typeface="Microsoft Sans Serif"/>
                <a:cs typeface="Microsoft Sans Serif"/>
              </a:rPr>
              <a:t>AZ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2355" y="2587879"/>
            <a:ext cx="576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70" dirty="0">
                <a:solidFill>
                  <a:srgbClr val="464646"/>
                </a:solidFill>
                <a:latin typeface="Microsoft Sans Serif"/>
                <a:cs typeface="Microsoft Sans Serif"/>
              </a:rPr>
              <a:t>AZ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853938" y="913130"/>
          <a:ext cx="2675890" cy="26532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0328">
                <a:tc>
                  <a:txBody>
                    <a:bodyPr/>
                    <a:lstStyle/>
                    <a:p>
                      <a:pPr marL="102870" marR="97155" indent="25400" algn="just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3208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671">
                <a:tc gridSpan="2">
                  <a:txBody>
                    <a:bodyPr/>
                    <a:lstStyle/>
                    <a:p>
                      <a:pPr marL="648335">
                        <a:lnSpc>
                          <a:spcPts val="1789"/>
                        </a:lnSpc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On-premises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614680">
                        <a:lnSpc>
                          <a:spcPts val="1425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172.31.0.0/16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 cap="flat" cmpd="sng" algn="ctr">
                      <a:solidFill>
                        <a:srgbClr val="F79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marL="102870" marR="97155" indent="25400" algn="just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4224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B w="38100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987039" y="1475232"/>
            <a:ext cx="2879725" cy="1534795"/>
          </a:xfrm>
          <a:custGeom>
            <a:avLst/>
            <a:gdLst/>
            <a:ahLst/>
            <a:cxnLst/>
            <a:rect l="l" t="t" r="r" b="b"/>
            <a:pathLst>
              <a:path w="2879725" h="1534795">
                <a:moveTo>
                  <a:pt x="2879471" y="1534286"/>
                </a:moveTo>
                <a:lnTo>
                  <a:pt x="0" y="263651"/>
                </a:lnTo>
              </a:path>
              <a:path w="2879725" h="1534795">
                <a:moveTo>
                  <a:pt x="2879471" y="1533270"/>
                </a:moveTo>
                <a:lnTo>
                  <a:pt x="0" y="1278635"/>
                </a:lnTo>
              </a:path>
              <a:path w="2879725" h="1534795">
                <a:moveTo>
                  <a:pt x="0" y="1270380"/>
                </a:moveTo>
                <a:lnTo>
                  <a:pt x="2879471" y="0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169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Multiple</a:t>
            </a:r>
            <a:r>
              <a:rPr sz="2800" spc="10" dirty="0"/>
              <a:t> </a:t>
            </a:r>
            <a:r>
              <a:rPr sz="2800" spc="-10" dirty="0"/>
              <a:t>VPCs</a:t>
            </a:r>
            <a:r>
              <a:rPr sz="2800" spc="20" dirty="0"/>
              <a:t> </a:t>
            </a:r>
            <a:r>
              <a:rPr sz="2800" spc="-5" dirty="0"/>
              <a:t>–</a:t>
            </a:r>
            <a:r>
              <a:rPr sz="2800" spc="10" dirty="0"/>
              <a:t> </a:t>
            </a:r>
            <a:r>
              <a:rPr sz="2800" spc="-5" dirty="0"/>
              <a:t>Lots</a:t>
            </a:r>
            <a:r>
              <a:rPr sz="2800" spc="10" dirty="0"/>
              <a:t> </a:t>
            </a:r>
            <a:r>
              <a:rPr sz="2800" spc="-5" dirty="0"/>
              <a:t>of</a:t>
            </a:r>
            <a:r>
              <a:rPr sz="2800" spc="-10" dirty="0"/>
              <a:t> </a:t>
            </a:r>
            <a:r>
              <a:rPr sz="2800" spc="-5" dirty="0"/>
              <a:t>connections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20802" y="1027938"/>
            <a:ext cx="5614035" cy="1790700"/>
            <a:chOff x="320802" y="1027938"/>
            <a:chExt cx="5614035" cy="1790700"/>
          </a:xfrm>
        </p:grpSpPr>
        <p:sp>
          <p:nvSpPr>
            <p:cNvPr id="4" name="object 4"/>
            <p:cNvSpPr/>
            <p:nvPr/>
          </p:nvSpPr>
          <p:spPr>
            <a:xfrm>
              <a:off x="2999231" y="1566672"/>
              <a:ext cx="2930525" cy="1247140"/>
            </a:xfrm>
            <a:custGeom>
              <a:avLst/>
              <a:gdLst/>
              <a:ahLst/>
              <a:cxnLst/>
              <a:rect l="l" t="t" r="r" b="b"/>
              <a:pathLst>
                <a:path w="2930525" h="1247139">
                  <a:moveTo>
                    <a:pt x="2930271" y="124688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802" y="1027938"/>
              <a:ext cx="2679700" cy="1080770"/>
            </a:xfrm>
            <a:custGeom>
              <a:avLst/>
              <a:gdLst/>
              <a:ahLst/>
              <a:cxnLst/>
              <a:rect l="l" t="t" r="r" b="b"/>
              <a:pathLst>
                <a:path w="2679700" h="1080770">
                  <a:moveTo>
                    <a:pt x="2679192" y="0"/>
                  </a:moveTo>
                  <a:lnTo>
                    <a:pt x="0" y="0"/>
                  </a:lnTo>
                  <a:lnTo>
                    <a:pt x="0" y="1080516"/>
                  </a:lnTo>
                  <a:lnTo>
                    <a:pt x="2679192" y="1080516"/>
                  </a:lnTo>
                  <a:lnTo>
                    <a:pt x="26791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0802" y="1027938"/>
            <a:ext cx="2280285" cy="108077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Times New Roman"/>
              <a:cs typeface="Times New Roman"/>
            </a:endParaRPr>
          </a:p>
          <a:p>
            <a:pPr marL="398780" algn="ctr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</a:t>
            </a:r>
            <a:r>
              <a:rPr sz="1600" spc="-6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Consolas"/>
                <a:cs typeface="Consolas"/>
              </a:rPr>
              <a:t>A</a:t>
            </a:r>
            <a:endParaRPr sz="1600">
              <a:latin typeface="Consolas"/>
              <a:cs typeface="Consolas"/>
            </a:endParaRPr>
          </a:p>
          <a:p>
            <a:pPr marL="400685" algn="ctr">
              <a:lnSpc>
                <a:spcPct val="100000"/>
              </a:lnSpc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0705" y="1027938"/>
            <a:ext cx="399415" cy="108077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91440" marR="83820" indent="31750" algn="just">
              <a:lnSpc>
                <a:spcPct val="100000"/>
              </a:lnSpc>
              <a:spcBef>
                <a:spcPts val="955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V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G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7058" y="2261870"/>
          <a:ext cx="8258807" cy="1080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2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873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397510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</a:t>
                      </a:r>
                      <a:r>
                        <a:rPr sz="1600" spc="-6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endParaRPr sz="1600">
                        <a:latin typeface="Consolas"/>
                        <a:cs typeface="Consolas"/>
                      </a:endParaRPr>
                    </a:p>
                    <a:p>
                      <a:pPr marL="400050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10.1.0.0/16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0170" marR="83185" indent="31750" algn="just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2555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B w="9525">
                      <a:solidFill>
                        <a:srgbClr val="94959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2235" marR="97155" indent="25400" algn="just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2555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On-premises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911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172.31.0.0/16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381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7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2555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9525">
                      <a:solidFill>
                        <a:srgbClr val="949593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2555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032760" y="2813304"/>
            <a:ext cx="2897505" cy="1261110"/>
          </a:xfrm>
          <a:custGeom>
            <a:avLst/>
            <a:gdLst/>
            <a:ahLst/>
            <a:cxnLst/>
            <a:rect l="l" t="t" r="r" b="b"/>
            <a:pathLst>
              <a:path w="2897504" h="1261110">
                <a:moveTo>
                  <a:pt x="2897124" y="0"/>
                </a:moveTo>
                <a:lnTo>
                  <a:pt x="0" y="1261059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4329" y="3534917"/>
            <a:ext cx="2679700" cy="1080770"/>
          </a:xfrm>
          <a:custGeom>
            <a:avLst/>
            <a:gdLst/>
            <a:ahLst/>
            <a:cxnLst/>
            <a:rect l="l" t="t" r="r" b="b"/>
            <a:pathLst>
              <a:path w="2679700" h="1080770">
                <a:moveTo>
                  <a:pt x="2679192" y="0"/>
                </a:moveTo>
                <a:lnTo>
                  <a:pt x="0" y="0"/>
                </a:lnTo>
                <a:lnTo>
                  <a:pt x="0" y="1080515"/>
                </a:lnTo>
                <a:lnTo>
                  <a:pt x="2679192" y="1080515"/>
                </a:lnTo>
                <a:lnTo>
                  <a:pt x="26791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4329" y="3534917"/>
            <a:ext cx="2280285" cy="108077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727710" marR="320040" indent="332105">
              <a:lnSpc>
                <a:spcPct val="100000"/>
              </a:lnSpc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 </a:t>
            </a:r>
            <a:r>
              <a:rPr sz="1600" spc="-5" dirty="0">
                <a:solidFill>
                  <a:srgbClr val="464646"/>
                </a:solidFill>
                <a:latin typeface="Consolas"/>
                <a:cs typeface="Consolas"/>
              </a:rPr>
              <a:t>C </a:t>
            </a:r>
            <a:r>
              <a:rPr sz="160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34233" y="3534917"/>
            <a:ext cx="399415" cy="108077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91440" marR="83820" indent="31750" algn="just">
              <a:lnSpc>
                <a:spcPct val="100000"/>
              </a:lnSpc>
              <a:spcBef>
                <a:spcPts val="969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V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G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endParaRPr sz="1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BCDAF3EE-A949-4B6B-8E82-0E1A1F895EC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62387558"/>
                  </p:ext>
                </p:extLst>
              </p:nvPr>
            </p:nvGraphicFramePr>
            <p:xfrm>
              <a:off x="-1832548" y="1306494"/>
              <a:ext cx="2286000" cy="1285875"/>
            </p:xfrm>
            <a:graphic>
              <a:graphicData uri="http://schemas.microsoft.com/office/powerpoint/2016/slidezoom">
                <pslz:sldZm>
                  <pslz:sldZmObj sldId="349" cId="0">
                    <pslz:zmPr id="{4E8F8300-EBDD-4EB6-B0EC-23E3B58BAA1C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5" name="Slide Zoom 1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CDAF3EE-A949-4B6B-8E82-0E1A1F895EC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832548" y="1306494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627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VPN</a:t>
            </a:r>
            <a:r>
              <a:rPr sz="2800" spc="-15" dirty="0"/>
              <a:t> </a:t>
            </a:r>
            <a:r>
              <a:rPr sz="2800" spc="-5" dirty="0"/>
              <a:t>using</a:t>
            </a:r>
            <a:r>
              <a:rPr sz="2800" spc="-10" dirty="0"/>
              <a:t> </a:t>
            </a:r>
            <a:r>
              <a:rPr sz="2800" spc="-25" dirty="0"/>
              <a:t>Transit</a:t>
            </a:r>
            <a:r>
              <a:rPr sz="2800" dirty="0"/>
              <a:t> </a:t>
            </a:r>
            <a:r>
              <a:rPr sz="2800" spc="-5" dirty="0"/>
              <a:t>Gateway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932938" y="2382773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19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TGW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6058" y="1474469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019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1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6058" y="2382773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19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6058" y="3291078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4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02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19883" y="1746504"/>
            <a:ext cx="812165" cy="1816100"/>
          </a:xfrm>
          <a:custGeom>
            <a:avLst/>
            <a:gdLst/>
            <a:ahLst/>
            <a:cxnLst/>
            <a:rect l="l" t="t" r="r" b="b"/>
            <a:pathLst>
              <a:path w="812164" h="1816100">
                <a:moveTo>
                  <a:pt x="0" y="0"/>
                </a:moveTo>
                <a:lnTo>
                  <a:pt x="405892" y="0"/>
                </a:lnTo>
                <a:lnTo>
                  <a:pt x="405892" y="907796"/>
                </a:lnTo>
                <a:lnTo>
                  <a:pt x="811657" y="907796"/>
                </a:lnTo>
              </a:path>
              <a:path w="812164" h="1816100">
                <a:moveTo>
                  <a:pt x="0" y="1816100"/>
                </a:moveTo>
                <a:lnTo>
                  <a:pt x="405892" y="1816100"/>
                </a:lnTo>
                <a:lnTo>
                  <a:pt x="405892" y="908304"/>
                </a:lnTo>
                <a:lnTo>
                  <a:pt x="811657" y="908304"/>
                </a:lnTo>
              </a:path>
              <a:path w="812164" h="1816100">
                <a:moveTo>
                  <a:pt x="0" y="908304"/>
                </a:moveTo>
                <a:lnTo>
                  <a:pt x="811657" y="908304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910326" y="1306322"/>
          <a:ext cx="2675890" cy="26548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1851">
                <a:tc>
                  <a:txBody>
                    <a:bodyPr/>
                    <a:lstStyle/>
                    <a:p>
                      <a:pPr marL="102870" marR="97155" indent="25400" algn="just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539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671">
                <a:tc gridSpan="2">
                  <a:txBody>
                    <a:bodyPr/>
                    <a:lstStyle/>
                    <a:p>
                      <a:pPr marL="648335">
                        <a:lnSpc>
                          <a:spcPts val="1789"/>
                        </a:lnSpc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On-premises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614680">
                        <a:lnSpc>
                          <a:spcPts val="1425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172.31.0.0/16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 cap="flat" cmpd="sng" algn="ctr">
                      <a:solidFill>
                        <a:srgbClr val="F79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marL="102870" marR="97155" indent="25400" algn="just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4224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B w="38100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826764" y="1869948"/>
            <a:ext cx="2096135" cy="1543050"/>
          </a:xfrm>
          <a:custGeom>
            <a:avLst/>
            <a:gdLst/>
            <a:ahLst/>
            <a:cxnLst/>
            <a:rect l="l" t="t" r="r" b="b"/>
            <a:pathLst>
              <a:path w="2096135" h="1543050">
                <a:moveTo>
                  <a:pt x="0" y="785494"/>
                </a:moveTo>
                <a:lnTo>
                  <a:pt x="2096008" y="0"/>
                </a:lnTo>
              </a:path>
              <a:path w="2096135" h="1543050">
                <a:moveTo>
                  <a:pt x="0" y="784859"/>
                </a:moveTo>
                <a:lnTo>
                  <a:pt x="2096008" y="1542795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9948" y="3901846"/>
            <a:ext cx="497840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25"/>
              </a:spcBef>
            </a:pPr>
            <a:r>
              <a:rPr sz="1800" b="1" spc="-1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an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G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33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inat</a:t>
            </a:r>
            <a:r>
              <a:rPr sz="1800" b="1" spc="-9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6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n  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6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nn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ect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7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ti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648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Cloud</a:t>
            </a:r>
            <a:r>
              <a:rPr sz="2800" spc="5" dirty="0"/>
              <a:t> </a:t>
            </a:r>
            <a:r>
              <a:rPr sz="2800" spc="-5" dirty="0"/>
              <a:t>Hub</a:t>
            </a:r>
            <a:r>
              <a:rPr sz="2800" spc="5" dirty="0"/>
              <a:t> </a:t>
            </a:r>
            <a:r>
              <a:rPr sz="2800" spc="-5" dirty="0"/>
              <a:t>– Multi-Site </a:t>
            </a:r>
            <a:r>
              <a:rPr sz="2800" spc="-10" dirty="0"/>
              <a:t>VPN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869441" y="1369313"/>
            <a:ext cx="2326005" cy="923925"/>
          </a:xfrm>
          <a:custGeom>
            <a:avLst/>
            <a:gdLst/>
            <a:ahLst/>
            <a:cxnLst/>
            <a:rect l="l" t="t" r="r" b="b"/>
            <a:pathLst>
              <a:path w="2326005" h="923925">
                <a:moveTo>
                  <a:pt x="2325624" y="0"/>
                </a:moveTo>
                <a:lnTo>
                  <a:pt x="0" y="0"/>
                </a:lnTo>
                <a:lnTo>
                  <a:pt x="0" y="923544"/>
                </a:lnTo>
                <a:lnTo>
                  <a:pt x="2325624" y="923544"/>
                </a:lnTo>
                <a:lnTo>
                  <a:pt x="2325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9441" y="1369313"/>
            <a:ext cx="1957070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Times New Roman"/>
              <a:cs typeface="Times New Roman"/>
            </a:endParaRPr>
          </a:p>
          <a:p>
            <a:pPr marL="575310">
              <a:lnSpc>
                <a:spcPct val="100000"/>
              </a:lnSpc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6257" y="1369313"/>
            <a:ext cx="368935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Times New Roman"/>
              <a:cs typeface="Times New Roman"/>
            </a:endParaRPr>
          </a:p>
          <a:p>
            <a:pPr marL="128270" marR="122555" indent="4445" algn="just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13729" y="967994"/>
            <a:ext cx="2270760" cy="949325"/>
            <a:chOff x="5713729" y="967994"/>
            <a:chExt cx="2270760" cy="949325"/>
          </a:xfrm>
        </p:grpSpPr>
        <p:sp>
          <p:nvSpPr>
            <p:cNvPr id="7" name="object 7"/>
            <p:cNvSpPr/>
            <p:nvPr/>
          </p:nvSpPr>
          <p:spPr>
            <a:xfrm>
              <a:off x="5726429" y="980694"/>
              <a:ext cx="2245360" cy="923925"/>
            </a:xfrm>
            <a:custGeom>
              <a:avLst/>
              <a:gdLst/>
              <a:ahLst/>
              <a:cxnLst/>
              <a:rect l="l" t="t" r="r" b="b"/>
              <a:pathLst>
                <a:path w="2245359" h="923925">
                  <a:moveTo>
                    <a:pt x="2244852" y="0"/>
                  </a:moveTo>
                  <a:lnTo>
                    <a:pt x="0" y="0"/>
                  </a:lnTo>
                  <a:lnTo>
                    <a:pt x="0" y="923543"/>
                  </a:lnTo>
                  <a:lnTo>
                    <a:pt x="2244852" y="923543"/>
                  </a:lnTo>
                  <a:lnTo>
                    <a:pt x="2244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26429" y="980694"/>
              <a:ext cx="2245360" cy="923925"/>
            </a:xfrm>
            <a:custGeom>
              <a:avLst/>
              <a:gdLst/>
              <a:ahLst/>
              <a:cxnLst/>
              <a:rect l="l" t="t" r="r" b="b"/>
              <a:pathLst>
                <a:path w="2245359" h="923925">
                  <a:moveTo>
                    <a:pt x="0" y="923543"/>
                  </a:moveTo>
                  <a:lnTo>
                    <a:pt x="2244852" y="923543"/>
                  </a:lnTo>
                  <a:lnTo>
                    <a:pt x="2244852" y="0"/>
                  </a:lnTo>
                  <a:lnTo>
                    <a:pt x="0" y="0"/>
                  </a:lnTo>
                  <a:lnTo>
                    <a:pt x="0" y="923543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087617" y="980694"/>
            <a:ext cx="1884045" cy="59626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Times New Roman"/>
              <a:cs typeface="Times New Roman"/>
            </a:endParaRPr>
          </a:p>
          <a:p>
            <a:pPr marL="39941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Branch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26429" y="980694"/>
            <a:ext cx="355600" cy="923925"/>
          </a:xfrm>
          <a:custGeom>
            <a:avLst/>
            <a:gdLst/>
            <a:ahLst/>
            <a:cxnLst/>
            <a:rect l="l" t="t" r="r" b="b"/>
            <a:pathLst>
              <a:path w="355600" h="923925">
                <a:moveTo>
                  <a:pt x="0" y="923543"/>
                </a:moveTo>
                <a:lnTo>
                  <a:pt x="355091" y="923543"/>
                </a:lnTo>
                <a:lnTo>
                  <a:pt x="355091" y="0"/>
                </a:lnTo>
                <a:lnTo>
                  <a:pt x="0" y="0"/>
                </a:lnTo>
                <a:lnTo>
                  <a:pt x="0" y="923543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39129" y="1151001"/>
            <a:ext cx="330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585" marR="102870" indent="4445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81014" y="1563877"/>
            <a:ext cx="2272030" cy="949325"/>
            <a:chOff x="6081014" y="1563877"/>
            <a:chExt cx="2272030" cy="949325"/>
          </a:xfrm>
        </p:grpSpPr>
        <p:sp>
          <p:nvSpPr>
            <p:cNvPr id="13" name="object 13"/>
            <p:cNvSpPr/>
            <p:nvPr/>
          </p:nvSpPr>
          <p:spPr>
            <a:xfrm>
              <a:off x="6093714" y="1576577"/>
              <a:ext cx="2246630" cy="923925"/>
            </a:xfrm>
            <a:custGeom>
              <a:avLst/>
              <a:gdLst/>
              <a:ahLst/>
              <a:cxnLst/>
              <a:rect l="l" t="t" r="r" b="b"/>
              <a:pathLst>
                <a:path w="2246629" h="923925">
                  <a:moveTo>
                    <a:pt x="2246376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2246376" y="923544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3714" y="1576577"/>
              <a:ext cx="2246630" cy="923925"/>
            </a:xfrm>
            <a:custGeom>
              <a:avLst/>
              <a:gdLst/>
              <a:ahLst/>
              <a:cxnLst/>
              <a:rect l="l" t="t" r="r" b="b"/>
              <a:pathLst>
                <a:path w="2246629" h="923925">
                  <a:moveTo>
                    <a:pt x="0" y="923544"/>
                  </a:moveTo>
                  <a:lnTo>
                    <a:pt x="2246376" y="923544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42252" y="1882520"/>
            <a:ext cx="748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Bra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93714" y="1576577"/>
            <a:ext cx="355600" cy="923925"/>
          </a:xfrm>
          <a:custGeom>
            <a:avLst/>
            <a:gdLst/>
            <a:ahLst/>
            <a:cxnLst/>
            <a:rect l="l" t="t" r="r" b="b"/>
            <a:pathLst>
              <a:path w="355600" h="923925">
                <a:moveTo>
                  <a:pt x="0" y="923544"/>
                </a:moveTo>
                <a:lnTo>
                  <a:pt x="355091" y="923544"/>
                </a:lnTo>
                <a:lnTo>
                  <a:pt x="355091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06414" y="1746885"/>
            <a:ext cx="335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00317" y="1916938"/>
            <a:ext cx="335915" cy="570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400" rIns="0" bIns="0" rtlCol="0">
            <a:spAutoFit/>
          </a:bodyPr>
          <a:lstStyle/>
          <a:p>
            <a:pPr marL="115570" marR="102235" indent="4445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48297" y="2155189"/>
            <a:ext cx="2272030" cy="949325"/>
            <a:chOff x="6448297" y="2155189"/>
            <a:chExt cx="2272030" cy="949325"/>
          </a:xfrm>
        </p:grpSpPr>
        <p:sp>
          <p:nvSpPr>
            <p:cNvPr id="20" name="object 20"/>
            <p:cNvSpPr/>
            <p:nvPr/>
          </p:nvSpPr>
          <p:spPr>
            <a:xfrm>
              <a:off x="6460997" y="2167889"/>
              <a:ext cx="2246630" cy="923925"/>
            </a:xfrm>
            <a:custGeom>
              <a:avLst/>
              <a:gdLst/>
              <a:ahLst/>
              <a:cxnLst/>
              <a:rect l="l" t="t" r="r" b="b"/>
              <a:pathLst>
                <a:path w="2246629" h="923925">
                  <a:moveTo>
                    <a:pt x="2246376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2246376" y="923544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60997" y="2167889"/>
              <a:ext cx="2246630" cy="923925"/>
            </a:xfrm>
            <a:custGeom>
              <a:avLst/>
              <a:gdLst/>
              <a:ahLst/>
              <a:cxnLst/>
              <a:rect l="l" t="t" r="r" b="b"/>
              <a:pathLst>
                <a:path w="2246629" h="923925">
                  <a:moveTo>
                    <a:pt x="0" y="923544"/>
                  </a:moveTo>
                  <a:lnTo>
                    <a:pt x="2246376" y="923544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209790" y="2473579"/>
            <a:ext cx="748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Bra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60997" y="2167889"/>
            <a:ext cx="355600" cy="923925"/>
          </a:xfrm>
          <a:custGeom>
            <a:avLst/>
            <a:gdLst/>
            <a:ahLst/>
            <a:cxnLst/>
            <a:rect l="l" t="t" r="r" b="b"/>
            <a:pathLst>
              <a:path w="355600" h="923925">
                <a:moveTo>
                  <a:pt x="0" y="923544"/>
                </a:moveTo>
                <a:lnTo>
                  <a:pt x="355092" y="923544"/>
                </a:lnTo>
                <a:lnTo>
                  <a:pt x="355092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25399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73697" y="2180589"/>
            <a:ext cx="330200" cy="307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" algn="ctr">
              <a:lnSpc>
                <a:spcPts val="108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54902" y="2500122"/>
            <a:ext cx="361315" cy="59182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128270" marR="114300" indent="635" algn="ctr">
              <a:lnSpc>
                <a:spcPct val="100000"/>
              </a:lnSpc>
              <a:spcBef>
                <a:spcPts val="260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94304" y="1441703"/>
            <a:ext cx="3267075" cy="1187450"/>
          </a:xfrm>
          <a:custGeom>
            <a:avLst/>
            <a:gdLst/>
            <a:ahLst/>
            <a:cxnLst/>
            <a:rect l="l" t="t" r="r" b="b"/>
            <a:pathLst>
              <a:path w="3267075" h="1187450">
                <a:moveTo>
                  <a:pt x="2531110" y="0"/>
                </a:moveTo>
                <a:lnTo>
                  <a:pt x="0" y="387731"/>
                </a:lnTo>
              </a:path>
              <a:path w="3267075" h="1187450">
                <a:moveTo>
                  <a:pt x="2898901" y="596519"/>
                </a:moveTo>
                <a:lnTo>
                  <a:pt x="0" y="388620"/>
                </a:lnTo>
              </a:path>
              <a:path w="3267075" h="1187450">
                <a:moveTo>
                  <a:pt x="3266694" y="1187196"/>
                </a:moveTo>
                <a:lnTo>
                  <a:pt x="0" y="388620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924680" y="1259204"/>
            <a:ext cx="1047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6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26941" y="2224532"/>
            <a:ext cx="141097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62230">
              <a:lnSpc>
                <a:spcPct val="103299"/>
              </a:lnSpc>
              <a:spcBef>
                <a:spcPts val="25"/>
              </a:spcBef>
            </a:pP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Inter-connect 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B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29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ff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3068" y="3544646"/>
            <a:ext cx="70834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For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30" dirty="0">
                <a:solidFill>
                  <a:srgbClr val="464646"/>
                </a:solidFill>
                <a:latin typeface="Microsoft Sans Serif"/>
                <a:cs typeface="Microsoft Sans Serif"/>
              </a:rPr>
              <a:t>multi-site</a:t>
            </a:r>
            <a:r>
              <a:rPr sz="20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VPN,</a:t>
            </a:r>
            <a:r>
              <a:rPr sz="20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464646"/>
                </a:solidFill>
                <a:latin typeface="Microsoft Sans Serif"/>
                <a:cs typeface="Microsoft Sans Serif"/>
              </a:rPr>
              <a:t>we</a:t>
            </a:r>
            <a:r>
              <a:rPr sz="20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can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64646"/>
                </a:solidFill>
                <a:latin typeface="Microsoft Sans Serif"/>
                <a:cs typeface="Microsoft Sans Serif"/>
              </a:rPr>
              <a:t>use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30" dirty="0">
                <a:solidFill>
                  <a:srgbClr val="464646"/>
                </a:solidFill>
                <a:latin typeface="Microsoft Sans Serif"/>
                <a:cs typeface="Microsoft Sans Serif"/>
              </a:rPr>
              <a:t>Transit</a:t>
            </a:r>
            <a:r>
              <a:rPr sz="20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Gateway</a:t>
            </a:r>
            <a:r>
              <a:rPr sz="20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or</a:t>
            </a:r>
            <a:r>
              <a:rPr sz="20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Virtual</a:t>
            </a:r>
            <a:r>
              <a:rPr sz="20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Private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70" dirty="0">
                <a:solidFill>
                  <a:srgbClr val="464646"/>
                </a:solidFill>
                <a:latin typeface="Microsoft Sans Serif"/>
                <a:cs typeface="Microsoft Sans Serif"/>
              </a:rPr>
              <a:t>Gateway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841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Client</a:t>
            </a:r>
            <a:r>
              <a:rPr sz="2800" spc="-55" dirty="0"/>
              <a:t> </a:t>
            </a:r>
            <a:r>
              <a:rPr sz="2800" spc="-10" dirty="0"/>
              <a:t>VPN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872734" y="823722"/>
            <a:ext cx="355600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1920" marR="114935" indent="4445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2800" y="1284732"/>
            <a:ext cx="2519045" cy="1605280"/>
          </a:xfrm>
          <a:custGeom>
            <a:avLst/>
            <a:gdLst/>
            <a:ahLst/>
            <a:cxnLst/>
            <a:rect l="l" t="t" r="r" b="b"/>
            <a:pathLst>
              <a:path w="2519045" h="1605280">
                <a:moveTo>
                  <a:pt x="2518537" y="0"/>
                </a:moveTo>
                <a:lnTo>
                  <a:pt x="0" y="1052321"/>
                </a:lnTo>
              </a:path>
              <a:path w="2519045" h="1605280">
                <a:moveTo>
                  <a:pt x="2518537" y="1604771"/>
                </a:moveTo>
                <a:lnTo>
                  <a:pt x="0" y="1051559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73551" y="1242821"/>
            <a:ext cx="1113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li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6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6632" y="2946349"/>
            <a:ext cx="13735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22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5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5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85" dirty="0">
                <a:solidFill>
                  <a:srgbClr val="464646"/>
                </a:solidFill>
                <a:latin typeface="Arial"/>
                <a:cs typeface="Arial"/>
              </a:rPr>
              <a:t>ce</a:t>
            </a:r>
            <a:r>
              <a:rPr sz="1800" b="1" spc="-27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8208" y="824565"/>
            <a:ext cx="423955" cy="85752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498383" y="837827"/>
            <a:ext cx="805180" cy="772795"/>
            <a:chOff x="6498383" y="837827"/>
            <a:chExt cx="805180" cy="772795"/>
          </a:xfrm>
        </p:grpSpPr>
        <p:sp>
          <p:nvSpPr>
            <p:cNvPr id="9" name="object 9"/>
            <p:cNvSpPr/>
            <p:nvPr/>
          </p:nvSpPr>
          <p:spPr>
            <a:xfrm>
              <a:off x="6498374" y="837831"/>
              <a:ext cx="805180" cy="772795"/>
            </a:xfrm>
            <a:custGeom>
              <a:avLst/>
              <a:gdLst/>
              <a:ahLst/>
              <a:cxnLst/>
              <a:rect l="l" t="t" r="r" b="b"/>
              <a:pathLst>
                <a:path w="805179" h="772794">
                  <a:moveTo>
                    <a:pt x="780351" y="451866"/>
                  </a:moveTo>
                  <a:lnTo>
                    <a:pt x="753364" y="426212"/>
                  </a:lnTo>
                  <a:lnTo>
                    <a:pt x="753364" y="452208"/>
                  </a:lnTo>
                  <a:lnTo>
                    <a:pt x="719137" y="486473"/>
                  </a:lnTo>
                  <a:lnTo>
                    <a:pt x="700125" y="468477"/>
                  </a:lnTo>
                  <a:lnTo>
                    <a:pt x="653884" y="424726"/>
                  </a:lnTo>
                  <a:lnTo>
                    <a:pt x="653884" y="450659"/>
                  </a:lnTo>
                  <a:lnTo>
                    <a:pt x="653884" y="753770"/>
                  </a:lnTo>
                  <a:lnTo>
                    <a:pt x="456145" y="753694"/>
                  </a:lnTo>
                  <a:lnTo>
                    <a:pt x="456145" y="537210"/>
                  </a:lnTo>
                  <a:lnTo>
                    <a:pt x="456145" y="518363"/>
                  </a:lnTo>
                  <a:lnTo>
                    <a:pt x="324307" y="518363"/>
                  </a:lnTo>
                  <a:lnTo>
                    <a:pt x="324307" y="753630"/>
                  </a:lnTo>
                  <a:lnTo>
                    <a:pt x="126504" y="753554"/>
                  </a:lnTo>
                  <a:lnTo>
                    <a:pt x="126504" y="468884"/>
                  </a:lnTo>
                  <a:lnTo>
                    <a:pt x="126504" y="451040"/>
                  </a:lnTo>
                  <a:lnTo>
                    <a:pt x="390220" y="201180"/>
                  </a:lnTo>
                  <a:lnTo>
                    <a:pt x="653884" y="450659"/>
                  </a:lnTo>
                  <a:lnTo>
                    <a:pt x="653884" y="424726"/>
                  </a:lnTo>
                  <a:lnTo>
                    <a:pt x="417652" y="201180"/>
                  </a:lnTo>
                  <a:lnTo>
                    <a:pt x="390220" y="175221"/>
                  </a:lnTo>
                  <a:lnTo>
                    <a:pt x="61455" y="486702"/>
                  </a:lnTo>
                  <a:lnTo>
                    <a:pt x="26987" y="452208"/>
                  </a:lnTo>
                  <a:lnTo>
                    <a:pt x="390220" y="106972"/>
                  </a:lnTo>
                  <a:lnTo>
                    <a:pt x="753364" y="452208"/>
                  </a:lnTo>
                  <a:lnTo>
                    <a:pt x="753364" y="426212"/>
                  </a:lnTo>
                  <a:lnTo>
                    <a:pt x="417576" y="106972"/>
                  </a:lnTo>
                  <a:lnTo>
                    <a:pt x="390220" y="80962"/>
                  </a:lnTo>
                  <a:lnTo>
                    <a:pt x="0" y="451866"/>
                  </a:lnTo>
                  <a:lnTo>
                    <a:pt x="61112" y="512991"/>
                  </a:lnTo>
                  <a:lnTo>
                    <a:pt x="88861" y="486702"/>
                  </a:lnTo>
                  <a:lnTo>
                    <a:pt x="107670" y="468884"/>
                  </a:lnTo>
                  <a:lnTo>
                    <a:pt x="107670" y="772401"/>
                  </a:lnTo>
                  <a:lnTo>
                    <a:pt x="343141" y="772490"/>
                  </a:lnTo>
                  <a:lnTo>
                    <a:pt x="343141" y="753630"/>
                  </a:lnTo>
                  <a:lnTo>
                    <a:pt x="343141" y="537210"/>
                  </a:lnTo>
                  <a:lnTo>
                    <a:pt x="437311" y="537210"/>
                  </a:lnTo>
                  <a:lnTo>
                    <a:pt x="437311" y="772528"/>
                  </a:lnTo>
                  <a:lnTo>
                    <a:pt x="672719" y="772617"/>
                  </a:lnTo>
                  <a:lnTo>
                    <a:pt x="672719" y="753770"/>
                  </a:lnTo>
                  <a:lnTo>
                    <a:pt x="672719" y="468477"/>
                  </a:lnTo>
                  <a:lnTo>
                    <a:pt x="719531" y="512762"/>
                  </a:lnTo>
                  <a:lnTo>
                    <a:pt x="745782" y="486473"/>
                  </a:lnTo>
                  <a:lnTo>
                    <a:pt x="780351" y="451866"/>
                  </a:lnTo>
                  <a:close/>
                </a:path>
                <a:path w="805179" h="772794">
                  <a:moveTo>
                    <a:pt x="804608" y="254406"/>
                  </a:moveTo>
                  <a:lnTo>
                    <a:pt x="799757" y="204508"/>
                  </a:lnTo>
                  <a:lnTo>
                    <a:pt x="785342" y="156997"/>
                  </a:lnTo>
                  <a:lnTo>
                    <a:pt x="761949" y="113207"/>
                  </a:lnTo>
                  <a:lnTo>
                    <a:pt x="730123" y="74523"/>
                  </a:lnTo>
                  <a:lnTo>
                    <a:pt x="691426" y="42633"/>
                  </a:lnTo>
                  <a:lnTo>
                    <a:pt x="647661" y="19215"/>
                  </a:lnTo>
                  <a:lnTo>
                    <a:pt x="600163" y="4813"/>
                  </a:lnTo>
                  <a:lnTo>
                    <a:pt x="550291" y="0"/>
                  </a:lnTo>
                  <a:lnTo>
                    <a:pt x="550291" y="18846"/>
                  </a:lnTo>
                  <a:lnTo>
                    <a:pt x="597750" y="23634"/>
                  </a:lnTo>
                  <a:lnTo>
                    <a:pt x="641946" y="37363"/>
                  </a:lnTo>
                  <a:lnTo>
                    <a:pt x="681939" y="59080"/>
                  </a:lnTo>
                  <a:lnTo>
                    <a:pt x="716788" y="87833"/>
                  </a:lnTo>
                  <a:lnTo>
                    <a:pt x="745553" y="122694"/>
                  </a:lnTo>
                  <a:lnTo>
                    <a:pt x="767257" y="162712"/>
                  </a:lnTo>
                  <a:lnTo>
                    <a:pt x="780986" y="206933"/>
                  </a:lnTo>
                  <a:lnTo>
                    <a:pt x="785774" y="254406"/>
                  </a:lnTo>
                  <a:lnTo>
                    <a:pt x="804608" y="2544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8675" y="913287"/>
              <a:ext cx="178891" cy="17894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872734" y="2428494"/>
            <a:ext cx="355600" cy="92392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1920" marR="114935" indent="4445" algn="just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V  P  </a:t>
            </a: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98383" y="2444123"/>
            <a:ext cx="805180" cy="772795"/>
            <a:chOff x="6498383" y="2444123"/>
            <a:chExt cx="805180" cy="772795"/>
          </a:xfrm>
        </p:grpSpPr>
        <p:sp>
          <p:nvSpPr>
            <p:cNvPr id="13" name="object 13"/>
            <p:cNvSpPr/>
            <p:nvPr/>
          </p:nvSpPr>
          <p:spPr>
            <a:xfrm>
              <a:off x="6498374" y="2444127"/>
              <a:ext cx="805180" cy="772795"/>
            </a:xfrm>
            <a:custGeom>
              <a:avLst/>
              <a:gdLst/>
              <a:ahLst/>
              <a:cxnLst/>
              <a:rect l="l" t="t" r="r" b="b"/>
              <a:pathLst>
                <a:path w="805179" h="772794">
                  <a:moveTo>
                    <a:pt x="780351" y="451866"/>
                  </a:moveTo>
                  <a:lnTo>
                    <a:pt x="753364" y="426212"/>
                  </a:lnTo>
                  <a:lnTo>
                    <a:pt x="753364" y="452208"/>
                  </a:lnTo>
                  <a:lnTo>
                    <a:pt x="719137" y="486473"/>
                  </a:lnTo>
                  <a:lnTo>
                    <a:pt x="700125" y="468477"/>
                  </a:lnTo>
                  <a:lnTo>
                    <a:pt x="653884" y="424726"/>
                  </a:lnTo>
                  <a:lnTo>
                    <a:pt x="653884" y="450659"/>
                  </a:lnTo>
                  <a:lnTo>
                    <a:pt x="653884" y="753770"/>
                  </a:lnTo>
                  <a:lnTo>
                    <a:pt x="456145" y="753694"/>
                  </a:lnTo>
                  <a:lnTo>
                    <a:pt x="456145" y="537210"/>
                  </a:lnTo>
                  <a:lnTo>
                    <a:pt x="456145" y="518363"/>
                  </a:lnTo>
                  <a:lnTo>
                    <a:pt x="324307" y="518363"/>
                  </a:lnTo>
                  <a:lnTo>
                    <a:pt x="324307" y="753630"/>
                  </a:lnTo>
                  <a:lnTo>
                    <a:pt x="126504" y="753554"/>
                  </a:lnTo>
                  <a:lnTo>
                    <a:pt x="126504" y="468884"/>
                  </a:lnTo>
                  <a:lnTo>
                    <a:pt x="126504" y="451040"/>
                  </a:lnTo>
                  <a:lnTo>
                    <a:pt x="390220" y="201180"/>
                  </a:lnTo>
                  <a:lnTo>
                    <a:pt x="653884" y="450659"/>
                  </a:lnTo>
                  <a:lnTo>
                    <a:pt x="653884" y="424726"/>
                  </a:lnTo>
                  <a:lnTo>
                    <a:pt x="417652" y="201180"/>
                  </a:lnTo>
                  <a:lnTo>
                    <a:pt x="390220" y="175221"/>
                  </a:lnTo>
                  <a:lnTo>
                    <a:pt x="61455" y="486702"/>
                  </a:lnTo>
                  <a:lnTo>
                    <a:pt x="26987" y="452208"/>
                  </a:lnTo>
                  <a:lnTo>
                    <a:pt x="390220" y="106972"/>
                  </a:lnTo>
                  <a:lnTo>
                    <a:pt x="753364" y="452208"/>
                  </a:lnTo>
                  <a:lnTo>
                    <a:pt x="753364" y="426212"/>
                  </a:lnTo>
                  <a:lnTo>
                    <a:pt x="417576" y="106972"/>
                  </a:lnTo>
                  <a:lnTo>
                    <a:pt x="390220" y="80962"/>
                  </a:lnTo>
                  <a:lnTo>
                    <a:pt x="0" y="451866"/>
                  </a:lnTo>
                  <a:lnTo>
                    <a:pt x="61112" y="512991"/>
                  </a:lnTo>
                  <a:lnTo>
                    <a:pt x="88861" y="486702"/>
                  </a:lnTo>
                  <a:lnTo>
                    <a:pt x="107670" y="468884"/>
                  </a:lnTo>
                  <a:lnTo>
                    <a:pt x="107670" y="772401"/>
                  </a:lnTo>
                  <a:lnTo>
                    <a:pt x="343141" y="772490"/>
                  </a:lnTo>
                  <a:lnTo>
                    <a:pt x="343141" y="753630"/>
                  </a:lnTo>
                  <a:lnTo>
                    <a:pt x="343141" y="537210"/>
                  </a:lnTo>
                  <a:lnTo>
                    <a:pt x="437311" y="537210"/>
                  </a:lnTo>
                  <a:lnTo>
                    <a:pt x="437311" y="772528"/>
                  </a:lnTo>
                  <a:lnTo>
                    <a:pt x="672719" y="772617"/>
                  </a:lnTo>
                  <a:lnTo>
                    <a:pt x="672719" y="753770"/>
                  </a:lnTo>
                  <a:lnTo>
                    <a:pt x="672719" y="468477"/>
                  </a:lnTo>
                  <a:lnTo>
                    <a:pt x="719531" y="512762"/>
                  </a:lnTo>
                  <a:lnTo>
                    <a:pt x="745782" y="486473"/>
                  </a:lnTo>
                  <a:lnTo>
                    <a:pt x="780351" y="451866"/>
                  </a:lnTo>
                  <a:close/>
                </a:path>
                <a:path w="805179" h="772794">
                  <a:moveTo>
                    <a:pt x="804608" y="254406"/>
                  </a:moveTo>
                  <a:lnTo>
                    <a:pt x="799757" y="204508"/>
                  </a:lnTo>
                  <a:lnTo>
                    <a:pt x="785342" y="156997"/>
                  </a:lnTo>
                  <a:lnTo>
                    <a:pt x="761949" y="113207"/>
                  </a:lnTo>
                  <a:lnTo>
                    <a:pt x="730123" y="74523"/>
                  </a:lnTo>
                  <a:lnTo>
                    <a:pt x="691426" y="42633"/>
                  </a:lnTo>
                  <a:lnTo>
                    <a:pt x="647661" y="19215"/>
                  </a:lnTo>
                  <a:lnTo>
                    <a:pt x="600163" y="4813"/>
                  </a:lnTo>
                  <a:lnTo>
                    <a:pt x="550291" y="0"/>
                  </a:lnTo>
                  <a:lnTo>
                    <a:pt x="550291" y="18846"/>
                  </a:lnTo>
                  <a:lnTo>
                    <a:pt x="597750" y="23634"/>
                  </a:lnTo>
                  <a:lnTo>
                    <a:pt x="641946" y="37363"/>
                  </a:lnTo>
                  <a:lnTo>
                    <a:pt x="681939" y="59080"/>
                  </a:lnTo>
                  <a:lnTo>
                    <a:pt x="716788" y="87833"/>
                  </a:lnTo>
                  <a:lnTo>
                    <a:pt x="745553" y="122694"/>
                  </a:lnTo>
                  <a:lnTo>
                    <a:pt x="767257" y="162712"/>
                  </a:lnTo>
                  <a:lnTo>
                    <a:pt x="780986" y="206933"/>
                  </a:lnTo>
                  <a:lnTo>
                    <a:pt x="785774" y="254406"/>
                  </a:lnTo>
                  <a:lnTo>
                    <a:pt x="804608" y="2544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675" y="2519583"/>
              <a:ext cx="178891" cy="178942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27643" y="2430861"/>
            <a:ext cx="424476" cy="85752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534413" y="4157878"/>
            <a:ext cx="614172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677035" marR="5080" indent="-1664970">
              <a:lnSpc>
                <a:spcPct val="103299"/>
              </a:lnSpc>
              <a:spcBef>
                <a:spcPts val="25"/>
              </a:spcBef>
            </a:pPr>
            <a:r>
              <a:rPr sz="1800" b="1" spc="-225" dirty="0">
                <a:solidFill>
                  <a:srgbClr val="464646"/>
                </a:solidFill>
                <a:latin typeface="Arial"/>
                <a:cs typeface="Arial"/>
              </a:rPr>
              <a:t>Access</a:t>
            </a:r>
            <a:r>
              <a:rPr sz="1800" b="1" spc="-22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464646"/>
                </a:solidFill>
                <a:latin typeface="Arial"/>
                <a:cs typeface="Arial"/>
              </a:rPr>
              <a:t>for </a:t>
            </a: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employees 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working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remotely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using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AWS 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Client VPN </a:t>
            </a:r>
            <a:r>
              <a:rPr sz="1800" b="1" spc="-49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5" dirty="0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dirty="0">
                <a:solidFill>
                  <a:srgbClr val="464646"/>
                </a:solidFill>
                <a:latin typeface="Arial"/>
                <a:cs typeface="Arial"/>
              </a:rPr>
              <a:t>art</a:t>
            </a:r>
            <a:r>
              <a:rPr sz="1800" b="1" spc="10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6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are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015238" y="1862582"/>
          <a:ext cx="2326005" cy="1972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7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3544">
                <a:tc gridSpan="4">
                  <a:txBody>
                    <a:bodyPr/>
                    <a:lstStyle/>
                    <a:p>
                      <a:pPr marL="363855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AWS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3670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Client</a:t>
                      </a:r>
                      <a:r>
                        <a:rPr sz="1800" spc="-3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7000" marR="121285" indent="4445" algn="just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  P  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71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949593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49593"/>
                      </a:solidFill>
                      <a:prstDash val="solid"/>
                    </a:lnL>
                    <a:lnT w="28575">
                      <a:solidFill>
                        <a:srgbClr val="F79F28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79F28"/>
                      </a:solidFill>
                      <a:prstDash val="solid"/>
                    </a:lnR>
                    <a:solidFill>
                      <a:srgbClr val="EAEA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783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9939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1945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VPN</a:t>
            </a:r>
            <a:r>
              <a:rPr sz="2800" spc="-70" dirty="0"/>
              <a:t> </a:t>
            </a:r>
            <a:r>
              <a:rPr sz="2800" spc="-5" dirty="0"/>
              <a:t>Options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010411"/>
            <a:ext cx="8206740" cy="1015365"/>
            <a:chOff x="339852" y="1010411"/>
            <a:chExt cx="8206740" cy="1015365"/>
          </a:xfrm>
        </p:grpSpPr>
        <p:sp>
          <p:nvSpPr>
            <p:cNvPr id="4" name="object 4"/>
            <p:cNvSpPr/>
            <p:nvPr/>
          </p:nvSpPr>
          <p:spPr>
            <a:xfrm>
              <a:off x="339852" y="101041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3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3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9447" y="1299222"/>
              <a:ext cx="436880" cy="438150"/>
            </a:xfrm>
            <a:custGeom>
              <a:avLst/>
              <a:gdLst/>
              <a:ahLst/>
              <a:cxnLst/>
              <a:rect l="l" t="t" r="r" b="b"/>
              <a:pathLst>
                <a:path w="436880" h="438150">
                  <a:moveTo>
                    <a:pt x="233426" y="115189"/>
                  </a:moveTo>
                  <a:lnTo>
                    <a:pt x="231368" y="115074"/>
                  </a:lnTo>
                  <a:lnTo>
                    <a:pt x="217805" y="125895"/>
                  </a:lnTo>
                  <a:lnTo>
                    <a:pt x="203441" y="135648"/>
                  </a:lnTo>
                  <a:lnTo>
                    <a:pt x="196405" y="139750"/>
                  </a:lnTo>
                  <a:lnTo>
                    <a:pt x="189141" y="143433"/>
                  </a:lnTo>
                  <a:lnTo>
                    <a:pt x="181686" y="146685"/>
                  </a:lnTo>
                  <a:lnTo>
                    <a:pt x="174040" y="149517"/>
                  </a:lnTo>
                  <a:lnTo>
                    <a:pt x="174040" y="160477"/>
                  </a:lnTo>
                  <a:lnTo>
                    <a:pt x="186601" y="155346"/>
                  </a:lnTo>
                  <a:lnTo>
                    <a:pt x="198704" y="149047"/>
                  </a:lnTo>
                  <a:lnTo>
                    <a:pt x="210172" y="141884"/>
                  </a:lnTo>
                  <a:lnTo>
                    <a:pt x="220218" y="133781"/>
                  </a:lnTo>
                  <a:lnTo>
                    <a:pt x="220218" y="309206"/>
                  </a:lnTo>
                  <a:lnTo>
                    <a:pt x="233426" y="309206"/>
                  </a:lnTo>
                  <a:lnTo>
                    <a:pt x="233426" y="115189"/>
                  </a:lnTo>
                  <a:close/>
                </a:path>
                <a:path w="436880" h="438150">
                  <a:moveTo>
                    <a:pt x="436346" y="218884"/>
                  </a:moveTo>
                  <a:lnTo>
                    <a:pt x="430606" y="168694"/>
                  </a:lnTo>
                  <a:lnTo>
                    <a:pt x="424865" y="152577"/>
                  </a:lnTo>
                  <a:lnTo>
                    <a:pt x="424865" y="218884"/>
                  </a:lnTo>
                  <a:lnTo>
                    <a:pt x="419404" y="266433"/>
                  </a:lnTo>
                  <a:lnTo>
                    <a:pt x="403860" y="310083"/>
                  </a:lnTo>
                  <a:lnTo>
                    <a:pt x="379450" y="348589"/>
                  </a:lnTo>
                  <a:lnTo>
                    <a:pt x="347446" y="380695"/>
                  </a:lnTo>
                  <a:lnTo>
                    <a:pt x="309067" y="405180"/>
                  </a:lnTo>
                  <a:lnTo>
                    <a:pt x="265569" y="420776"/>
                  </a:lnTo>
                  <a:lnTo>
                    <a:pt x="218173" y="426250"/>
                  </a:lnTo>
                  <a:lnTo>
                    <a:pt x="170789" y="420776"/>
                  </a:lnTo>
                  <a:lnTo>
                    <a:pt x="127279" y="405180"/>
                  </a:lnTo>
                  <a:lnTo>
                    <a:pt x="88900" y="380695"/>
                  </a:lnTo>
                  <a:lnTo>
                    <a:pt x="56896" y="348589"/>
                  </a:lnTo>
                  <a:lnTo>
                    <a:pt x="32499" y="310083"/>
                  </a:lnTo>
                  <a:lnTo>
                    <a:pt x="16954" y="266433"/>
                  </a:lnTo>
                  <a:lnTo>
                    <a:pt x="11493" y="218884"/>
                  </a:lnTo>
                  <a:lnTo>
                    <a:pt x="17005" y="171348"/>
                  </a:lnTo>
                  <a:lnTo>
                    <a:pt x="32588" y="127698"/>
                  </a:lnTo>
                  <a:lnTo>
                    <a:pt x="56972" y="89255"/>
                  </a:lnTo>
                  <a:lnTo>
                    <a:pt x="88963" y="57162"/>
                  </a:lnTo>
                  <a:lnTo>
                    <a:pt x="127330" y="32677"/>
                  </a:lnTo>
                  <a:lnTo>
                    <a:pt x="170802" y="17043"/>
                  </a:lnTo>
                  <a:lnTo>
                    <a:pt x="218173" y="11518"/>
                  </a:lnTo>
                  <a:lnTo>
                    <a:pt x="265569" y="17005"/>
                  </a:lnTo>
                  <a:lnTo>
                    <a:pt x="309067" y="32600"/>
                  </a:lnTo>
                  <a:lnTo>
                    <a:pt x="347446" y="57073"/>
                  </a:lnTo>
                  <a:lnTo>
                    <a:pt x="379450" y="89192"/>
                  </a:lnTo>
                  <a:lnTo>
                    <a:pt x="403872" y="127749"/>
                  </a:lnTo>
                  <a:lnTo>
                    <a:pt x="419404" y="171361"/>
                  </a:lnTo>
                  <a:lnTo>
                    <a:pt x="424865" y="218884"/>
                  </a:lnTo>
                  <a:lnTo>
                    <a:pt x="424865" y="152577"/>
                  </a:lnTo>
                  <a:lnTo>
                    <a:pt x="388467" y="81978"/>
                  </a:lnTo>
                  <a:lnTo>
                    <a:pt x="354749" y="48120"/>
                  </a:lnTo>
                  <a:lnTo>
                    <a:pt x="314261" y="22275"/>
                  </a:lnTo>
                  <a:lnTo>
                    <a:pt x="268376" y="5791"/>
                  </a:lnTo>
                  <a:lnTo>
                    <a:pt x="218376" y="0"/>
                  </a:lnTo>
                  <a:lnTo>
                    <a:pt x="218173" y="0"/>
                  </a:lnTo>
                  <a:lnTo>
                    <a:pt x="168097" y="5791"/>
                  </a:lnTo>
                  <a:lnTo>
                    <a:pt x="122186" y="22275"/>
                  </a:lnTo>
                  <a:lnTo>
                    <a:pt x="81686" y="48120"/>
                  </a:lnTo>
                  <a:lnTo>
                    <a:pt x="47904" y="82016"/>
                  </a:lnTo>
                  <a:lnTo>
                    <a:pt x="22161" y="122656"/>
                  </a:lnTo>
                  <a:lnTo>
                    <a:pt x="5765" y="168719"/>
                  </a:lnTo>
                  <a:lnTo>
                    <a:pt x="0" y="218884"/>
                  </a:lnTo>
                  <a:lnTo>
                    <a:pt x="5765" y="269074"/>
                  </a:lnTo>
                  <a:lnTo>
                    <a:pt x="22174" y="315150"/>
                  </a:lnTo>
                  <a:lnTo>
                    <a:pt x="47929" y="355803"/>
                  </a:lnTo>
                  <a:lnTo>
                    <a:pt x="81724" y="389699"/>
                  </a:lnTo>
                  <a:lnTo>
                    <a:pt x="122224" y="415531"/>
                  </a:lnTo>
                  <a:lnTo>
                    <a:pt x="168148" y="432003"/>
                  </a:lnTo>
                  <a:lnTo>
                    <a:pt x="218173" y="437781"/>
                  </a:lnTo>
                  <a:lnTo>
                    <a:pt x="268198" y="432003"/>
                  </a:lnTo>
                  <a:lnTo>
                    <a:pt x="284226" y="426250"/>
                  </a:lnTo>
                  <a:lnTo>
                    <a:pt x="314121" y="415531"/>
                  </a:lnTo>
                  <a:lnTo>
                    <a:pt x="354634" y="389699"/>
                  </a:lnTo>
                  <a:lnTo>
                    <a:pt x="388416" y="355790"/>
                  </a:lnTo>
                  <a:lnTo>
                    <a:pt x="414172" y="315150"/>
                  </a:lnTo>
                  <a:lnTo>
                    <a:pt x="430593" y="269074"/>
                  </a:lnTo>
                  <a:lnTo>
                    <a:pt x="436346" y="218884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2278379"/>
            <a:ext cx="8206740" cy="1015365"/>
            <a:chOff x="339852" y="2278379"/>
            <a:chExt cx="8206740" cy="1015365"/>
          </a:xfrm>
        </p:grpSpPr>
        <p:sp>
          <p:nvSpPr>
            <p:cNvPr id="7" name="object 7"/>
            <p:cNvSpPr/>
            <p:nvPr/>
          </p:nvSpPr>
          <p:spPr>
            <a:xfrm>
              <a:off x="339852" y="2278379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9454" y="2568539"/>
              <a:ext cx="436880" cy="436880"/>
            </a:xfrm>
            <a:custGeom>
              <a:avLst/>
              <a:gdLst/>
              <a:ahLst/>
              <a:cxnLst/>
              <a:rect l="l" t="t" r="r" b="b"/>
              <a:pathLst>
                <a:path w="436880" h="436880">
                  <a:moveTo>
                    <a:pt x="218381" y="0"/>
                  </a:moveTo>
                  <a:lnTo>
                    <a:pt x="218175" y="0"/>
                  </a:lnTo>
                  <a:lnTo>
                    <a:pt x="168100" y="5783"/>
                  </a:lnTo>
                  <a:lnTo>
                    <a:pt x="122180" y="22218"/>
                  </a:lnTo>
                  <a:lnTo>
                    <a:pt x="81682" y="47994"/>
                  </a:lnTo>
                  <a:lnTo>
                    <a:pt x="47907" y="81800"/>
                  </a:lnTo>
                  <a:lnTo>
                    <a:pt x="22164" y="122327"/>
                  </a:lnTo>
                  <a:lnTo>
                    <a:pt x="5760" y="168262"/>
                  </a:lnTo>
                  <a:lnTo>
                    <a:pt x="0" y="218295"/>
                  </a:lnTo>
                  <a:lnTo>
                    <a:pt x="5762" y="268348"/>
                  </a:lnTo>
                  <a:lnTo>
                    <a:pt x="22175" y="314296"/>
                  </a:lnTo>
                  <a:lnTo>
                    <a:pt x="47931" y="354827"/>
                  </a:lnTo>
                  <a:lnTo>
                    <a:pt x="81718" y="388633"/>
                  </a:lnTo>
                  <a:lnTo>
                    <a:pt x="122228" y="414403"/>
                  </a:lnTo>
                  <a:lnTo>
                    <a:pt x="168150" y="430826"/>
                  </a:lnTo>
                  <a:lnTo>
                    <a:pt x="218175" y="436591"/>
                  </a:lnTo>
                  <a:lnTo>
                    <a:pt x="268200" y="430826"/>
                  </a:lnTo>
                  <a:lnTo>
                    <a:pt x="284223" y="425096"/>
                  </a:lnTo>
                  <a:lnTo>
                    <a:pt x="218175" y="425096"/>
                  </a:lnTo>
                  <a:lnTo>
                    <a:pt x="170784" y="419634"/>
                  </a:lnTo>
                  <a:lnTo>
                    <a:pt x="127280" y="404076"/>
                  </a:lnTo>
                  <a:lnTo>
                    <a:pt x="88903" y="379664"/>
                  </a:lnTo>
                  <a:lnTo>
                    <a:pt x="56895" y="347639"/>
                  </a:lnTo>
                  <a:lnTo>
                    <a:pt x="32497" y="309241"/>
                  </a:lnTo>
                  <a:lnTo>
                    <a:pt x="16947" y="265713"/>
                  </a:lnTo>
                  <a:lnTo>
                    <a:pt x="11489" y="218295"/>
                  </a:lnTo>
                  <a:lnTo>
                    <a:pt x="17001" y="170878"/>
                  </a:lnTo>
                  <a:lnTo>
                    <a:pt x="32596" y="127350"/>
                  </a:lnTo>
                  <a:lnTo>
                    <a:pt x="56970" y="89019"/>
                  </a:lnTo>
                  <a:lnTo>
                    <a:pt x="88969" y="57004"/>
                  </a:lnTo>
                  <a:lnTo>
                    <a:pt x="127328" y="32586"/>
                  </a:lnTo>
                  <a:lnTo>
                    <a:pt x="170809" y="17005"/>
                  </a:lnTo>
                  <a:lnTo>
                    <a:pt x="218175" y="11495"/>
                  </a:lnTo>
                  <a:lnTo>
                    <a:pt x="284331" y="11495"/>
                  </a:lnTo>
                  <a:lnTo>
                    <a:pt x="268381" y="5783"/>
                  </a:lnTo>
                  <a:lnTo>
                    <a:pt x="218381" y="0"/>
                  </a:lnTo>
                  <a:close/>
                </a:path>
                <a:path w="436880" h="436880">
                  <a:moveTo>
                    <a:pt x="284331" y="11495"/>
                  </a:moveTo>
                  <a:lnTo>
                    <a:pt x="218175" y="11495"/>
                  </a:lnTo>
                  <a:lnTo>
                    <a:pt x="265567" y="16957"/>
                  </a:lnTo>
                  <a:lnTo>
                    <a:pt x="309071" y="32514"/>
                  </a:lnTo>
                  <a:lnTo>
                    <a:pt x="347447" y="56927"/>
                  </a:lnTo>
                  <a:lnTo>
                    <a:pt x="379455" y="88952"/>
                  </a:lnTo>
                  <a:lnTo>
                    <a:pt x="403871" y="127398"/>
                  </a:lnTo>
                  <a:lnTo>
                    <a:pt x="419406" y="170902"/>
                  </a:lnTo>
                  <a:lnTo>
                    <a:pt x="424862" y="218295"/>
                  </a:lnTo>
                  <a:lnTo>
                    <a:pt x="419403" y="265713"/>
                  </a:lnTo>
                  <a:lnTo>
                    <a:pt x="403854" y="309241"/>
                  </a:lnTo>
                  <a:lnTo>
                    <a:pt x="379455" y="347639"/>
                  </a:lnTo>
                  <a:lnTo>
                    <a:pt x="347447" y="379664"/>
                  </a:lnTo>
                  <a:lnTo>
                    <a:pt x="309071" y="404076"/>
                  </a:lnTo>
                  <a:lnTo>
                    <a:pt x="265567" y="419634"/>
                  </a:lnTo>
                  <a:lnTo>
                    <a:pt x="218175" y="425096"/>
                  </a:lnTo>
                  <a:lnTo>
                    <a:pt x="284223" y="425096"/>
                  </a:lnTo>
                  <a:lnTo>
                    <a:pt x="354632" y="388633"/>
                  </a:lnTo>
                  <a:lnTo>
                    <a:pt x="388420" y="354827"/>
                  </a:lnTo>
                  <a:lnTo>
                    <a:pt x="414175" y="314296"/>
                  </a:lnTo>
                  <a:lnTo>
                    <a:pt x="430589" y="268348"/>
                  </a:lnTo>
                  <a:lnTo>
                    <a:pt x="436351" y="218295"/>
                  </a:lnTo>
                  <a:lnTo>
                    <a:pt x="430606" y="168243"/>
                  </a:lnTo>
                  <a:lnTo>
                    <a:pt x="414208" y="122295"/>
                  </a:lnTo>
                  <a:lnTo>
                    <a:pt x="388467" y="81763"/>
                  </a:lnTo>
                  <a:lnTo>
                    <a:pt x="354750" y="47994"/>
                  </a:lnTo>
                  <a:lnTo>
                    <a:pt x="314273" y="22218"/>
                  </a:lnTo>
                  <a:lnTo>
                    <a:pt x="284331" y="11495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715" y="2684757"/>
              <a:ext cx="110425" cy="19218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39852" y="3547871"/>
            <a:ext cx="8206740" cy="1015365"/>
            <a:chOff x="339852" y="3547871"/>
            <a:chExt cx="8206740" cy="1015365"/>
          </a:xfrm>
        </p:grpSpPr>
        <p:sp>
          <p:nvSpPr>
            <p:cNvPr id="11" name="object 11"/>
            <p:cNvSpPr/>
            <p:nvPr/>
          </p:nvSpPr>
          <p:spPr>
            <a:xfrm>
              <a:off x="339852" y="354787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485"/>
                  </a:lnTo>
                  <a:lnTo>
                    <a:pt x="7975" y="952994"/>
                  </a:lnTo>
                  <a:lnTo>
                    <a:pt x="29727" y="985256"/>
                  </a:lnTo>
                  <a:lnTo>
                    <a:pt x="61989" y="1007008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8"/>
                  </a:lnTo>
                  <a:lnTo>
                    <a:pt x="8177006" y="985256"/>
                  </a:lnTo>
                  <a:lnTo>
                    <a:pt x="8198760" y="952994"/>
                  </a:lnTo>
                  <a:lnTo>
                    <a:pt x="8206740" y="913485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D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9454" y="3838030"/>
              <a:ext cx="436880" cy="436880"/>
            </a:xfrm>
            <a:custGeom>
              <a:avLst/>
              <a:gdLst/>
              <a:ahLst/>
              <a:cxnLst/>
              <a:rect l="l" t="t" r="r" b="b"/>
              <a:pathLst>
                <a:path w="436880" h="436879">
                  <a:moveTo>
                    <a:pt x="218381" y="0"/>
                  </a:moveTo>
                  <a:lnTo>
                    <a:pt x="218175" y="0"/>
                  </a:lnTo>
                  <a:lnTo>
                    <a:pt x="168100" y="5783"/>
                  </a:lnTo>
                  <a:lnTo>
                    <a:pt x="122180" y="22218"/>
                  </a:lnTo>
                  <a:lnTo>
                    <a:pt x="81682" y="47994"/>
                  </a:lnTo>
                  <a:lnTo>
                    <a:pt x="47907" y="81800"/>
                  </a:lnTo>
                  <a:lnTo>
                    <a:pt x="22164" y="122327"/>
                  </a:lnTo>
                  <a:lnTo>
                    <a:pt x="5760" y="168262"/>
                  </a:lnTo>
                  <a:lnTo>
                    <a:pt x="0" y="218295"/>
                  </a:lnTo>
                  <a:lnTo>
                    <a:pt x="5762" y="268348"/>
                  </a:lnTo>
                  <a:lnTo>
                    <a:pt x="22175" y="314296"/>
                  </a:lnTo>
                  <a:lnTo>
                    <a:pt x="47931" y="354827"/>
                  </a:lnTo>
                  <a:lnTo>
                    <a:pt x="81718" y="388633"/>
                  </a:lnTo>
                  <a:lnTo>
                    <a:pt x="122228" y="414403"/>
                  </a:lnTo>
                  <a:lnTo>
                    <a:pt x="168150" y="430826"/>
                  </a:lnTo>
                  <a:lnTo>
                    <a:pt x="218175" y="436591"/>
                  </a:lnTo>
                  <a:lnTo>
                    <a:pt x="268200" y="430826"/>
                  </a:lnTo>
                  <a:lnTo>
                    <a:pt x="284223" y="425096"/>
                  </a:lnTo>
                  <a:lnTo>
                    <a:pt x="218175" y="425096"/>
                  </a:lnTo>
                  <a:lnTo>
                    <a:pt x="170784" y="419634"/>
                  </a:lnTo>
                  <a:lnTo>
                    <a:pt x="127280" y="404076"/>
                  </a:lnTo>
                  <a:lnTo>
                    <a:pt x="88903" y="379664"/>
                  </a:lnTo>
                  <a:lnTo>
                    <a:pt x="56895" y="347639"/>
                  </a:lnTo>
                  <a:lnTo>
                    <a:pt x="32497" y="309241"/>
                  </a:lnTo>
                  <a:lnTo>
                    <a:pt x="16947" y="265713"/>
                  </a:lnTo>
                  <a:lnTo>
                    <a:pt x="11489" y="218295"/>
                  </a:lnTo>
                  <a:lnTo>
                    <a:pt x="17001" y="170878"/>
                  </a:lnTo>
                  <a:lnTo>
                    <a:pt x="32596" y="127350"/>
                  </a:lnTo>
                  <a:lnTo>
                    <a:pt x="56970" y="89019"/>
                  </a:lnTo>
                  <a:lnTo>
                    <a:pt x="88969" y="57004"/>
                  </a:lnTo>
                  <a:lnTo>
                    <a:pt x="127328" y="32586"/>
                  </a:lnTo>
                  <a:lnTo>
                    <a:pt x="170809" y="17005"/>
                  </a:lnTo>
                  <a:lnTo>
                    <a:pt x="218175" y="11495"/>
                  </a:lnTo>
                  <a:lnTo>
                    <a:pt x="284331" y="11495"/>
                  </a:lnTo>
                  <a:lnTo>
                    <a:pt x="268381" y="5783"/>
                  </a:lnTo>
                  <a:lnTo>
                    <a:pt x="218381" y="0"/>
                  </a:lnTo>
                  <a:close/>
                </a:path>
                <a:path w="436880" h="436879">
                  <a:moveTo>
                    <a:pt x="284331" y="11495"/>
                  </a:moveTo>
                  <a:lnTo>
                    <a:pt x="218175" y="11495"/>
                  </a:lnTo>
                  <a:lnTo>
                    <a:pt x="265567" y="16957"/>
                  </a:lnTo>
                  <a:lnTo>
                    <a:pt x="309071" y="32514"/>
                  </a:lnTo>
                  <a:lnTo>
                    <a:pt x="347447" y="56927"/>
                  </a:lnTo>
                  <a:lnTo>
                    <a:pt x="379455" y="88952"/>
                  </a:lnTo>
                  <a:lnTo>
                    <a:pt x="403871" y="127398"/>
                  </a:lnTo>
                  <a:lnTo>
                    <a:pt x="419406" y="170902"/>
                  </a:lnTo>
                  <a:lnTo>
                    <a:pt x="424862" y="218295"/>
                  </a:lnTo>
                  <a:lnTo>
                    <a:pt x="419403" y="265713"/>
                  </a:lnTo>
                  <a:lnTo>
                    <a:pt x="403854" y="309241"/>
                  </a:lnTo>
                  <a:lnTo>
                    <a:pt x="379455" y="347639"/>
                  </a:lnTo>
                  <a:lnTo>
                    <a:pt x="347447" y="379664"/>
                  </a:lnTo>
                  <a:lnTo>
                    <a:pt x="309071" y="404076"/>
                  </a:lnTo>
                  <a:lnTo>
                    <a:pt x="265567" y="419634"/>
                  </a:lnTo>
                  <a:lnTo>
                    <a:pt x="218175" y="425096"/>
                  </a:lnTo>
                  <a:lnTo>
                    <a:pt x="284223" y="425096"/>
                  </a:lnTo>
                  <a:lnTo>
                    <a:pt x="354632" y="388633"/>
                  </a:lnTo>
                  <a:lnTo>
                    <a:pt x="388420" y="354827"/>
                  </a:lnTo>
                  <a:lnTo>
                    <a:pt x="414175" y="314296"/>
                  </a:lnTo>
                  <a:lnTo>
                    <a:pt x="430589" y="268348"/>
                  </a:lnTo>
                  <a:lnTo>
                    <a:pt x="436351" y="218295"/>
                  </a:lnTo>
                  <a:lnTo>
                    <a:pt x="430606" y="168243"/>
                  </a:lnTo>
                  <a:lnTo>
                    <a:pt x="414208" y="122295"/>
                  </a:lnTo>
                  <a:lnTo>
                    <a:pt x="388467" y="81763"/>
                  </a:lnTo>
                  <a:lnTo>
                    <a:pt x="354750" y="47994"/>
                  </a:lnTo>
                  <a:lnTo>
                    <a:pt x="314273" y="22218"/>
                  </a:lnTo>
                  <a:lnTo>
                    <a:pt x="284331" y="11495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683" y="3959740"/>
              <a:ext cx="103977" cy="19583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08200" y="1302766"/>
            <a:ext cx="6652259" cy="312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Site-to-Site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Connect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data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center to</a:t>
            </a:r>
            <a:r>
              <a:rPr sz="2500" spc="-1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3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Cloud Hub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Interconnect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branch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offices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Arial MT"/>
              <a:cs typeface="Arial MT"/>
            </a:endParaRPr>
          </a:p>
          <a:p>
            <a:pPr marL="12700" marR="74930">
              <a:lnSpc>
                <a:spcPts val="288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Client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VPN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Remote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access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2500" spc="-1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3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from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any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location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552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Direct</a:t>
            </a:r>
            <a:r>
              <a:rPr sz="2800" spc="-60" dirty="0"/>
              <a:t> </a:t>
            </a:r>
            <a:r>
              <a:rPr sz="2800" spc="-5" dirty="0"/>
              <a:t>Connect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981710" y="1876298"/>
            <a:ext cx="2351405" cy="1346835"/>
            <a:chOff x="981710" y="1876298"/>
            <a:chExt cx="2351405" cy="1346835"/>
          </a:xfrm>
        </p:grpSpPr>
        <p:sp>
          <p:nvSpPr>
            <p:cNvPr id="4" name="object 4"/>
            <p:cNvSpPr/>
            <p:nvPr/>
          </p:nvSpPr>
          <p:spPr>
            <a:xfrm>
              <a:off x="994410" y="1888998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2325624" y="0"/>
                  </a:moveTo>
                  <a:lnTo>
                    <a:pt x="0" y="0"/>
                  </a:lnTo>
                  <a:lnTo>
                    <a:pt x="0" y="1321308"/>
                  </a:lnTo>
                  <a:lnTo>
                    <a:pt x="2325624" y="1321308"/>
                  </a:lnTo>
                  <a:lnTo>
                    <a:pt x="2325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94410" y="1888998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0" y="1321308"/>
                  </a:moveTo>
                  <a:lnTo>
                    <a:pt x="2325624" y="1321308"/>
                  </a:lnTo>
                  <a:lnTo>
                    <a:pt x="2325624" y="0"/>
                  </a:lnTo>
                  <a:lnTo>
                    <a:pt x="0" y="0"/>
                  </a:lnTo>
                  <a:lnTo>
                    <a:pt x="0" y="1321308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94410" y="1888998"/>
            <a:ext cx="1958339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576580">
              <a:lnSpc>
                <a:spcPct val="100000"/>
              </a:lnSpc>
              <a:spcBef>
                <a:spcPts val="1775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3071" y="535145"/>
            <a:ext cx="798872" cy="53717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812790" y="1876298"/>
            <a:ext cx="2351405" cy="1346835"/>
            <a:chOff x="5812790" y="1876298"/>
            <a:chExt cx="2351405" cy="1346835"/>
          </a:xfrm>
        </p:grpSpPr>
        <p:sp>
          <p:nvSpPr>
            <p:cNvPr id="9" name="object 9"/>
            <p:cNvSpPr/>
            <p:nvPr/>
          </p:nvSpPr>
          <p:spPr>
            <a:xfrm>
              <a:off x="5825490" y="1888998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2325623" y="0"/>
                  </a:moveTo>
                  <a:lnTo>
                    <a:pt x="0" y="0"/>
                  </a:lnTo>
                  <a:lnTo>
                    <a:pt x="0" y="1321308"/>
                  </a:lnTo>
                  <a:lnTo>
                    <a:pt x="2325623" y="1321308"/>
                  </a:lnTo>
                  <a:lnTo>
                    <a:pt x="23256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25490" y="1888998"/>
              <a:ext cx="2326005" cy="1321435"/>
            </a:xfrm>
            <a:custGeom>
              <a:avLst/>
              <a:gdLst/>
              <a:ahLst/>
              <a:cxnLst/>
              <a:rect l="l" t="t" r="r" b="b"/>
              <a:pathLst>
                <a:path w="2326004" h="1321435">
                  <a:moveTo>
                    <a:pt x="0" y="1321308"/>
                  </a:moveTo>
                  <a:lnTo>
                    <a:pt x="2325623" y="1321308"/>
                  </a:lnTo>
                  <a:lnTo>
                    <a:pt x="2325623" y="0"/>
                  </a:lnTo>
                  <a:lnTo>
                    <a:pt x="0" y="0"/>
                  </a:lnTo>
                  <a:lnTo>
                    <a:pt x="0" y="1321308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97346" y="1888998"/>
            <a:ext cx="1953895" cy="1321435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08915">
              <a:lnSpc>
                <a:spcPct val="100000"/>
              </a:lnSpc>
              <a:spcBef>
                <a:spcPts val="1170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On-premises</a:t>
            </a:r>
            <a:endParaRPr sz="160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Data</a:t>
            </a:r>
            <a:r>
              <a:rPr sz="16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Center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2750" y="471109"/>
            <a:ext cx="4817110" cy="2739390"/>
            <a:chOff x="2952750" y="471109"/>
            <a:chExt cx="4817110" cy="273939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4536"/>
              <a:ext cx="2598419" cy="10661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320034" y="2550414"/>
              <a:ext cx="2505075" cy="0"/>
            </a:xfrm>
            <a:custGeom>
              <a:avLst/>
              <a:gdLst/>
              <a:ahLst/>
              <a:cxnLst/>
              <a:rect l="l" t="t" r="r" b="b"/>
              <a:pathLst>
                <a:path w="2505075">
                  <a:moveTo>
                    <a:pt x="2504693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52750" y="1888998"/>
              <a:ext cx="367665" cy="1321435"/>
            </a:xfrm>
            <a:custGeom>
              <a:avLst/>
              <a:gdLst/>
              <a:ahLst/>
              <a:cxnLst/>
              <a:rect l="l" t="t" r="r" b="b"/>
              <a:pathLst>
                <a:path w="367664" h="1321435">
                  <a:moveTo>
                    <a:pt x="367284" y="0"/>
                  </a:moveTo>
                  <a:lnTo>
                    <a:pt x="0" y="0"/>
                  </a:lnTo>
                  <a:lnTo>
                    <a:pt x="0" y="1321308"/>
                  </a:lnTo>
                  <a:lnTo>
                    <a:pt x="367284" y="1321308"/>
                  </a:lnTo>
                  <a:lnTo>
                    <a:pt x="367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7412" y="476287"/>
              <a:ext cx="527685" cy="734695"/>
            </a:xfrm>
            <a:custGeom>
              <a:avLst/>
              <a:gdLst/>
              <a:ahLst/>
              <a:cxnLst/>
              <a:rect l="l" t="t" r="r" b="b"/>
              <a:pathLst>
                <a:path w="527684" h="734694">
                  <a:moveTo>
                    <a:pt x="527380" y="715441"/>
                  </a:moveTo>
                  <a:lnTo>
                    <a:pt x="461454" y="715441"/>
                  </a:lnTo>
                  <a:lnTo>
                    <a:pt x="461454" y="74955"/>
                  </a:lnTo>
                  <a:lnTo>
                    <a:pt x="461454" y="55892"/>
                  </a:lnTo>
                  <a:lnTo>
                    <a:pt x="414375" y="55892"/>
                  </a:lnTo>
                  <a:lnTo>
                    <a:pt x="414375" y="18389"/>
                  </a:lnTo>
                  <a:lnTo>
                    <a:pt x="395528" y="18389"/>
                  </a:lnTo>
                  <a:lnTo>
                    <a:pt x="395528" y="55892"/>
                  </a:lnTo>
                  <a:lnTo>
                    <a:pt x="131851" y="55892"/>
                  </a:lnTo>
                  <a:lnTo>
                    <a:pt x="131851" y="17780"/>
                  </a:lnTo>
                  <a:lnTo>
                    <a:pt x="414375" y="17780"/>
                  </a:lnTo>
                  <a:lnTo>
                    <a:pt x="414375" y="0"/>
                  </a:lnTo>
                  <a:lnTo>
                    <a:pt x="113017" y="0"/>
                  </a:lnTo>
                  <a:lnTo>
                    <a:pt x="113017" y="17780"/>
                  </a:lnTo>
                  <a:lnTo>
                    <a:pt x="113017" y="55892"/>
                  </a:lnTo>
                  <a:lnTo>
                    <a:pt x="65925" y="55892"/>
                  </a:lnTo>
                  <a:lnTo>
                    <a:pt x="65925" y="74955"/>
                  </a:lnTo>
                  <a:lnTo>
                    <a:pt x="65925" y="715200"/>
                  </a:lnTo>
                  <a:lnTo>
                    <a:pt x="84759" y="715200"/>
                  </a:lnTo>
                  <a:lnTo>
                    <a:pt x="84759" y="74955"/>
                  </a:lnTo>
                  <a:lnTo>
                    <a:pt x="442620" y="74955"/>
                  </a:lnTo>
                  <a:lnTo>
                    <a:pt x="442620" y="715441"/>
                  </a:lnTo>
                  <a:lnTo>
                    <a:pt x="282524" y="715441"/>
                  </a:lnTo>
                  <a:lnTo>
                    <a:pt x="282524" y="612013"/>
                  </a:lnTo>
                  <a:lnTo>
                    <a:pt x="244856" y="612013"/>
                  </a:lnTo>
                  <a:lnTo>
                    <a:pt x="244856" y="715441"/>
                  </a:lnTo>
                  <a:lnTo>
                    <a:pt x="0" y="715441"/>
                  </a:lnTo>
                  <a:lnTo>
                    <a:pt x="0" y="734275"/>
                  </a:lnTo>
                  <a:lnTo>
                    <a:pt x="527380" y="734275"/>
                  </a:lnTo>
                  <a:lnTo>
                    <a:pt x="527380" y="715441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2713" y="471109"/>
              <a:ext cx="537210" cy="744220"/>
            </a:xfrm>
            <a:custGeom>
              <a:avLst/>
              <a:gdLst/>
              <a:ahLst/>
              <a:cxnLst/>
              <a:rect l="l" t="t" r="r" b="b"/>
              <a:pathLst>
                <a:path w="537209" h="744219">
                  <a:moveTo>
                    <a:pt x="65921" y="715896"/>
                  </a:moveTo>
                  <a:lnTo>
                    <a:pt x="0" y="715896"/>
                  </a:lnTo>
                  <a:lnTo>
                    <a:pt x="0" y="744167"/>
                  </a:lnTo>
                  <a:lnTo>
                    <a:pt x="536792" y="744167"/>
                  </a:lnTo>
                  <a:lnTo>
                    <a:pt x="536792" y="739453"/>
                  </a:lnTo>
                  <a:lnTo>
                    <a:pt x="9417" y="739453"/>
                  </a:lnTo>
                  <a:lnTo>
                    <a:pt x="4708" y="734741"/>
                  </a:lnTo>
                  <a:lnTo>
                    <a:pt x="9417" y="734741"/>
                  </a:lnTo>
                  <a:lnTo>
                    <a:pt x="9417" y="725319"/>
                  </a:lnTo>
                  <a:lnTo>
                    <a:pt x="4708" y="725319"/>
                  </a:lnTo>
                  <a:lnTo>
                    <a:pt x="9417" y="720608"/>
                  </a:lnTo>
                  <a:lnTo>
                    <a:pt x="65921" y="720608"/>
                  </a:lnTo>
                  <a:lnTo>
                    <a:pt x="65921" y="715896"/>
                  </a:lnTo>
                  <a:close/>
                </a:path>
                <a:path w="537209" h="744219">
                  <a:moveTo>
                    <a:pt x="9417" y="734741"/>
                  </a:moveTo>
                  <a:lnTo>
                    <a:pt x="4708" y="734741"/>
                  </a:lnTo>
                  <a:lnTo>
                    <a:pt x="9417" y="739453"/>
                  </a:lnTo>
                  <a:lnTo>
                    <a:pt x="9417" y="734741"/>
                  </a:lnTo>
                  <a:close/>
                </a:path>
                <a:path w="537209" h="744219">
                  <a:moveTo>
                    <a:pt x="527374" y="734741"/>
                  </a:moveTo>
                  <a:lnTo>
                    <a:pt x="9417" y="734741"/>
                  </a:lnTo>
                  <a:lnTo>
                    <a:pt x="9417" y="739453"/>
                  </a:lnTo>
                  <a:lnTo>
                    <a:pt x="527374" y="739453"/>
                  </a:lnTo>
                  <a:lnTo>
                    <a:pt x="527374" y="734741"/>
                  </a:lnTo>
                  <a:close/>
                </a:path>
                <a:path w="537209" h="744219">
                  <a:moveTo>
                    <a:pt x="527374" y="720608"/>
                  </a:moveTo>
                  <a:lnTo>
                    <a:pt x="527374" y="739453"/>
                  </a:lnTo>
                  <a:lnTo>
                    <a:pt x="532083" y="734741"/>
                  </a:lnTo>
                  <a:lnTo>
                    <a:pt x="536792" y="734741"/>
                  </a:lnTo>
                  <a:lnTo>
                    <a:pt x="536792" y="725319"/>
                  </a:lnTo>
                  <a:lnTo>
                    <a:pt x="532083" y="725319"/>
                  </a:lnTo>
                  <a:lnTo>
                    <a:pt x="527374" y="720608"/>
                  </a:lnTo>
                  <a:close/>
                </a:path>
                <a:path w="537209" h="744219">
                  <a:moveTo>
                    <a:pt x="536792" y="734741"/>
                  </a:moveTo>
                  <a:lnTo>
                    <a:pt x="532083" y="734741"/>
                  </a:lnTo>
                  <a:lnTo>
                    <a:pt x="527374" y="739453"/>
                  </a:lnTo>
                  <a:lnTo>
                    <a:pt x="536792" y="739453"/>
                  </a:lnTo>
                  <a:lnTo>
                    <a:pt x="536792" y="734741"/>
                  </a:lnTo>
                  <a:close/>
                </a:path>
                <a:path w="537209" h="744219">
                  <a:moveTo>
                    <a:pt x="9417" y="720608"/>
                  </a:moveTo>
                  <a:lnTo>
                    <a:pt x="4708" y="725319"/>
                  </a:lnTo>
                  <a:lnTo>
                    <a:pt x="9417" y="725319"/>
                  </a:lnTo>
                  <a:lnTo>
                    <a:pt x="9417" y="720608"/>
                  </a:lnTo>
                  <a:close/>
                </a:path>
                <a:path w="537209" h="744219">
                  <a:moveTo>
                    <a:pt x="75339" y="715896"/>
                  </a:moveTo>
                  <a:lnTo>
                    <a:pt x="70630" y="715896"/>
                  </a:lnTo>
                  <a:lnTo>
                    <a:pt x="65921" y="720608"/>
                  </a:lnTo>
                  <a:lnTo>
                    <a:pt x="9417" y="720608"/>
                  </a:lnTo>
                  <a:lnTo>
                    <a:pt x="9417" y="725319"/>
                  </a:lnTo>
                  <a:lnTo>
                    <a:pt x="75339" y="725319"/>
                  </a:lnTo>
                  <a:lnTo>
                    <a:pt x="75339" y="715896"/>
                  </a:lnTo>
                  <a:close/>
                </a:path>
                <a:path w="537209" h="744219">
                  <a:moveTo>
                    <a:pt x="452035" y="75380"/>
                  </a:moveTo>
                  <a:lnTo>
                    <a:pt x="84756" y="75380"/>
                  </a:lnTo>
                  <a:lnTo>
                    <a:pt x="84756" y="725319"/>
                  </a:lnTo>
                  <a:lnTo>
                    <a:pt x="254269" y="725319"/>
                  </a:lnTo>
                  <a:lnTo>
                    <a:pt x="254269" y="720608"/>
                  </a:lnTo>
                  <a:lnTo>
                    <a:pt x="94174" y="720608"/>
                  </a:lnTo>
                  <a:lnTo>
                    <a:pt x="89465" y="715896"/>
                  </a:lnTo>
                  <a:lnTo>
                    <a:pt x="94174" y="715896"/>
                  </a:lnTo>
                  <a:lnTo>
                    <a:pt x="94174" y="84803"/>
                  </a:lnTo>
                  <a:lnTo>
                    <a:pt x="89465" y="84803"/>
                  </a:lnTo>
                  <a:lnTo>
                    <a:pt x="94174" y="80091"/>
                  </a:lnTo>
                  <a:lnTo>
                    <a:pt x="452035" y="80091"/>
                  </a:lnTo>
                  <a:lnTo>
                    <a:pt x="452035" y="75380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82522" y="725319"/>
                  </a:lnTo>
                  <a:lnTo>
                    <a:pt x="452035" y="725319"/>
                  </a:lnTo>
                  <a:lnTo>
                    <a:pt x="452035" y="720608"/>
                  </a:lnTo>
                  <a:lnTo>
                    <a:pt x="291939" y="720608"/>
                  </a:lnTo>
                  <a:lnTo>
                    <a:pt x="287230" y="715896"/>
                  </a:lnTo>
                  <a:lnTo>
                    <a:pt x="291939" y="715896"/>
                  </a:lnTo>
                  <a:lnTo>
                    <a:pt x="291939" y="621890"/>
                  </a:lnTo>
                  <a:lnTo>
                    <a:pt x="287230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461452" y="61246"/>
                  </a:moveTo>
                  <a:lnTo>
                    <a:pt x="461452" y="725319"/>
                  </a:lnTo>
                  <a:lnTo>
                    <a:pt x="527374" y="725319"/>
                  </a:lnTo>
                  <a:lnTo>
                    <a:pt x="527374" y="720608"/>
                  </a:lnTo>
                  <a:lnTo>
                    <a:pt x="470870" y="720608"/>
                  </a:lnTo>
                  <a:lnTo>
                    <a:pt x="466161" y="715896"/>
                  </a:lnTo>
                  <a:lnTo>
                    <a:pt x="470870" y="715896"/>
                  </a:lnTo>
                  <a:lnTo>
                    <a:pt x="470870" y="65958"/>
                  </a:lnTo>
                  <a:lnTo>
                    <a:pt x="466161" y="65958"/>
                  </a:lnTo>
                  <a:lnTo>
                    <a:pt x="461452" y="61246"/>
                  </a:lnTo>
                  <a:close/>
                </a:path>
                <a:path w="537209" h="744219">
                  <a:moveTo>
                    <a:pt x="536792" y="715896"/>
                  </a:moveTo>
                  <a:lnTo>
                    <a:pt x="470870" y="715896"/>
                  </a:lnTo>
                  <a:lnTo>
                    <a:pt x="470870" y="720608"/>
                  </a:lnTo>
                  <a:lnTo>
                    <a:pt x="527374" y="720608"/>
                  </a:lnTo>
                  <a:lnTo>
                    <a:pt x="532083" y="725319"/>
                  </a:lnTo>
                  <a:lnTo>
                    <a:pt x="536792" y="725319"/>
                  </a:lnTo>
                  <a:lnTo>
                    <a:pt x="536792" y="715896"/>
                  </a:lnTo>
                  <a:close/>
                </a:path>
                <a:path w="537209" h="744219">
                  <a:moveTo>
                    <a:pt x="113008" y="56535"/>
                  </a:moveTo>
                  <a:lnTo>
                    <a:pt x="65921" y="56535"/>
                  </a:lnTo>
                  <a:lnTo>
                    <a:pt x="65921" y="720608"/>
                  </a:lnTo>
                  <a:lnTo>
                    <a:pt x="70630" y="715896"/>
                  </a:lnTo>
                  <a:lnTo>
                    <a:pt x="75339" y="715896"/>
                  </a:lnTo>
                  <a:lnTo>
                    <a:pt x="75339" y="65958"/>
                  </a:lnTo>
                  <a:lnTo>
                    <a:pt x="70630" y="65958"/>
                  </a:lnTo>
                  <a:lnTo>
                    <a:pt x="75339" y="61246"/>
                  </a:lnTo>
                  <a:lnTo>
                    <a:pt x="113008" y="61246"/>
                  </a:lnTo>
                  <a:lnTo>
                    <a:pt x="113008" y="56535"/>
                  </a:lnTo>
                  <a:close/>
                </a:path>
                <a:path w="537209" h="744219">
                  <a:moveTo>
                    <a:pt x="94174" y="715896"/>
                  </a:moveTo>
                  <a:lnTo>
                    <a:pt x="89465" y="715896"/>
                  </a:lnTo>
                  <a:lnTo>
                    <a:pt x="94174" y="720608"/>
                  </a:lnTo>
                  <a:lnTo>
                    <a:pt x="94174" y="715896"/>
                  </a:lnTo>
                  <a:close/>
                </a:path>
                <a:path w="537209" h="744219">
                  <a:moveTo>
                    <a:pt x="244852" y="715896"/>
                  </a:moveTo>
                  <a:lnTo>
                    <a:pt x="94174" y="715896"/>
                  </a:lnTo>
                  <a:lnTo>
                    <a:pt x="94174" y="720608"/>
                  </a:lnTo>
                  <a:lnTo>
                    <a:pt x="244852" y="720608"/>
                  </a:lnTo>
                  <a:lnTo>
                    <a:pt x="244852" y="715896"/>
                  </a:lnTo>
                  <a:close/>
                </a:path>
                <a:path w="537209" h="744219">
                  <a:moveTo>
                    <a:pt x="291939" y="612468"/>
                  </a:moveTo>
                  <a:lnTo>
                    <a:pt x="244852" y="612468"/>
                  </a:lnTo>
                  <a:lnTo>
                    <a:pt x="244852" y="720608"/>
                  </a:lnTo>
                  <a:lnTo>
                    <a:pt x="249561" y="715896"/>
                  </a:lnTo>
                  <a:lnTo>
                    <a:pt x="254269" y="715896"/>
                  </a:lnTo>
                  <a:lnTo>
                    <a:pt x="254269" y="621890"/>
                  </a:lnTo>
                  <a:lnTo>
                    <a:pt x="249561" y="621890"/>
                  </a:lnTo>
                  <a:lnTo>
                    <a:pt x="254269" y="617179"/>
                  </a:lnTo>
                  <a:lnTo>
                    <a:pt x="291939" y="617179"/>
                  </a:lnTo>
                  <a:lnTo>
                    <a:pt x="291939" y="612468"/>
                  </a:lnTo>
                  <a:close/>
                </a:path>
                <a:path w="537209" h="744219">
                  <a:moveTo>
                    <a:pt x="254269" y="715896"/>
                  </a:moveTo>
                  <a:lnTo>
                    <a:pt x="249561" y="715896"/>
                  </a:lnTo>
                  <a:lnTo>
                    <a:pt x="244852" y="720608"/>
                  </a:lnTo>
                  <a:lnTo>
                    <a:pt x="254269" y="720608"/>
                  </a:lnTo>
                  <a:lnTo>
                    <a:pt x="254269" y="715896"/>
                  </a:lnTo>
                  <a:close/>
                </a:path>
                <a:path w="537209" h="744219">
                  <a:moveTo>
                    <a:pt x="291939" y="715896"/>
                  </a:moveTo>
                  <a:lnTo>
                    <a:pt x="287230" y="715896"/>
                  </a:lnTo>
                  <a:lnTo>
                    <a:pt x="291939" y="720608"/>
                  </a:lnTo>
                  <a:lnTo>
                    <a:pt x="291939" y="715896"/>
                  </a:lnTo>
                  <a:close/>
                </a:path>
                <a:path w="537209" h="744219">
                  <a:moveTo>
                    <a:pt x="442618" y="715896"/>
                  </a:moveTo>
                  <a:lnTo>
                    <a:pt x="291939" y="715896"/>
                  </a:lnTo>
                  <a:lnTo>
                    <a:pt x="291939" y="720608"/>
                  </a:lnTo>
                  <a:lnTo>
                    <a:pt x="442618" y="720608"/>
                  </a:lnTo>
                  <a:lnTo>
                    <a:pt x="442618" y="715896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442618" y="720608"/>
                  </a:lnTo>
                  <a:lnTo>
                    <a:pt x="447326" y="715896"/>
                  </a:lnTo>
                  <a:lnTo>
                    <a:pt x="452035" y="715896"/>
                  </a:lnTo>
                  <a:lnTo>
                    <a:pt x="452035" y="84803"/>
                  </a:lnTo>
                  <a:lnTo>
                    <a:pt x="447326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715896"/>
                  </a:moveTo>
                  <a:lnTo>
                    <a:pt x="447326" y="715896"/>
                  </a:lnTo>
                  <a:lnTo>
                    <a:pt x="442618" y="720608"/>
                  </a:lnTo>
                  <a:lnTo>
                    <a:pt x="452035" y="720608"/>
                  </a:lnTo>
                  <a:lnTo>
                    <a:pt x="452035" y="715896"/>
                  </a:lnTo>
                  <a:close/>
                </a:path>
                <a:path w="537209" h="744219">
                  <a:moveTo>
                    <a:pt x="470870" y="715896"/>
                  </a:moveTo>
                  <a:lnTo>
                    <a:pt x="466161" y="715896"/>
                  </a:lnTo>
                  <a:lnTo>
                    <a:pt x="470870" y="720608"/>
                  </a:lnTo>
                  <a:lnTo>
                    <a:pt x="470870" y="715896"/>
                  </a:lnTo>
                  <a:close/>
                </a:path>
                <a:path w="537209" h="744219">
                  <a:moveTo>
                    <a:pt x="254269" y="617179"/>
                  </a:moveTo>
                  <a:lnTo>
                    <a:pt x="249561" y="621890"/>
                  </a:lnTo>
                  <a:lnTo>
                    <a:pt x="254269" y="621890"/>
                  </a:lnTo>
                  <a:lnTo>
                    <a:pt x="254269" y="617179"/>
                  </a:lnTo>
                  <a:close/>
                </a:path>
                <a:path w="537209" h="744219">
                  <a:moveTo>
                    <a:pt x="282522" y="617179"/>
                  </a:moveTo>
                  <a:lnTo>
                    <a:pt x="254269" y="617179"/>
                  </a:lnTo>
                  <a:lnTo>
                    <a:pt x="254269" y="621890"/>
                  </a:lnTo>
                  <a:lnTo>
                    <a:pt x="282522" y="621890"/>
                  </a:lnTo>
                  <a:lnTo>
                    <a:pt x="282522" y="617179"/>
                  </a:lnTo>
                  <a:close/>
                </a:path>
                <a:path w="537209" h="744219">
                  <a:moveTo>
                    <a:pt x="291939" y="617179"/>
                  </a:moveTo>
                  <a:lnTo>
                    <a:pt x="282522" y="617179"/>
                  </a:lnTo>
                  <a:lnTo>
                    <a:pt x="287230" y="621890"/>
                  </a:lnTo>
                  <a:lnTo>
                    <a:pt x="291939" y="621890"/>
                  </a:lnTo>
                  <a:lnTo>
                    <a:pt x="291939" y="617179"/>
                  </a:lnTo>
                  <a:close/>
                </a:path>
                <a:path w="537209" h="744219">
                  <a:moveTo>
                    <a:pt x="94174" y="80091"/>
                  </a:moveTo>
                  <a:lnTo>
                    <a:pt x="89465" y="84803"/>
                  </a:lnTo>
                  <a:lnTo>
                    <a:pt x="94174" y="84803"/>
                  </a:lnTo>
                  <a:lnTo>
                    <a:pt x="94174" y="80091"/>
                  </a:lnTo>
                  <a:close/>
                </a:path>
                <a:path w="537209" h="744219">
                  <a:moveTo>
                    <a:pt x="442618" y="80091"/>
                  </a:moveTo>
                  <a:lnTo>
                    <a:pt x="94174" y="80091"/>
                  </a:lnTo>
                  <a:lnTo>
                    <a:pt x="94174" y="84803"/>
                  </a:lnTo>
                  <a:lnTo>
                    <a:pt x="442618" y="84803"/>
                  </a:lnTo>
                  <a:lnTo>
                    <a:pt x="442618" y="80091"/>
                  </a:lnTo>
                  <a:close/>
                </a:path>
                <a:path w="537209" h="744219">
                  <a:moveTo>
                    <a:pt x="452035" y="80091"/>
                  </a:moveTo>
                  <a:lnTo>
                    <a:pt x="442618" y="80091"/>
                  </a:lnTo>
                  <a:lnTo>
                    <a:pt x="447326" y="84803"/>
                  </a:lnTo>
                  <a:lnTo>
                    <a:pt x="452035" y="84803"/>
                  </a:lnTo>
                  <a:lnTo>
                    <a:pt x="452035" y="80091"/>
                  </a:lnTo>
                  <a:close/>
                </a:path>
                <a:path w="537209" h="744219">
                  <a:moveTo>
                    <a:pt x="75339" y="61246"/>
                  </a:moveTo>
                  <a:lnTo>
                    <a:pt x="70630" y="65958"/>
                  </a:lnTo>
                  <a:lnTo>
                    <a:pt x="75339" y="65958"/>
                  </a:lnTo>
                  <a:lnTo>
                    <a:pt x="75339" y="61246"/>
                  </a:lnTo>
                  <a:close/>
                </a:path>
                <a:path w="537209" h="744219">
                  <a:moveTo>
                    <a:pt x="122426" y="56535"/>
                  </a:moveTo>
                  <a:lnTo>
                    <a:pt x="117717" y="56535"/>
                  </a:lnTo>
                  <a:lnTo>
                    <a:pt x="113008" y="61246"/>
                  </a:lnTo>
                  <a:lnTo>
                    <a:pt x="75339" y="61246"/>
                  </a:lnTo>
                  <a:lnTo>
                    <a:pt x="75339" y="65958"/>
                  </a:lnTo>
                  <a:lnTo>
                    <a:pt x="122426" y="65958"/>
                  </a:lnTo>
                  <a:lnTo>
                    <a:pt x="122426" y="56535"/>
                  </a:lnTo>
                  <a:close/>
                </a:path>
                <a:path w="537209" h="744219">
                  <a:moveTo>
                    <a:pt x="404948" y="18845"/>
                  </a:moveTo>
                  <a:lnTo>
                    <a:pt x="131843" y="18845"/>
                  </a:lnTo>
                  <a:lnTo>
                    <a:pt x="131843" y="65958"/>
                  </a:lnTo>
                  <a:lnTo>
                    <a:pt x="404948" y="65958"/>
                  </a:lnTo>
                  <a:lnTo>
                    <a:pt x="404948" y="61246"/>
                  </a:lnTo>
                  <a:lnTo>
                    <a:pt x="141261" y="61246"/>
                  </a:lnTo>
                  <a:lnTo>
                    <a:pt x="136552" y="56535"/>
                  </a:lnTo>
                  <a:lnTo>
                    <a:pt x="141261" y="56535"/>
                  </a:lnTo>
                  <a:lnTo>
                    <a:pt x="141261" y="28267"/>
                  </a:lnTo>
                  <a:lnTo>
                    <a:pt x="136552" y="28267"/>
                  </a:lnTo>
                  <a:lnTo>
                    <a:pt x="141261" y="23556"/>
                  </a:lnTo>
                  <a:lnTo>
                    <a:pt x="404948" y="23556"/>
                  </a:lnTo>
                  <a:lnTo>
                    <a:pt x="404948" y="18845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414365" y="65958"/>
                  </a:lnTo>
                  <a:lnTo>
                    <a:pt x="461452" y="65958"/>
                  </a:lnTo>
                  <a:lnTo>
                    <a:pt x="461452" y="61246"/>
                  </a:lnTo>
                  <a:lnTo>
                    <a:pt x="423783" y="61246"/>
                  </a:lnTo>
                  <a:lnTo>
                    <a:pt x="419074" y="56535"/>
                  </a:lnTo>
                  <a:lnTo>
                    <a:pt x="423783" y="56535"/>
                  </a:lnTo>
                  <a:lnTo>
                    <a:pt x="423783" y="9422"/>
                  </a:lnTo>
                  <a:lnTo>
                    <a:pt x="419074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70870" y="56535"/>
                  </a:moveTo>
                  <a:lnTo>
                    <a:pt x="423783" y="56535"/>
                  </a:lnTo>
                  <a:lnTo>
                    <a:pt x="423783" y="61246"/>
                  </a:lnTo>
                  <a:lnTo>
                    <a:pt x="461452" y="61246"/>
                  </a:lnTo>
                  <a:lnTo>
                    <a:pt x="466161" y="65958"/>
                  </a:lnTo>
                  <a:lnTo>
                    <a:pt x="470870" y="65958"/>
                  </a:lnTo>
                  <a:lnTo>
                    <a:pt x="470870" y="56535"/>
                  </a:lnTo>
                  <a:close/>
                </a:path>
                <a:path w="537209" h="744219">
                  <a:moveTo>
                    <a:pt x="423783" y="0"/>
                  </a:moveTo>
                  <a:lnTo>
                    <a:pt x="113008" y="0"/>
                  </a:lnTo>
                  <a:lnTo>
                    <a:pt x="113008" y="61246"/>
                  </a:lnTo>
                  <a:lnTo>
                    <a:pt x="117717" y="56535"/>
                  </a:lnTo>
                  <a:lnTo>
                    <a:pt x="122426" y="56535"/>
                  </a:lnTo>
                  <a:lnTo>
                    <a:pt x="122426" y="9422"/>
                  </a:lnTo>
                  <a:lnTo>
                    <a:pt x="117717" y="9422"/>
                  </a:lnTo>
                  <a:lnTo>
                    <a:pt x="122426" y="4711"/>
                  </a:lnTo>
                  <a:lnTo>
                    <a:pt x="423783" y="4711"/>
                  </a:lnTo>
                  <a:lnTo>
                    <a:pt x="423783" y="0"/>
                  </a:lnTo>
                  <a:close/>
                </a:path>
                <a:path w="537209" h="744219">
                  <a:moveTo>
                    <a:pt x="141261" y="56535"/>
                  </a:moveTo>
                  <a:lnTo>
                    <a:pt x="136552" y="56535"/>
                  </a:lnTo>
                  <a:lnTo>
                    <a:pt x="141261" y="61246"/>
                  </a:lnTo>
                  <a:lnTo>
                    <a:pt x="141261" y="56535"/>
                  </a:lnTo>
                  <a:close/>
                </a:path>
                <a:path w="537209" h="744219">
                  <a:moveTo>
                    <a:pt x="395531" y="56535"/>
                  </a:moveTo>
                  <a:lnTo>
                    <a:pt x="141261" y="56535"/>
                  </a:lnTo>
                  <a:lnTo>
                    <a:pt x="141261" y="61246"/>
                  </a:lnTo>
                  <a:lnTo>
                    <a:pt x="395531" y="61246"/>
                  </a:lnTo>
                  <a:lnTo>
                    <a:pt x="395531" y="56535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395531" y="61246"/>
                  </a:lnTo>
                  <a:lnTo>
                    <a:pt x="400239" y="56535"/>
                  </a:lnTo>
                  <a:lnTo>
                    <a:pt x="404948" y="56535"/>
                  </a:lnTo>
                  <a:lnTo>
                    <a:pt x="404948" y="28267"/>
                  </a:lnTo>
                  <a:lnTo>
                    <a:pt x="400239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56535"/>
                  </a:moveTo>
                  <a:lnTo>
                    <a:pt x="400239" y="56535"/>
                  </a:lnTo>
                  <a:lnTo>
                    <a:pt x="395531" y="61246"/>
                  </a:lnTo>
                  <a:lnTo>
                    <a:pt x="404948" y="61246"/>
                  </a:lnTo>
                  <a:lnTo>
                    <a:pt x="404948" y="56535"/>
                  </a:lnTo>
                  <a:close/>
                </a:path>
                <a:path w="537209" h="744219">
                  <a:moveTo>
                    <a:pt x="423783" y="56535"/>
                  </a:moveTo>
                  <a:lnTo>
                    <a:pt x="419074" y="56535"/>
                  </a:lnTo>
                  <a:lnTo>
                    <a:pt x="423783" y="61246"/>
                  </a:lnTo>
                  <a:lnTo>
                    <a:pt x="423783" y="56535"/>
                  </a:lnTo>
                  <a:close/>
                </a:path>
                <a:path w="537209" h="744219">
                  <a:moveTo>
                    <a:pt x="141261" y="23556"/>
                  </a:moveTo>
                  <a:lnTo>
                    <a:pt x="136552" y="28267"/>
                  </a:lnTo>
                  <a:lnTo>
                    <a:pt x="141261" y="28267"/>
                  </a:lnTo>
                  <a:lnTo>
                    <a:pt x="141261" y="23556"/>
                  </a:lnTo>
                  <a:close/>
                </a:path>
                <a:path w="537209" h="744219">
                  <a:moveTo>
                    <a:pt x="395531" y="23556"/>
                  </a:moveTo>
                  <a:lnTo>
                    <a:pt x="141261" y="23556"/>
                  </a:lnTo>
                  <a:lnTo>
                    <a:pt x="141261" y="28267"/>
                  </a:lnTo>
                  <a:lnTo>
                    <a:pt x="395531" y="28267"/>
                  </a:lnTo>
                  <a:lnTo>
                    <a:pt x="395531" y="23556"/>
                  </a:lnTo>
                  <a:close/>
                </a:path>
                <a:path w="537209" h="744219">
                  <a:moveTo>
                    <a:pt x="404948" y="23556"/>
                  </a:moveTo>
                  <a:lnTo>
                    <a:pt x="395531" y="23556"/>
                  </a:lnTo>
                  <a:lnTo>
                    <a:pt x="400239" y="28267"/>
                  </a:lnTo>
                  <a:lnTo>
                    <a:pt x="404948" y="28267"/>
                  </a:lnTo>
                  <a:lnTo>
                    <a:pt x="404948" y="23556"/>
                  </a:lnTo>
                  <a:close/>
                </a:path>
                <a:path w="537209" h="744219">
                  <a:moveTo>
                    <a:pt x="122426" y="4711"/>
                  </a:moveTo>
                  <a:lnTo>
                    <a:pt x="117717" y="9422"/>
                  </a:lnTo>
                  <a:lnTo>
                    <a:pt x="122426" y="9422"/>
                  </a:lnTo>
                  <a:lnTo>
                    <a:pt x="122426" y="4711"/>
                  </a:lnTo>
                  <a:close/>
                </a:path>
                <a:path w="537209" h="744219">
                  <a:moveTo>
                    <a:pt x="414365" y="4711"/>
                  </a:moveTo>
                  <a:lnTo>
                    <a:pt x="122426" y="4711"/>
                  </a:lnTo>
                  <a:lnTo>
                    <a:pt x="122426" y="9422"/>
                  </a:lnTo>
                  <a:lnTo>
                    <a:pt x="414365" y="9422"/>
                  </a:lnTo>
                  <a:lnTo>
                    <a:pt x="414365" y="4711"/>
                  </a:lnTo>
                  <a:close/>
                </a:path>
                <a:path w="537209" h="744219">
                  <a:moveTo>
                    <a:pt x="423783" y="4711"/>
                  </a:moveTo>
                  <a:lnTo>
                    <a:pt x="414365" y="4711"/>
                  </a:lnTo>
                  <a:lnTo>
                    <a:pt x="419074" y="9422"/>
                  </a:lnTo>
                  <a:lnTo>
                    <a:pt x="423783" y="9422"/>
                  </a:lnTo>
                  <a:lnTo>
                    <a:pt x="423783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88101" y="80561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83392" y="80089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88101" y="71138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83392" y="706674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88101" y="8998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83392" y="895125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88101" y="994062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83392" y="98935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82275" y="80561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77566" y="80089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82275" y="994062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77566" y="98935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76449" y="1088288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71740" y="108357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76449" y="61715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71740" y="612448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82275" y="8998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77566" y="895125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82275" y="71138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77566" y="706674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82275" y="61715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477566" y="612448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88101" y="617159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83392" y="612448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88101" y="1088288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83392" y="1083577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76449" y="805611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71740" y="800899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76449" y="8998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71740" y="895125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576449" y="994062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71740" y="989351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76449" y="71138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37669" y="0"/>
                  </a:moveTo>
                  <a:lnTo>
                    <a:pt x="0" y="0"/>
                  </a:lnTo>
                  <a:lnTo>
                    <a:pt x="0" y="56535"/>
                  </a:lnTo>
                  <a:lnTo>
                    <a:pt x="37669" y="56535"/>
                  </a:lnTo>
                  <a:lnTo>
                    <a:pt x="376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71740" y="706674"/>
              <a:ext cx="47625" cy="66040"/>
            </a:xfrm>
            <a:custGeom>
              <a:avLst/>
              <a:gdLst/>
              <a:ahLst/>
              <a:cxnLst/>
              <a:rect l="l" t="t" r="r" b="b"/>
              <a:pathLst>
                <a:path w="47625" h="66040">
                  <a:moveTo>
                    <a:pt x="47087" y="0"/>
                  </a:moveTo>
                  <a:lnTo>
                    <a:pt x="0" y="0"/>
                  </a:lnTo>
                  <a:lnTo>
                    <a:pt x="0" y="65958"/>
                  </a:lnTo>
                  <a:lnTo>
                    <a:pt x="47087" y="65958"/>
                  </a:lnTo>
                  <a:lnTo>
                    <a:pt x="47087" y="61246"/>
                  </a:lnTo>
                  <a:lnTo>
                    <a:pt x="9417" y="61246"/>
                  </a:lnTo>
                  <a:lnTo>
                    <a:pt x="4708" y="56535"/>
                  </a:lnTo>
                  <a:lnTo>
                    <a:pt x="9417" y="56535"/>
                  </a:lnTo>
                  <a:lnTo>
                    <a:pt x="9417" y="9422"/>
                  </a:lnTo>
                  <a:lnTo>
                    <a:pt x="4708" y="9422"/>
                  </a:lnTo>
                  <a:lnTo>
                    <a:pt x="9417" y="4711"/>
                  </a:lnTo>
                  <a:lnTo>
                    <a:pt x="47087" y="4711"/>
                  </a:lnTo>
                  <a:lnTo>
                    <a:pt x="47087" y="0"/>
                  </a:lnTo>
                  <a:close/>
                </a:path>
                <a:path w="47625" h="66040">
                  <a:moveTo>
                    <a:pt x="9417" y="56535"/>
                  </a:moveTo>
                  <a:lnTo>
                    <a:pt x="4708" y="56535"/>
                  </a:lnTo>
                  <a:lnTo>
                    <a:pt x="9417" y="61246"/>
                  </a:lnTo>
                  <a:lnTo>
                    <a:pt x="9417" y="56535"/>
                  </a:lnTo>
                  <a:close/>
                </a:path>
                <a:path w="47625" h="66040">
                  <a:moveTo>
                    <a:pt x="37669" y="56535"/>
                  </a:moveTo>
                  <a:lnTo>
                    <a:pt x="9417" y="56535"/>
                  </a:lnTo>
                  <a:lnTo>
                    <a:pt x="9417" y="61246"/>
                  </a:lnTo>
                  <a:lnTo>
                    <a:pt x="37669" y="61246"/>
                  </a:lnTo>
                  <a:lnTo>
                    <a:pt x="37669" y="56535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37669" y="61246"/>
                  </a:lnTo>
                  <a:lnTo>
                    <a:pt x="42378" y="56535"/>
                  </a:lnTo>
                  <a:lnTo>
                    <a:pt x="47087" y="56535"/>
                  </a:lnTo>
                  <a:lnTo>
                    <a:pt x="47087" y="9422"/>
                  </a:lnTo>
                  <a:lnTo>
                    <a:pt x="42378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56535"/>
                  </a:moveTo>
                  <a:lnTo>
                    <a:pt x="42378" y="56535"/>
                  </a:lnTo>
                  <a:lnTo>
                    <a:pt x="37669" y="61246"/>
                  </a:lnTo>
                  <a:lnTo>
                    <a:pt x="47087" y="61246"/>
                  </a:lnTo>
                  <a:lnTo>
                    <a:pt x="47087" y="56535"/>
                  </a:lnTo>
                  <a:close/>
                </a:path>
                <a:path w="47625" h="66040">
                  <a:moveTo>
                    <a:pt x="9417" y="4711"/>
                  </a:moveTo>
                  <a:lnTo>
                    <a:pt x="4708" y="9422"/>
                  </a:lnTo>
                  <a:lnTo>
                    <a:pt x="9417" y="9422"/>
                  </a:lnTo>
                  <a:lnTo>
                    <a:pt x="9417" y="4711"/>
                  </a:lnTo>
                  <a:close/>
                </a:path>
                <a:path w="47625" h="66040">
                  <a:moveTo>
                    <a:pt x="37669" y="4711"/>
                  </a:moveTo>
                  <a:lnTo>
                    <a:pt x="9417" y="4711"/>
                  </a:lnTo>
                  <a:lnTo>
                    <a:pt x="9417" y="9422"/>
                  </a:lnTo>
                  <a:lnTo>
                    <a:pt x="37669" y="9422"/>
                  </a:lnTo>
                  <a:lnTo>
                    <a:pt x="37669" y="4711"/>
                  </a:lnTo>
                  <a:close/>
                </a:path>
                <a:path w="47625" h="66040">
                  <a:moveTo>
                    <a:pt x="47087" y="4711"/>
                  </a:moveTo>
                  <a:lnTo>
                    <a:pt x="37669" y="4711"/>
                  </a:lnTo>
                  <a:lnTo>
                    <a:pt x="42378" y="9422"/>
                  </a:lnTo>
                  <a:lnTo>
                    <a:pt x="47087" y="9422"/>
                  </a:lnTo>
                  <a:lnTo>
                    <a:pt x="47087" y="4711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236370" y="3585717"/>
            <a:ext cx="66687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Bypass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internet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with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dedicated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link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0" dirty="0">
                <a:solidFill>
                  <a:srgbClr val="464646"/>
                </a:solidFill>
                <a:latin typeface="Arial"/>
                <a:cs typeface="Arial"/>
              </a:rPr>
              <a:t>between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on-premises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AWS </a:t>
            </a:r>
            <a:r>
              <a:rPr sz="1800" b="1" spc="-484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Cloud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is 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an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extension 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of 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your 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datacenter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–</a:t>
            </a:r>
            <a:r>
              <a:rPr sz="1800" b="1" spc="-1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40" dirty="0">
                <a:solidFill>
                  <a:srgbClr val="464646"/>
                </a:solidFill>
                <a:latin typeface="Arial"/>
                <a:cs typeface="Arial"/>
              </a:rPr>
              <a:t>access</a:t>
            </a:r>
            <a:r>
              <a:rPr sz="1800" b="1" spc="-2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using 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private IP </a:t>
            </a:r>
            <a:r>
              <a:rPr sz="1800" b="1" spc="-114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100" dirty="0">
                <a:solidFill>
                  <a:srgbClr val="464646"/>
                </a:solidFill>
                <a:latin typeface="Arial"/>
                <a:cs typeface="Arial"/>
              </a:rPr>
              <a:t>te</a:t>
            </a: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1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k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110" dirty="0">
                <a:solidFill>
                  <a:srgbClr val="464646"/>
                </a:solidFill>
                <a:latin typeface="Arial"/>
                <a:cs typeface="Arial"/>
              </a:rPr>
              <a:t>f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ma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31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1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gh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25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m</a:t>
            </a:r>
            <a:r>
              <a:rPr sz="1800" b="1" spc="-28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265" dirty="0">
                <a:solidFill>
                  <a:srgbClr val="464646"/>
                </a:solidFill>
                <a:latin typeface="Arial"/>
                <a:cs typeface="Arial"/>
              </a:rPr>
              <a:t>ex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s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185" dirty="0">
                <a:solidFill>
                  <a:srgbClr val="464646"/>
                </a:solidFill>
                <a:latin typeface="Arial"/>
                <a:cs typeface="Arial"/>
              </a:rPr>
              <a:t>up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52750" y="1888998"/>
            <a:ext cx="367665" cy="1321435"/>
          </a:xfrm>
          <a:prstGeom prst="rect">
            <a:avLst/>
          </a:prstGeom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817361" y="1876298"/>
            <a:ext cx="393065" cy="1346835"/>
            <a:chOff x="5817361" y="1876298"/>
            <a:chExt cx="393065" cy="1346835"/>
          </a:xfrm>
        </p:grpSpPr>
        <p:sp>
          <p:nvSpPr>
            <p:cNvPr id="55" name="object 55"/>
            <p:cNvSpPr/>
            <p:nvPr/>
          </p:nvSpPr>
          <p:spPr>
            <a:xfrm>
              <a:off x="5830061" y="1888998"/>
              <a:ext cx="367665" cy="1321435"/>
            </a:xfrm>
            <a:custGeom>
              <a:avLst/>
              <a:gdLst/>
              <a:ahLst/>
              <a:cxnLst/>
              <a:rect l="l" t="t" r="r" b="b"/>
              <a:pathLst>
                <a:path w="367664" h="1321435">
                  <a:moveTo>
                    <a:pt x="367284" y="0"/>
                  </a:moveTo>
                  <a:lnTo>
                    <a:pt x="0" y="0"/>
                  </a:lnTo>
                  <a:lnTo>
                    <a:pt x="0" y="1321308"/>
                  </a:lnTo>
                  <a:lnTo>
                    <a:pt x="367284" y="1321308"/>
                  </a:lnTo>
                  <a:lnTo>
                    <a:pt x="367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30061" y="1888998"/>
              <a:ext cx="367665" cy="1321435"/>
            </a:xfrm>
            <a:custGeom>
              <a:avLst/>
              <a:gdLst/>
              <a:ahLst/>
              <a:cxnLst/>
              <a:rect l="l" t="t" r="r" b="b"/>
              <a:pathLst>
                <a:path w="367664" h="1321435">
                  <a:moveTo>
                    <a:pt x="0" y="1321308"/>
                  </a:moveTo>
                  <a:lnTo>
                    <a:pt x="367284" y="1321308"/>
                  </a:lnTo>
                  <a:lnTo>
                    <a:pt x="367284" y="0"/>
                  </a:lnTo>
                  <a:lnTo>
                    <a:pt x="0" y="0"/>
                  </a:lnTo>
                  <a:lnTo>
                    <a:pt x="0" y="1321308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842761" y="2349500"/>
            <a:ext cx="342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endParaRPr sz="120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</a:pP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470903" y="1258824"/>
            <a:ext cx="1028700" cy="608965"/>
          </a:xfrm>
          <a:custGeom>
            <a:avLst/>
            <a:gdLst/>
            <a:ahLst/>
            <a:cxnLst/>
            <a:rect l="l" t="t" r="r" b="b"/>
            <a:pathLst>
              <a:path w="1028700" h="608964">
                <a:moveTo>
                  <a:pt x="0" y="0"/>
                </a:moveTo>
                <a:lnTo>
                  <a:pt x="516890" y="608456"/>
                </a:lnTo>
              </a:path>
              <a:path w="1028700" h="608964">
                <a:moveTo>
                  <a:pt x="1028446" y="0"/>
                </a:moveTo>
                <a:lnTo>
                  <a:pt x="516636" y="608456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0774" y="2063795"/>
            <a:ext cx="645374" cy="364317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642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Direct</a:t>
            </a:r>
            <a:r>
              <a:rPr sz="2800" spc="-20" dirty="0"/>
              <a:t> </a:t>
            </a:r>
            <a:r>
              <a:rPr sz="2800" spc="-5" dirty="0"/>
              <a:t>Connect</a:t>
            </a:r>
            <a:r>
              <a:rPr sz="2800" spc="10" dirty="0"/>
              <a:t> </a:t>
            </a:r>
            <a:r>
              <a:rPr sz="2800" spc="-5" dirty="0"/>
              <a:t>Setup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6107429" y="1856994"/>
            <a:ext cx="2326005" cy="716280"/>
          </a:xfrm>
          <a:custGeom>
            <a:avLst/>
            <a:gdLst/>
            <a:ahLst/>
            <a:cxnLst/>
            <a:rect l="l" t="t" r="r" b="b"/>
            <a:pathLst>
              <a:path w="2326004" h="716280">
                <a:moveTo>
                  <a:pt x="2325624" y="0"/>
                </a:moveTo>
                <a:lnTo>
                  <a:pt x="0" y="0"/>
                </a:lnTo>
                <a:lnTo>
                  <a:pt x="0" y="716279"/>
                </a:lnTo>
                <a:lnTo>
                  <a:pt x="2325624" y="716279"/>
                </a:lnTo>
                <a:lnTo>
                  <a:pt x="2325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07429" y="1856994"/>
            <a:ext cx="2326005" cy="716280"/>
          </a:xfrm>
          <a:prstGeom prst="rect">
            <a:avLst/>
          </a:prstGeom>
          <a:ln w="25400">
            <a:solidFill>
              <a:srgbClr val="F79F28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614045" marR="576580" indent="-33655">
              <a:lnSpc>
                <a:spcPct val="100000"/>
              </a:lnSpc>
              <a:spcBef>
                <a:spcPts val="855"/>
              </a:spcBef>
            </a:pPr>
            <a:r>
              <a:rPr sz="1600" spc="-1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600" spc="-10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premises  Data</a:t>
            </a:r>
            <a:r>
              <a:rPr sz="16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Center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22498" y="1856994"/>
            <a:ext cx="1621790" cy="716280"/>
          </a:xfrm>
          <a:custGeom>
            <a:avLst/>
            <a:gdLst/>
            <a:ahLst/>
            <a:cxnLst/>
            <a:rect l="l" t="t" r="r" b="b"/>
            <a:pathLst>
              <a:path w="1621789" h="716280">
                <a:moveTo>
                  <a:pt x="1621536" y="0"/>
                </a:moveTo>
                <a:lnTo>
                  <a:pt x="0" y="0"/>
                </a:lnTo>
                <a:lnTo>
                  <a:pt x="0" y="716279"/>
                </a:lnTo>
                <a:lnTo>
                  <a:pt x="1621536" y="716279"/>
                </a:lnTo>
                <a:lnTo>
                  <a:pt x="1621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22498" y="1856994"/>
            <a:ext cx="1621790" cy="716280"/>
          </a:xfrm>
          <a:prstGeom prst="rect">
            <a:avLst/>
          </a:prstGeom>
          <a:ln w="25400">
            <a:solidFill>
              <a:srgbClr val="0C67AD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342265" marR="132080" indent="-203200">
              <a:lnSpc>
                <a:spcPct val="100000"/>
              </a:lnSpc>
              <a:spcBef>
                <a:spcPts val="855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Direct</a:t>
            </a:r>
            <a:r>
              <a:rPr sz="16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Connect </a:t>
            </a:r>
            <a:r>
              <a:rPr sz="1600" spc="-4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Location</a:t>
            </a:r>
            <a:r>
              <a:rPr sz="16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2498" y="2875026"/>
            <a:ext cx="1621790" cy="716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99A97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285750" marR="132080" indent="-14668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Direct</a:t>
            </a:r>
            <a:r>
              <a:rPr sz="16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Connect </a:t>
            </a:r>
            <a:r>
              <a:rPr sz="1600" spc="-4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Location</a:t>
            </a:r>
            <a:r>
              <a:rPr sz="160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..n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22498" y="843533"/>
            <a:ext cx="1621790" cy="716280"/>
          </a:xfrm>
          <a:custGeom>
            <a:avLst/>
            <a:gdLst/>
            <a:ahLst/>
            <a:cxnLst/>
            <a:rect l="l" t="t" r="r" b="b"/>
            <a:pathLst>
              <a:path w="1621789" h="716280">
                <a:moveTo>
                  <a:pt x="1621536" y="0"/>
                </a:moveTo>
                <a:lnTo>
                  <a:pt x="0" y="0"/>
                </a:lnTo>
                <a:lnTo>
                  <a:pt x="0" y="716279"/>
                </a:lnTo>
                <a:lnTo>
                  <a:pt x="1621536" y="716279"/>
                </a:lnTo>
                <a:lnTo>
                  <a:pt x="1621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22498" y="843533"/>
            <a:ext cx="1621790" cy="716280"/>
          </a:xfrm>
          <a:prstGeom prst="rect">
            <a:avLst/>
          </a:prstGeom>
          <a:ln w="25400">
            <a:solidFill>
              <a:srgbClr val="0C67AD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342265" marR="132080" indent="-203200">
              <a:lnSpc>
                <a:spcPct val="100000"/>
              </a:lnSpc>
              <a:spcBef>
                <a:spcPts val="855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Direct</a:t>
            </a:r>
            <a:r>
              <a:rPr sz="16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Connect </a:t>
            </a:r>
            <a:r>
              <a:rPr sz="1600" spc="-4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Location</a:t>
            </a:r>
            <a:r>
              <a:rPr sz="16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565" y="1856994"/>
            <a:ext cx="2156460" cy="716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213995" rIns="0" bIns="0" rtlCol="0">
            <a:spAutoFit/>
          </a:bodyPr>
          <a:lstStyle/>
          <a:p>
            <a:pPr marL="491490">
              <a:lnSpc>
                <a:spcPct val="100000"/>
              </a:lnSpc>
              <a:spcBef>
                <a:spcPts val="1685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8501" y="1165860"/>
            <a:ext cx="3656329" cy="2072639"/>
            <a:chOff x="2488501" y="1165860"/>
            <a:chExt cx="3656329" cy="2072639"/>
          </a:xfrm>
        </p:grpSpPr>
        <p:sp>
          <p:nvSpPr>
            <p:cNvPr id="12" name="object 12"/>
            <p:cNvSpPr/>
            <p:nvPr/>
          </p:nvSpPr>
          <p:spPr>
            <a:xfrm>
              <a:off x="2493264" y="2214372"/>
              <a:ext cx="728980" cy="0"/>
            </a:xfrm>
            <a:custGeom>
              <a:avLst/>
              <a:gdLst/>
              <a:ahLst/>
              <a:cxnLst/>
              <a:rect l="l" t="t" r="r" b="b"/>
              <a:pathLst>
                <a:path w="728980">
                  <a:moveTo>
                    <a:pt x="0" y="0"/>
                  </a:moveTo>
                  <a:lnTo>
                    <a:pt x="728599" y="0"/>
                  </a:lnTo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408" y="2179256"/>
              <a:ext cx="1356360" cy="10661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44034" y="2215134"/>
              <a:ext cx="1263015" cy="0"/>
            </a:xfrm>
            <a:custGeom>
              <a:avLst/>
              <a:gdLst/>
              <a:ahLst/>
              <a:cxnLst/>
              <a:rect l="l" t="t" r="r" b="b"/>
              <a:pathLst>
                <a:path w="1263014">
                  <a:moveTo>
                    <a:pt x="1262633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1165860"/>
              <a:ext cx="1342644" cy="112013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44034" y="1201674"/>
              <a:ext cx="1263015" cy="1013460"/>
            </a:xfrm>
            <a:custGeom>
              <a:avLst/>
              <a:gdLst/>
              <a:ahLst/>
              <a:cxnLst/>
              <a:rect l="l" t="t" r="r" b="b"/>
              <a:pathLst>
                <a:path w="1263014" h="1013460">
                  <a:moveTo>
                    <a:pt x="1262633" y="1013078"/>
                  </a:moveTo>
                  <a:lnTo>
                    <a:pt x="631316" y="1013078"/>
                  </a:lnTo>
                  <a:lnTo>
                    <a:pt x="631316" y="0"/>
                  </a:lnTo>
                  <a:lnTo>
                    <a:pt x="0" y="0"/>
                  </a:lnTo>
                </a:path>
              </a:pathLst>
            </a:custGeom>
            <a:ln w="25399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93264" y="1200912"/>
              <a:ext cx="728980" cy="2032635"/>
            </a:xfrm>
            <a:custGeom>
              <a:avLst/>
              <a:gdLst/>
              <a:ahLst/>
              <a:cxnLst/>
              <a:rect l="l" t="t" r="r" b="b"/>
              <a:pathLst>
                <a:path w="728980" h="2032635">
                  <a:moveTo>
                    <a:pt x="728599" y="0"/>
                  </a:moveTo>
                  <a:lnTo>
                    <a:pt x="364363" y="0"/>
                  </a:lnTo>
                  <a:lnTo>
                    <a:pt x="364363" y="1013079"/>
                  </a:lnTo>
                  <a:lnTo>
                    <a:pt x="0" y="1013079"/>
                  </a:lnTo>
                </a:path>
                <a:path w="728980" h="2032635">
                  <a:moveTo>
                    <a:pt x="728599" y="2032254"/>
                  </a:moveTo>
                  <a:lnTo>
                    <a:pt x="364363" y="2032254"/>
                  </a:lnTo>
                  <a:lnTo>
                    <a:pt x="364363" y="1013460"/>
                  </a:lnTo>
                  <a:lnTo>
                    <a:pt x="0" y="1013460"/>
                  </a:lnTo>
                </a:path>
              </a:pathLst>
            </a:custGeom>
            <a:ln w="9525">
              <a:solidFill>
                <a:srgbClr val="9495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9396" y="3656482"/>
            <a:ext cx="78593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705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AWS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464646"/>
                </a:solidFill>
                <a:latin typeface="Microsoft Sans Serif"/>
                <a:cs typeface="Microsoft Sans Serif"/>
              </a:rPr>
              <a:t>has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100+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Direct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Connect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locations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worldwide.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20" dirty="0">
                <a:solidFill>
                  <a:srgbClr val="464646"/>
                </a:solidFill>
                <a:latin typeface="Microsoft Sans Serif"/>
                <a:cs typeface="Microsoft Sans Serif"/>
              </a:rPr>
              <a:t>Choose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464646"/>
                </a:solidFill>
                <a:latin typeface="Microsoft Sans Serif"/>
                <a:cs typeface="Microsoft Sans Serif"/>
              </a:rPr>
              <a:t>the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464646"/>
                </a:solidFill>
                <a:latin typeface="Microsoft Sans Serif"/>
                <a:cs typeface="Microsoft Sans Serif"/>
              </a:rPr>
              <a:t>one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closest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to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your </a:t>
            </a:r>
            <a:r>
              <a:rPr sz="1800" spc="-46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data</a:t>
            </a:r>
            <a:r>
              <a:rPr sz="18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center.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1800" spc="-195" dirty="0">
                <a:solidFill>
                  <a:srgbClr val="464646"/>
                </a:solidFill>
                <a:latin typeface="Microsoft Sans Serif"/>
                <a:cs typeface="Microsoft Sans Serif"/>
              </a:rPr>
              <a:t>ces</a:t>
            </a:r>
            <a:r>
              <a:rPr sz="1800" spc="-185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464646"/>
                </a:solidFill>
                <a:latin typeface="Microsoft Sans Serif"/>
                <a:cs typeface="Microsoft Sans Serif"/>
              </a:rPr>
              <a:t>res</a:t>
            </a:r>
            <a:r>
              <a:rPr sz="1800" spc="-204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-145" dirty="0">
                <a:solidFill>
                  <a:srgbClr val="464646"/>
                </a:solidFill>
                <a:latin typeface="Microsoft Sans Serif"/>
                <a:cs typeface="Microsoft Sans Serif"/>
              </a:rPr>
              <a:t>rce</a:t>
            </a:r>
            <a:r>
              <a:rPr sz="18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8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245" dirty="0">
                <a:solidFill>
                  <a:srgbClr val="464646"/>
                </a:solidFill>
                <a:latin typeface="Microsoft Sans Serif"/>
                <a:cs typeface="Microsoft Sans Serif"/>
              </a:rPr>
              <a:t>y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f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th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60" dirty="0">
                <a:solidFill>
                  <a:srgbClr val="464646"/>
                </a:solidFill>
                <a:latin typeface="Microsoft Sans Serif"/>
                <a:cs typeface="Microsoft Sans Serif"/>
              </a:rPr>
              <a:t>AW</a:t>
            </a:r>
            <a:r>
              <a:rPr sz="1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reg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-80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12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05" dirty="0">
                <a:solidFill>
                  <a:srgbClr val="464646"/>
                </a:solidFill>
                <a:latin typeface="Microsoft Sans Serif"/>
                <a:cs typeface="Microsoft Sans Serif"/>
              </a:rPr>
              <a:t>For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Critical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workloads,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464646"/>
                </a:solidFill>
                <a:latin typeface="Microsoft Sans Serif"/>
                <a:cs typeface="Microsoft Sans Serif"/>
              </a:rPr>
              <a:t>use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two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Direct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Connect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464646"/>
                </a:solidFill>
                <a:latin typeface="Microsoft Sans Serif"/>
                <a:cs typeface="Microsoft Sans Serif"/>
              </a:rPr>
              <a:t>locations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(location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or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464646"/>
                </a:solidFill>
                <a:latin typeface="Microsoft Sans Serif"/>
                <a:cs typeface="Microsoft Sans Serif"/>
              </a:rPr>
              <a:t>device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failure)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04942" y="2251709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DX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4646" y="884936"/>
            <a:ext cx="4711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DX-</a:t>
            </a:r>
            <a:r>
              <a:rPr sz="1600" spc="-5" dirty="0">
                <a:solidFill>
                  <a:srgbClr val="464646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7410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Direct</a:t>
            </a:r>
            <a:r>
              <a:rPr sz="2800" spc="5" dirty="0"/>
              <a:t> </a:t>
            </a:r>
            <a:r>
              <a:rPr sz="2800" spc="-5" dirty="0"/>
              <a:t>Connect</a:t>
            </a:r>
            <a:r>
              <a:rPr sz="2800" spc="40" dirty="0"/>
              <a:t> </a:t>
            </a:r>
            <a:r>
              <a:rPr sz="2800" spc="-5" dirty="0"/>
              <a:t>with </a:t>
            </a:r>
            <a:r>
              <a:rPr sz="2800" spc="-10" dirty="0"/>
              <a:t>Virtual</a:t>
            </a:r>
            <a:r>
              <a:rPr sz="2800" spc="-5" dirty="0"/>
              <a:t> Private</a:t>
            </a:r>
            <a:r>
              <a:rPr sz="2800" spc="10" dirty="0"/>
              <a:t> </a:t>
            </a:r>
            <a:r>
              <a:rPr sz="2800" spc="-5" dirty="0"/>
              <a:t>Gateway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2176" y="2147252"/>
            <a:ext cx="2973324" cy="10661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5909" y="1312417"/>
          <a:ext cx="8232774" cy="1714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2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8011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27710" marR="320040" indent="44323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VPC </a:t>
                      </a:r>
                      <a:r>
                        <a:rPr sz="16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 10.0.0.0/16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0805" marR="84455" indent="31750" algn="just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B w="28575">
                      <a:solidFill>
                        <a:srgbClr val="999A97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35890" marR="121920" indent="-762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  X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On-premises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911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solidFill>
                            <a:srgbClr val="464646"/>
                          </a:solidFill>
                          <a:latin typeface="Consolas"/>
                          <a:cs typeface="Consolas"/>
                        </a:rPr>
                        <a:t>172.31.0.0/16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64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999A97"/>
                      </a:solidFill>
                      <a:prstDash val="solid"/>
                    </a:lnT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F79F28"/>
                      </a:solidFill>
                      <a:prstDash val="solid"/>
                    </a:lnL>
                    <a:lnR w="28575">
                      <a:solidFill>
                        <a:srgbClr val="F79F28"/>
                      </a:solidFill>
                      <a:prstDash val="solid"/>
                    </a:lnR>
                    <a:lnT w="28575">
                      <a:solidFill>
                        <a:srgbClr val="F79F28"/>
                      </a:solidFill>
                      <a:prstDash val="solid"/>
                    </a:lnT>
                    <a:lnB w="28575">
                      <a:solidFill>
                        <a:srgbClr val="F79F2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6283" y="3127705"/>
            <a:ext cx="7899400" cy="136715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511165">
              <a:lnSpc>
                <a:spcPct val="101699"/>
              </a:lnSpc>
              <a:spcBef>
                <a:spcPts val="65"/>
              </a:spcBef>
            </a:pP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215" dirty="0">
                <a:solidFill>
                  <a:srgbClr val="464646"/>
                </a:solidFill>
                <a:latin typeface="Arial"/>
                <a:cs typeface="Arial"/>
              </a:rPr>
              <a:t>c</a:t>
            </a:r>
            <a:r>
              <a:rPr sz="1800" b="1" spc="-229" dirty="0">
                <a:solidFill>
                  <a:srgbClr val="464646"/>
                </a:solidFill>
                <a:latin typeface="Arial"/>
                <a:cs typeface="Arial"/>
              </a:rPr>
              <a:t>h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tua</a:t>
            </a:r>
            <a:r>
              <a:rPr sz="1800" b="1" spc="-2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55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140" dirty="0">
                <a:solidFill>
                  <a:srgbClr val="464646"/>
                </a:solidFill>
                <a:latin typeface="Arial"/>
                <a:cs typeface="Arial"/>
              </a:rPr>
              <a:t>ate  </a:t>
            </a:r>
            <a:r>
              <a:rPr sz="1800" b="1" spc="-85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-1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204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9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sz="1800" b="1" spc="14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30" dirty="0">
                <a:solidFill>
                  <a:srgbClr val="464646"/>
                </a:solidFill>
                <a:latin typeface="Arial"/>
                <a:cs typeface="Arial"/>
              </a:rPr>
              <a:t>(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V</a:t>
            </a: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spc="-35" dirty="0">
                <a:solidFill>
                  <a:srgbClr val="464646"/>
                </a:solidFill>
                <a:latin typeface="Arial"/>
                <a:cs typeface="Arial"/>
              </a:rPr>
              <a:t>W</a:t>
            </a:r>
            <a:r>
              <a:rPr sz="1800" b="1" spc="120" dirty="0">
                <a:solidFill>
                  <a:srgbClr val="464646"/>
                </a:solidFill>
                <a:latin typeface="Arial"/>
                <a:cs typeface="Arial"/>
              </a:rPr>
              <a:t>)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464646"/>
                </a:solidFill>
                <a:latin typeface="Arial"/>
                <a:cs typeface="Arial"/>
              </a:rPr>
              <a:t>t</a:t>
            </a:r>
            <a:r>
              <a:rPr sz="1800" b="1" spc="-365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155" dirty="0">
                <a:solidFill>
                  <a:srgbClr val="464646"/>
                </a:solidFill>
                <a:latin typeface="Arial"/>
                <a:cs typeface="Arial"/>
              </a:rPr>
              <a:t>y</a:t>
            </a:r>
            <a:r>
              <a:rPr sz="1800" b="1" spc="-36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u</a:t>
            </a:r>
            <a:r>
              <a:rPr sz="1800" b="1" spc="-25" dirty="0">
                <a:solidFill>
                  <a:srgbClr val="464646"/>
                </a:solidFill>
                <a:latin typeface="Arial"/>
                <a:cs typeface="Arial"/>
              </a:rPr>
              <a:t>r  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VPC</a:t>
            </a:r>
            <a:endParaRPr sz="1800">
              <a:latin typeface="Arial"/>
              <a:cs typeface="Arial"/>
            </a:endParaRPr>
          </a:p>
          <a:p>
            <a:pPr marL="462915">
              <a:lnSpc>
                <a:spcPct val="100000"/>
              </a:lnSpc>
              <a:spcBef>
                <a:spcPts val="1845"/>
              </a:spcBef>
            </a:pPr>
            <a:r>
              <a:rPr sz="1800" b="1" spc="-40" dirty="0">
                <a:solidFill>
                  <a:srgbClr val="464646"/>
                </a:solidFill>
                <a:latin typeface="Arial"/>
                <a:cs typeface="Arial"/>
              </a:rPr>
              <a:t>VGW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60" dirty="0">
                <a:solidFill>
                  <a:srgbClr val="464646"/>
                </a:solidFill>
                <a:latin typeface="Arial"/>
                <a:cs typeface="Arial"/>
              </a:rPr>
              <a:t>does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not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75" dirty="0">
                <a:solidFill>
                  <a:srgbClr val="464646"/>
                </a:solidFill>
                <a:latin typeface="Arial"/>
                <a:cs typeface="Arial"/>
              </a:rPr>
              <a:t>support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464646"/>
                </a:solidFill>
                <a:latin typeface="Arial"/>
                <a:cs typeface="Arial"/>
              </a:rPr>
              <a:t>multiple-VPCs,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90" dirty="0">
                <a:solidFill>
                  <a:srgbClr val="464646"/>
                </a:solidFill>
                <a:latin typeface="Arial"/>
                <a:cs typeface="Arial"/>
              </a:rPr>
              <a:t>so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this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464646"/>
                </a:solidFill>
                <a:latin typeface="Arial"/>
                <a:cs typeface="Arial"/>
              </a:rPr>
              <a:t>option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is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not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464646"/>
                </a:solidFill>
                <a:latin typeface="Arial"/>
                <a:cs typeface="Arial"/>
              </a:rPr>
              <a:t>particularly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90" dirty="0">
                <a:solidFill>
                  <a:srgbClr val="464646"/>
                </a:solidFill>
                <a:latin typeface="Arial"/>
                <a:cs typeface="Arial"/>
              </a:rPr>
              <a:t>useful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7557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Direct</a:t>
            </a:r>
            <a:r>
              <a:rPr sz="2800" dirty="0"/>
              <a:t> </a:t>
            </a:r>
            <a:r>
              <a:rPr sz="2800" spc="-5" dirty="0"/>
              <a:t>Connect</a:t>
            </a:r>
            <a:r>
              <a:rPr sz="2800" spc="40" dirty="0"/>
              <a:t> </a:t>
            </a:r>
            <a:r>
              <a:rPr sz="2800" spc="-5" dirty="0"/>
              <a:t>with Direct</a:t>
            </a:r>
            <a:r>
              <a:rPr sz="2800" spc="5" dirty="0"/>
              <a:t> </a:t>
            </a:r>
            <a:r>
              <a:rPr sz="2800" spc="-5" dirty="0"/>
              <a:t>Connect</a:t>
            </a:r>
            <a:r>
              <a:rPr sz="2800" spc="40" dirty="0"/>
              <a:t> </a:t>
            </a:r>
            <a:r>
              <a:rPr sz="2800" spc="-5" dirty="0"/>
              <a:t>Gateway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422903" y="1312417"/>
            <a:ext cx="5132705" cy="1739900"/>
            <a:chOff x="3422903" y="1312417"/>
            <a:chExt cx="5132705" cy="1739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2903" y="2147252"/>
              <a:ext cx="2482596" cy="1066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78529" y="2183129"/>
              <a:ext cx="2388870" cy="0"/>
            </a:xfrm>
            <a:custGeom>
              <a:avLst/>
              <a:gdLst/>
              <a:ahLst/>
              <a:cxnLst/>
              <a:rect l="l" t="t" r="r" b="b"/>
              <a:pathLst>
                <a:path w="2388870">
                  <a:moveTo>
                    <a:pt x="2388870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66637" y="1325117"/>
              <a:ext cx="2676525" cy="1714500"/>
            </a:xfrm>
            <a:custGeom>
              <a:avLst/>
              <a:gdLst/>
              <a:ahLst/>
              <a:cxnLst/>
              <a:rect l="l" t="t" r="r" b="b"/>
              <a:pathLst>
                <a:path w="2676525" h="1714500">
                  <a:moveTo>
                    <a:pt x="2676143" y="0"/>
                  </a:moveTo>
                  <a:lnTo>
                    <a:pt x="0" y="0"/>
                  </a:lnTo>
                  <a:lnTo>
                    <a:pt x="0" y="1714499"/>
                  </a:lnTo>
                  <a:lnTo>
                    <a:pt x="2676143" y="1714499"/>
                  </a:lnTo>
                  <a:lnTo>
                    <a:pt x="26761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6637" y="1325117"/>
              <a:ext cx="2676525" cy="1714500"/>
            </a:xfrm>
            <a:custGeom>
              <a:avLst/>
              <a:gdLst/>
              <a:ahLst/>
              <a:cxnLst/>
              <a:rect l="l" t="t" r="r" b="b"/>
              <a:pathLst>
                <a:path w="2676525" h="1714500">
                  <a:moveTo>
                    <a:pt x="0" y="1714499"/>
                  </a:moveTo>
                  <a:lnTo>
                    <a:pt x="2676143" y="1714499"/>
                  </a:lnTo>
                  <a:lnTo>
                    <a:pt x="2676143" y="0"/>
                  </a:lnTo>
                  <a:lnTo>
                    <a:pt x="0" y="0"/>
                  </a:lnTo>
                  <a:lnTo>
                    <a:pt x="0" y="171449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90309" y="1325117"/>
            <a:ext cx="225298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On-premises</a:t>
            </a:r>
            <a:endParaRPr sz="1800">
              <a:latin typeface="Consolas"/>
              <a:cs typeface="Consolas"/>
            </a:endParaRPr>
          </a:p>
          <a:p>
            <a:pPr marL="191135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66638" y="1325117"/>
            <a:ext cx="424180" cy="1714500"/>
          </a:xfrm>
          <a:prstGeom prst="rect">
            <a:avLst/>
          </a:prstGeom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Times New Roman"/>
              <a:cs typeface="Times New Roman"/>
            </a:endParaRPr>
          </a:p>
          <a:p>
            <a:pPr marL="135890" marR="121920" indent="-7620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 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041" y="895350"/>
            <a:ext cx="1490980" cy="64643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133350" marR="126364" indent="332105">
              <a:lnSpc>
                <a:spcPct val="100000"/>
              </a:lnSpc>
              <a:spcBef>
                <a:spcPts val="535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 </a:t>
            </a:r>
            <a:r>
              <a:rPr sz="1600" spc="-5" dirty="0">
                <a:solidFill>
                  <a:srgbClr val="464646"/>
                </a:solidFill>
                <a:latin typeface="Consolas"/>
                <a:cs typeface="Consolas"/>
              </a:rPr>
              <a:t>A </a:t>
            </a:r>
            <a:r>
              <a:rPr sz="160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79242" y="1325117"/>
            <a:ext cx="399415" cy="1714500"/>
          </a:xfrm>
          <a:custGeom>
            <a:avLst/>
            <a:gdLst/>
            <a:ahLst/>
            <a:cxnLst/>
            <a:rect l="l" t="t" r="r" b="b"/>
            <a:pathLst>
              <a:path w="399414" h="1714500">
                <a:moveTo>
                  <a:pt x="399288" y="0"/>
                </a:moveTo>
                <a:lnTo>
                  <a:pt x="0" y="0"/>
                </a:lnTo>
                <a:lnTo>
                  <a:pt x="0" y="1714499"/>
                </a:lnTo>
                <a:lnTo>
                  <a:pt x="399288" y="1714499"/>
                </a:lnTo>
                <a:lnTo>
                  <a:pt x="3992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79242" y="1325117"/>
            <a:ext cx="399415" cy="1714500"/>
          </a:xfrm>
          <a:prstGeom prst="rect">
            <a:avLst/>
          </a:prstGeom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90805" marR="84455" indent="25400" algn="just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D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G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7082" y="4194759"/>
            <a:ext cx="69227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5" dirty="0">
                <a:solidFill>
                  <a:srgbClr val="464646"/>
                </a:solidFill>
                <a:latin typeface="Arial"/>
                <a:cs typeface="Arial"/>
              </a:rPr>
              <a:t>Direct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464646"/>
                </a:solidFill>
                <a:latin typeface="Arial"/>
                <a:cs typeface="Arial"/>
              </a:rPr>
              <a:t>Connect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Gateway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64646"/>
                </a:solidFill>
                <a:latin typeface="Arial"/>
                <a:cs typeface="Arial"/>
              </a:rPr>
              <a:t>(DGW)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supports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multiple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VPCs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200" dirty="0">
                <a:solidFill>
                  <a:srgbClr val="464646"/>
                </a:solidFill>
                <a:latin typeface="Arial"/>
                <a:cs typeface="Arial"/>
              </a:rPr>
              <a:t>across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different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35" dirty="0">
                <a:solidFill>
                  <a:srgbClr val="464646"/>
                </a:solidFill>
                <a:latin typeface="Arial"/>
                <a:cs typeface="Arial"/>
              </a:rPr>
              <a:t>regions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25751" y="1217675"/>
            <a:ext cx="1252220" cy="963930"/>
          </a:xfrm>
          <a:custGeom>
            <a:avLst/>
            <a:gdLst/>
            <a:ahLst/>
            <a:cxnLst/>
            <a:rect l="l" t="t" r="r" b="b"/>
            <a:pathLst>
              <a:path w="1252220" h="963930">
                <a:moveTo>
                  <a:pt x="0" y="0"/>
                </a:moveTo>
                <a:lnTo>
                  <a:pt x="1251966" y="963549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6041" y="1876805"/>
            <a:ext cx="1490980" cy="64643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133350" marR="126364" indent="332105">
              <a:lnSpc>
                <a:spcPct val="100000"/>
              </a:lnSpc>
              <a:spcBef>
                <a:spcPts val="53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 </a:t>
            </a:r>
            <a:r>
              <a:rPr sz="1600" spc="-5" dirty="0">
                <a:solidFill>
                  <a:srgbClr val="464646"/>
                </a:solidFill>
                <a:latin typeface="Consolas"/>
                <a:cs typeface="Consolas"/>
              </a:rPr>
              <a:t>B </a:t>
            </a:r>
            <a:r>
              <a:rPr sz="160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25751" y="2182367"/>
            <a:ext cx="1252220" cy="17145"/>
          </a:xfrm>
          <a:custGeom>
            <a:avLst/>
            <a:gdLst/>
            <a:ahLst/>
            <a:cxnLst/>
            <a:rect l="l" t="t" r="r" b="b"/>
            <a:pathLst>
              <a:path w="1252220" h="17144">
                <a:moveTo>
                  <a:pt x="0" y="17144"/>
                </a:moveTo>
                <a:lnTo>
                  <a:pt x="1251966" y="0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6041" y="2868929"/>
            <a:ext cx="1490980" cy="64643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133350" marR="126364" indent="332105">
              <a:lnSpc>
                <a:spcPct val="100000"/>
              </a:lnSpc>
              <a:spcBef>
                <a:spcPts val="54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VPC </a:t>
            </a:r>
            <a:r>
              <a:rPr sz="1600" spc="-5" dirty="0">
                <a:solidFill>
                  <a:srgbClr val="464646"/>
                </a:solidFill>
                <a:latin typeface="Consolas"/>
                <a:cs typeface="Consolas"/>
              </a:rPr>
              <a:t>C </a:t>
            </a:r>
            <a:r>
              <a:rPr sz="160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10.0.0.0/16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25751" y="2182367"/>
            <a:ext cx="1252220" cy="1010285"/>
          </a:xfrm>
          <a:custGeom>
            <a:avLst/>
            <a:gdLst/>
            <a:ahLst/>
            <a:cxnLst/>
            <a:rect l="l" t="t" r="r" b="b"/>
            <a:pathLst>
              <a:path w="1252220" h="1010285">
                <a:moveTo>
                  <a:pt x="0" y="1010157"/>
                </a:moveTo>
                <a:lnTo>
                  <a:pt x="1251966" y="0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11476" y="968121"/>
            <a:ext cx="885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7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5380" y="3173933"/>
            <a:ext cx="903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90" dirty="0">
                <a:solidFill>
                  <a:srgbClr val="464646"/>
                </a:solidFill>
                <a:latin typeface="Arial"/>
                <a:cs typeface="Arial"/>
              </a:rPr>
              <a:t>gio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75761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Direct</a:t>
            </a:r>
            <a:r>
              <a:rPr sz="2800" spc="5" dirty="0"/>
              <a:t> </a:t>
            </a:r>
            <a:r>
              <a:rPr sz="2800" spc="-5" dirty="0"/>
              <a:t>Connect</a:t>
            </a:r>
            <a:r>
              <a:rPr sz="2800" spc="40" dirty="0"/>
              <a:t> </a:t>
            </a:r>
            <a:r>
              <a:rPr sz="2800" spc="-5" dirty="0"/>
              <a:t>sharing</a:t>
            </a:r>
            <a:r>
              <a:rPr sz="2800" spc="5" dirty="0"/>
              <a:t> </a:t>
            </a:r>
            <a:r>
              <a:rPr sz="2800" spc="-5" dirty="0"/>
              <a:t>with</a:t>
            </a:r>
            <a:r>
              <a:rPr sz="2800" spc="10" dirty="0"/>
              <a:t> </a:t>
            </a:r>
            <a:r>
              <a:rPr sz="2800" spc="-25" dirty="0"/>
              <a:t>Transit</a:t>
            </a:r>
            <a:r>
              <a:rPr sz="2800" spc="15" dirty="0"/>
              <a:t> </a:t>
            </a:r>
            <a:r>
              <a:rPr sz="2800" spc="-5" dirty="0"/>
              <a:t>Gateway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783835" y="1312417"/>
            <a:ext cx="3771900" cy="1739900"/>
            <a:chOff x="4783835" y="1312417"/>
            <a:chExt cx="3771900" cy="1739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3835" y="2147305"/>
              <a:ext cx="1121664" cy="117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39461" y="2188717"/>
              <a:ext cx="1027430" cy="0"/>
            </a:xfrm>
            <a:custGeom>
              <a:avLst/>
              <a:gdLst/>
              <a:ahLst/>
              <a:cxnLst/>
              <a:rect l="l" t="t" r="r" b="b"/>
              <a:pathLst>
                <a:path w="1027429">
                  <a:moveTo>
                    <a:pt x="0" y="0"/>
                  </a:moveTo>
                  <a:lnTo>
                    <a:pt x="1027176" y="0"/>
                  </a:lnTo>
                </a:path>
              </a:pathLst>
            </a:custGeom>
            <a:ln w="36575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66637" y="1325117"/>
              <a:ext cx="2676525" cy="1714500"/>
            </a:xfrm>
            <a:custGeom>
              <a:avLst/>
              <a:gdLst/>
              <a:ahLst/>
              <a:cxnLst/>
              <a:rect l="l" t="t" r="r" b="b"/>
              <a:pathLst>
                <a:path w="2676525" h="1714500">
                  <a:moveTo>
                    <a:pt x="2676143" y="0"/>
                  </a:moveTo>
                  <a:lnTo>
                    <a:pt x="0" y="0"/>
                  </a:lnTo>
                  <a:lnTo>
                    <a:pt x="0" y="1714499"/>
                  </a:lnTo>
                  <a:lnTo>
                    <a:pt x="2676143" y="1714499"/>
                  </a:lnTo>
                  <a:lnTo>
                    <a:pt x="26761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6637" y="1325117"/>
              <a:ext cx="2676525" cy="1714500"/>
            </a:xfrm>
            <a:custGeom>
              <a:avLst/>
              <a:gdLst/>
              <a:ahLst/>
              <a:cxnLst/>
              <a:rect l="l" t="t" r="r" b="b"/>
              <a:pathLst>
                <a:path w="2676525" h="1714500">
                  <a:moveTo>
                    <a:pt x="0" y="1714499"/>
                  </a:moveTo>
                  <a:lnTo>
                    <a:pt x="2676143" y="1714499"/>
                  </a:lnTo>
                  <a:lnTo>
                    <a:pt x="2676143" y="0"/>
                  </a:lnTo>
                  <a:lnTo>
                    <a:pt x="0" y="0"/>
                  </a:lnTo>
                  <a:lnTo>
                    <a:pt x="0" y="171449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90309" y="1325117"/>
            <a:ext cx="225298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On-premises</a:t>
            </a:r>
            <a:endParaRPr sz="1800">
              <a:latin typeface="Consolas"/>
              <a:cs typeface="Consolas"/>
            </a:endParaRPr>
          </a:p>
          <a:p>
            <a:pPr marL="191135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66638" y="1325117"/>
            <a:ext cx="424180" cy="1714500"/>
          </a:xfrm>
          <a:prstGeom prst="rect">
            <a:avLst/>
          </a:prstGeom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Times New Roman"/>
              <a:cs typeface="Times New Roman"/>
            </a:endParaRPr>
          </a:p>
          <a:p>
            <a:pPr marL="135890" marR="121920" indent="-7620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 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40173" y="1337310"/>
            <a:ext cx="399415" cy="1713230"/>
          </a:xfrm>
          <a:custGeom>
            <a:avLst/>
            <a:gdLst/>
            <a:ahLst/>
            <a:cxnLst/>
            <a:rect l="l" t="t" r="r" b="b"/>
            <a:pathLst>
              <a:path w="399414" h="1713230">
                <a:moveTo>
                  <a:pt x="399288" y="0"/>
                </a:moveTo>
                <a:lnTo>
                  <a:pt x="0" y="0"/>
                </a:lnTo>
                <a:lnTo>
                  <a:pt x="0" y="1712976"/>
                </a:lnTo>
                <a:lnTo>
                  <a:pt x="399288" y="1712976"/>
                </a:lnTo>
                <a:lnTo>
                  <a:pt x="3992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40173" y="1325117"/>
            <a:ext cx="399415" cy="1714500"/>
          </a:xfrm>
          <a:prstGeom prst="rect">
            <a:avLst/>
          </a:prstGeom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91440" marR="83820" indent="25400" algn="just">
              <a:lnSpc>
                <a:spcPct val="100000"/>
              </a:lnSpc>
              <a:spcBef>
                <a:spcPts val="124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G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7514" y="1698498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145"/>
              </a:spcBef>
            </a:pPr>
            <a:r>
              <a:rPr sz="1600" spc="-10" dirty="0">
                <a:solidFill>
                  <a:srgbClr val="464646"/>
                </a:solidFill>
                <a:latin typeface="Arial MT"/>
                <a:cs typeface="Arial MT"/>
              </a:rPr>
              <a:t>TGW</a:t>
            </a:r>
            <a:r>
              <a:rPr sz="16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0633" y="791718"/>
            <a:ext cx="894715" cy="533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01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0633" y="1698498"/>
            <a:ext cx="894715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19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0633" y="2606801"/>
            <a:ext cx="894715" cy="531495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2890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015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VPC</a:t>
            </a:r>
            <a:r>
              <a:rPr sz="18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94460" y="1063752"/>
            <a:ext cx="812165" cy="1814830"/>
          </a:xfrm>
          <a:custGeom>
            <a:avLst/>
            <a:gdLst/>
            <a:ahLst/>
            <a:cxnLst/>
            <a:rect l="l" t="t" r="r" b="b"/>
            <a:pathLst>
              <a:path w="812164" h="1814830">
                <a:moveTo>
                  <a:pt x="0" y="0"/>
                </a:moveTo>
                <a:lnTo>
                  <a:pt x="405891" y="0"/>
                </a:lnTo>
                <a:lnTo>
                  <a:pt x="405891" y="907796"/>
                </a:lnTo>
                <a:lnTo>
                  <a:pt x="811657" y="907796"/>
                </a:lnTo>
              </a:path>
              <a:path w="812164" h="1814830">
                <a:moveTo>
                  <a:pt x="0" y="1814576"/>
                </a:moveTo>
                <a:lnTo>
                  <a:pt x="405891" y="1814576"/>
                </a:lnTo>
                <a:lnTo>
                  <a:pt x="405891" y="906780"/>
                </a:lnTo>
                <a:lnTo>
                  <a:pt x="811657" y="906780"/>
                </a:lnTo>
              </a:path>
              <a:path w="812164" h="1814830">
                <a:moveTo>
                  <a:pt x="0" y="906780"/>
                </a:moveTo>
                <a:lnTo>
                  <a:pt x="811657" y="906780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263901" y="3137916"/>
            <a:ext cx="894715" cy="532765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915"/>
              </a:spcBef>
            </a:pPr>
            <a:r>
              <a:rPr sz="1600" spc="-10" dirty="0">
                <a:solidFill>
                  <a:srgbClr val="464646"/>
                </a:solidFill>
                <a:latin typeface="Arial MT"/>
                <a:cs typeface="Arial MT"/>
              </a:rPr>
              <a:t>TGW</a:t>
            </a:r>
            <a:r>
              <a:rPr sz="16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7082" y="3722319"/>
            <a:ext cx="6468745" cy="77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954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50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15" dirty="0">
                <a:solidFill>
                  <a:srgbClr val="464646"/>
                </a:solidFill>
                <a:latin typeface="Arial"/>
                <a:cs typeface="Arial"/>
              </a:rPr>
              <a:t>g</a:t>
            </a:r>
            <a:r>
              <a:rPr sz="1800" b="1" dirty="0">
                <a:solidFill>
                  <a:srgbClr val="464646"/>
                </a:solidFill>
                <a:latin typeface="Arial"/>
                <a:cs typeface="Arial"/>
              </a:rPr>
              <a:t>i</a:t>
            </a:r>
            <a:r>
              <a:rPr sz="1800" b="1" spc="-180" dirty="0">
                <a:solidFill>
                  <a:srgbClr val="464646"/>
                </a:solidFill>
                <a:latin typeface="Arial"/>
                <a:cs typeface="Arial"/>
              </a:rPr>
              <a:t>o</a:t>
            </a:r>
            <a:r>
              <a:rPr sz="1800" b="1" spc="-17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20" dirty="0">
                <a:solidFill>
                  <a:srgbClr val="464646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800" b="1" spc="-110" dirty="0">
                <a:solidFill>
                  <a:srgbClr val="464646"/>
                </a:solidFill>
                <a:latin typeface="Arial"/>
                <a:cs typeface="Arial"/>
              </a:rPr>
              <a:t>Share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Direct</a:t>
            </a:r>
            <a:r>
              <a:rPr sz="1800" b="1" spc="-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464646"/>
                </a:solidFill>
                <a:latin typeface="Arial"/>
                <a:cs typeface="Arial"/>
              </a:rPr>
              <a:t>Connect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464646"/>
                </a:solidFill>
                <a:latin typeface="Arial"/>
                <a:cs typeface="Arial"/>
              </a:rPr>
              <a:t>Link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with</a:t>
            </a:r>
            <a:r>
              <a:rPr sz="1800" b="1" spc="-7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75" dirty="0">
                <a:solidFill>
                  <a:srgbClr val="464646"/>
                </a:solidFill>
                <a:latin typeface="Arial"/>
                <a:cs typeface="Arial"/>
              </a:rPr>
              <a:t>other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464646"/>
                </a:solidFill>
                <a:latin typeface="Arial"/>
                <a:cs typeface="Arial"/>
              </a:rPr>
              <a:t>VPCs</a:t>
            </a:r>
            <a:r>
              <a:rPr sz="1800" b="1" spc="-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464646"/>
                </a:solidFill>
                <a:latin typeface="Arial"/>
                <a:cs typeface="Arial"/>
              </a:rPr>
              <a:t>using</a:t>
            </a:r>
            <a:r>
              <a:rPr sz="1800" b="1" spc="-8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45" dirty="0">
                <a:solidFill>
                  <a:srgbClr val="464646"/>
                </a:solidFill>
                <a:latin typeface="Arial"/>
                <a:cs typeface="Arial"/>
              </a:rPr>
              <a:t>Transit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Gateway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3383" y="1310716"/>
            <a:ext cx="885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5" dirty="0">
                <a:solidFill>
                  <a:srgbClr val="464646"/>
                </a:solidFill>
                <a:latin typeface="Arial"/>
                <a:cs typeface="Arial"/>
              </a:rPr>
              <a:t>R</a:t>
            </a:r>
            <a:r>
              <a:rPr sz="1800" b="1" spc="-345" dirty="0">
                <a:solidFill>
                  <a:srgbClr val="464646"/>
                </a:solidFill>
                <a:latin typeface="Arial"/>
                <a:cs typeface="Arial"/>
              </a:rPr>
              <a:t>e</a:t>
            </a:r>
            <a:r>
              <a:rPr sz="1800" b="1" spc="-90" dirty="0">
                <a:solidFill>
                  <a:srgbClr val="464646"/>
                </a:solidFill>
                <a:latin typeface="Arial"/>
                <a:cs typeface="Arial"/>
              </a:rPr>
              <a:t>gio</a:t>
            </a:r>
            <a:r>
              <a:rPr sz="1800" b="1" spc="-105" dirty="0">
                <a:solidFill>
                  <a:srgbClr val="464646"/>
                </a:solidFill>
                <a:latin typeface="Arial"/>
                <a:cs typeface="Arial"/>
              </a:rPr>
              <a:t>n</a:t>
            </a:r>
            <a:r>
              <a:rPr sz="1800" b="1" spc="-6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464646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01339" y="1970532"/>
            <a:ext cx="1338580" cy="1426210"/>
          </a:xfrm>
          <a:custGeom>
            <a:avLst/>
            <a:gdLst/>
            <a:ahLst/>
            <a:cxnLst/>
            <a:rect l="l" t="t" r="r" b="b"/>
            <a:pathLst>
              <a:path w="1338579" h="1426210">
                <a:moveTo>
                  <a:pt x="0" y="0"/>
                </a:moveTo>
                <a:lnTo>
                  <a:pt x="669163" y="0"/>
                </a:lnTo>
                <a:lnTo>
                  <a:pt x="669163" y="221869"/>
                </a:lnTo>
                <a:lnTo>
                  <a:pt x="1338452" y="221869"/>
                </a:lnTo>
              </a:path>
              <a:path w="1338579" h="1426210">
                <a:moveTo>
                  <a:pt x="56387" y="1425829"/>
                </a:moveTo>
                <a:lnTo>
                  <a:pt x="668401" y="1425829"/>
                </a:lnTo>
                <a:lnTo>
                  <a:pt x="668401" y="222504"/>
                </a:lnTo>
                <a:lnTo>
                  <a:pt x="1338452" y="222504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7724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Direct</a:t>
            </a:r>
            <a:r>
              <a:rPr sz="2800" spc="5" dirty="0"/>
              <a:t> </a:t>
            </a:r>
            <a:r>
              <a:rPr sz="2800" spc="-5" dirty="0"/>
              <a:t>Connect</a:t>
            </a:r>
            <a:r>
              <a:rPr sz="2800" spc="45" dirty="0"/>
              <a:t> </a:t>
            </a:r>
            <a:r>
              <a:rPr sz="2800" spc="-5" dirty="0"/>
              <a:t>to</a:t>
            </a:r>
            <a:r>
              <a:rPr sz="2800" spc="15" dirty="0"/>
              <a:t> </a:t>
            </a:r>
            <a:r>
              <a:rPr sz="2800" spc="-5" dirty="0"/>
              <a:t>access</a:t>
            </a:r>
            <a:r>
              <a:rPr sz="2800" spc="10" dirty="0"/>
              <a:t> </a:t>
            </a:r>
            <a:r>
              <a:rPr sz="2800" spc="-5" dirty="0"/>
              <a:t>other</a:t>
            </a:r>
            <a:r>
              <a:rPr sz="2800" spc="-80" dirty="0"/>
              <a:t> </a:t>
            </a:r>
            <a:r>
              <a:rPr sz="2800" spc="-60" dirty="0"/>
              <a:t>AWS</a:t>
            </a:r>
            <a:r>
              <a:rPr sz="2800" dirty="0"/>
              <a:t> </a:t>
            </a:r>
            <a:r>
              <a:rPr sz="2800" spc="-5" dirty="0"/>
              <a:t>Services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783835" y="1312417"/>
            <a:ext cx="3771900" cy="1739900"/>
            <a:chOff x="4783835" y="1312417"/>
            <a:chExt cx="3771900" cy="1739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3835" y="2147305"/>
              <a:ext cx="1121664" cy="117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39461" y="2188717"/>
              <a:ext cx="1027430" cy="0"/>
            </a:xfrm>
            <a:custGeom>
              <a:avLst/>
              <a:gdLst/>
              <a:ahLst/>
              <a:cxnLst/>
              <a:rect l="l" t="t" r="r" b="b"/>
              <a:pathLst>
                <a:path w="1027429">
                  <a:moveTo>
                    <a:pt x="0" y="0"/>
                  </a:moveTo>
                  <a:lnTo>
                    <a:pt x="1027176" y="0"/>
                  </a:lnTo>
                </a:path>
              </a:pathLst>
            </a:custGeom>
            <a:ln w="36575">
              <a:solidFill>
                <a:srgbClr val="999A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66637" y="1325117"/>
              <a:ext cx="2676525" cy="1714500"/>
            </a:xfrm>
            <a:custGeom>
              <a:avLst/>
              <a:gdLst/>
              <a:ahLst/>
              <a:cxnLst/>
              <a:rect l="l" t="t" r="r" b="b"/>
              <a:pathLst>
                <a:path w="2676525" h="1714500">
                  <a:moveTo>
                    <a:pt x="2676143" y="0"/>
                  </a:moveTo>
                  <a:lnTo>
                    <a:pt x="0" y="0"/>
                  </a:lnTo>
                  <a:lnTo>
                    <a:pt x="0" y="1714499"/>
                  </a:lnTo>
                  <a:lnTo>
                    <a:pt x="2676143" y="1714499"/>
                  </a:lnTo>
                  <a:lnTo>
                    <a:pt x="26761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6637" y="1325117"/>
              <a:ext cx="2676525" cy="1714500"/>
            </a:xfrm>
            <a:custGeom>
              <a:avLst/>
              <a:gdLst/>
              <a:ahLst/>
              <a:cxnLst/>
              <a:rect l="l" t="t" r="r" b="b"/>
              <a:pathLst>
                <a:path w="2676525" h="1714500">
                  <a:moveTo>
                    <a:pt x="0" y="1714499"/>
                  </a:moveTo>
                  <a:lnTo>
                    <a:pt x="2676143" y="1714499"/>
                  </a:lnTo>
                  <a:lnTo>
                    <a:pt x="2676143" y="0"/>
                  </a:lnTo>
                  <a:lnTo>
                    <a:pt x="0" y="0"/>
                  </a:lnTo>
                  <a:lnTo>
                    <a:pt x="0" y="1714499"/>
                  </a:lnTo>
                  <a:close/>
                </a:path>
              </a:pathLst>
            </a:custGeom>
            <a:ln w="25400">
              <a:solidFill>
                <a:srgbClr val="F79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90309" y="1325117"/>
            <a:ext cx="225298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Consolas"/>
                <a:cs typeface="Consolas"/>
              </a:rPr>
              <a:t>On-premises</a:t>
            </a:r>
            <a:endParaRPr sz="1800">
              <a:latin typeface="Consolas"/>
              <a:cs typeface="Consolas"/>
            </a:endParaRPr>
          </a:p>
          <a:p>
            <a:pPr marL="191135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464646"/>
                </a:solidFill>
                <a:latin typeface="Consolas"/>
                <a:cs typeface="Consolas"/>
              </a:rPr>
              <a:t>172.31.0.0/16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66638" y="1325117"/>
            <a:ext cx="424180" cy="1714500"/>
          </a:xfrm>
          <a:prstGeom prst="rect">
            <a:avLst/>
          </a:prstGeom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Times New Roman"/>
              <a:cs typeface="Times New Roman"/>
            </a:endParaRPr>
          </a:p>
          <a:p>
            <a:pPr marL="135890" marR="121920" indent="-7620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 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40173" y="1337310"/>
            <a:ext cx="399415" cy="1713230"/>
          </a:xfrm>
          <a:custGeom>
            <a:avLst/>
            <a:gdLst/>
            <a:ahLst/>
            <a:cxnLst/>
            <a:rect l="l" t="t" r="r" b="b"/>
            <a:pathLst>
              <a:path w="399414" h="1713230">
                <a:moveTo>
                  <a:pt x="399288" y="0"/>
                </a:moveTo>
                <a:lnTo>
                  <a:pt x="0" y="0"/>
                </a:lnTo>
                <a:lnTo>
                  <a:pt x="0" y="1712976"/>
                </a:lnTo>
                <a:lnTo>
                  <a:pt x="399288" y="1712976"/>
                </a:lnTo>
                <a:lnTo>
                  <a:pt x="3992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40173" y="1325117"/>
            <a:ext cx="399415" cy="1714500"/>
          </a:xfrm>
          <a:prstGeom prst="rect">
            <a:avLst/>
          </a:prstGeom>
          <a:ln w="25400">
            <a:solidFill>
              <a:srgbClr val="F79F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91440" marR="83820" indent="25400" algn="just">
              <a:lnSpc>
                <a:spcPct val="100000"/>
              </a:lnSpc>
              <a:spcBef>
                <a:spcPts val="124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G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1966" y="2352294"/>
            <a:ext cx="2062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99A97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75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9210" y="3511422"/>
            <a:ext cx="70319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464646"/>
                </a:solidFill>
                <a:latin typeface="Microsoft Sans Serif"/>
                <a:cs typeface="Microsoft Sans Serif"/>
              </a:rPr>
              <a:t>Access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AWS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services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from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464646"/>
                </a:solidFill>
                <a:latin typeface="Microsoft Sans Serif"/>
                <a:cs typeface="Microsoft Sans Serif"/>
              </a:rPr>
              <a:t>On-premises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using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Direct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Connect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 with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Public </a:t>
            </a:r>
            <a:r>
              <a:rPr sz="1800" spc="-459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40" dirty="0">
                <a:solidFill>
                  <a:srgbClr val="464646"/>
                </a:solidFill>
                <a:latin typeface="Microsoft Sans Serif"/>
                <a:cs typeface="Microsoft Sans Serif"/>
              </a:rPr>
              <a:t>Virtual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Interface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12700" marR="380365">
              <a:lnSpc>
                <a:spcPct val="100000"/>
              </a:lnSpc>
            </a:pPr>
            <a:r>
              <a:rPr sz="1800" spc="45" dirty="0">
                <a:solidFill>
                  <a:srgbClr val="464646"/>
                </a:solidFill>
                <a:latin typeface="Microsoft Sans Serif"/>
                <a:cs typeface="Microsoft Sans Serif"/>
              </a:rPr>
              <a:t>Traffic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from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464646"/>
                </a:solidFill>
                <a:latin typeface="Microsoft Sans Serif"/>
                <a:cs typeface="Microsoft Sans Serif"/>
              </a:rPr>
              <a:t>on-premises</a:t>
            </a:r>
            <a:r>
              <a:rPr sz="1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is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464646"/>
                </a:solidFill>
                <a:latin typeface="Microsoft Sans Serif"/>
                <a:cs typeface="Microsoft Sans Serif"/>
              </a:rPr>
              <a:t>routed</a:t>
            </a:r>
            <a:r>
              <a:rPr sz="18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through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DX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and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uses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AWS</a:t>
            </a:r>
            <a:r>
              <a:rPr sz="1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464646"/>
                </a:solidFill>
                <a:latin typeface="Microsoft Sans Serif"/>
                <a:cs typeface="Microsoft Sans Serif"/>
              </a:rPr>
              <a:t>Global </a:t>
            </a:r>
            <a:r>
              <a:rPr sz="1800" spc="-459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et</a:t>
            </a:r>
            <a:r>
              <a:rPr sz="1800" spc="-175" dirty="0">
                <a:solidFill>
                  <a:srgbClr val="464646"/>
                </a:solidFill>
                <a:latin typeface="Microsoft Sans Serif"/>
                <a:cs typeface="Microsoft Sans Serif"/>
              </a:rPr>
              <a:t>w</a:t>
            </a:r>
            <a:r>
              <a:rPr sz="1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or</a:t>
            </a:r>
            <a:r>
              <a:rPr sz="1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k </a:t>
            </a:r>
            <a:r>
              <a:rPr sz="18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1800" spc="-9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464646"/>
                </a:solidFill>
                <a:latin typeface="Microsoft Sans Serif"/>
                <a:cs typeface="Microsoft Sans Serif"/>
              </a:rPr>
              <a:t>ac</a:t>
            </a:r>
            <a:r>
              <a:rPr sz="1800" spc="-140" dirty="0">
                <a:solidFill>
                  <a:srgbClr val="464646"/>
                </a:solidFill>
                <a:latin typeface="Microsoft Sans Serif"/>
                <a:cs typeface="Microsoft Sans Serif"/>
              </a:rPr>
              <a:t>c</a:t>
            </a:r>
            <a:r>
              <a:rPr sz="1800" spc="-200" dirty="0">
                <a:solidFill>
                  <a:srgbClr val="464646"/>
                </a:solidFill>
                <a:latin typeface="Microsoft Sans Serif"/>
                <a:cs typeface="Microsoft Sans Serif"/>
              </a:rPr>
              <a:t>ess</a:t>
            </a:r>
            <a:r>
              <a:rPr sz="1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-17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1800" spc="30" dirty="0">
                <a:solidFill>
                  <a:srgbClr val="464646"/>
                </a:solidFill>
                <a:latin typeface="Microsoft Sans Serif"/>
                <a:cs typeface="Microsoft Sans Serif"/>
              </a:rPr>
              <a:t>q</a:t>
            </a:r>
            <a:r>
              <a:rPr sz="1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1800" spc="80" dirty="0">
                <a:solidFill>
                  <a:srgbClr val="464646"/>
                </a:solidFill>
                <a:latin typeface="Microsoft Sans Serif"/>
                <a:cs typeface="Microsoft Sans Serif"/>
              </a:rPr>
              <a:t>i</a:t>
            </a:r>
            <a:r>
              <a:rPr sz="1800" spc="120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1800" spc="-190" dirty="0">
                <a:solidFill>
                  <a:srgbClr val="464646"/>
                </a:solidFill>
                <a:latin typeface="Microsoft Sans Serif"/>
                <a:cs typeface="Microsoft Sans Serif"/>
              </a:rPr>
              <a:t>ed</a:t>
            </a:r>
            <a:r>
              <a:rPr sz="1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464646"/>
                </a:solidFill>
                <a:latin typeface="Microsoft Sans Serif"/>
                <a:cs typeface="Microsoft Sans Serif"/>
              </a:rPr>
              <a:t>service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30017" y="1148333"/>
            <a:ext cx="883919" cy="54737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4605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150"/>
              </a:spcBef>
            </a:pPr>
            <a:r>
              <a:rPr sz="1600" spc="-10" dirty="0">
                <a:solidFill>
                  <a:srgbClr val="464646"/>
                </a:solidFill>
                <a:latin typeface="Arial MT"/>
                <a:cs typeface="Arial MT"/>
              </a:rPr>
              <a:t>TGW</a:t>
            </a:r>
            <a:r>
              <a:rPr sz="16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02508" y="1421891"/>
            <a:ext cx="1137920" cy="1479550"/>
          </a:xfrm>
          <a:custGeom>
            <a:avLst/>
            <a:gdLst/>
            <a:ahLst/>
            <a:cxnLst/>
            <a:rect l="l" t="t" r="r" b="b"/>
            <a:pathLst>
              <a:path w="1137920" h="1479550">
                <a:moveTo>
                  <a:pt x="21336" y="0"/>
                </a:moveTo>
                <a:lnTo>
                  <a:pt x="579501" y="0"/>
                </a:lnTo>
                <a:lnTo>
                  <a:pt x="579501" y="771652"/>
                </a:lnTo>
                <a:lnTo>
                  <a:pt x="1137539" y="771652"/>
                </a:lnTo>
              </a:path>
              <a:path w="1137920" h="1479550">
                <a:moveTo>
                  <a:pt x="0" y="1479042"/>
                </a:moveTo>
                <a:lnTo>
                  <a:pt x="575817" y="1479042"/>
                </a:lnTo>
                <a:lnTo>
                  <a:pt x="575817" y="771144"/>
                </a:lnTo>
                <a:lnTo>
                  <a:pt x="1137157" y="771144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21841" y="1148333"/>
            <a:ext cx="893444" cy="54737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7AD"/>
            </a:solidFill>
          </a:ln>
        </p:spPr>
        <p:txBody>
          <a:bodyPr vert="horz" wrap="square" lIns="0" tIns="146050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1150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VPCs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14144" y="1421891"/>
            <a:ext cx="514350" cy="0"/>
          </a:xfrm>
          <a:custGeom>
            <a:avLst/>
            <a:gdLst/>
            <a:ahLst/>
            <a:cxnLst/>
            <a:rect l="l" t="t" r="r" b="b"/>
            <a:pathLst>
              <a:path w="514350">
                <a:moveTo>
                  <a:pt x="0" y="0"/>
                </a:moveTo>
                <a:lnTo>
                  <a:pt x="513842" y="0"/>
                </a:lnTo>
              </a:path>
            </a:pathLst>
          </a:custGeom>
          <a:ln w="9525">
            <a:solidFill>
              <a:srgbClr val="94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230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VPN</a:t>
            </a:r>
            <a:r>
              <a:rPr sz="2800" spc="-15" dirty="0"/>
              <a:t> </a:t>
            </a:r>
            <a:r>
              <a:rPr sz="2800" spc="-5" dirty="0"/>
              <a:t>over</a:t>
            </a:r>
            <a:r>
              <a:rPr sz="2800" spc="-10" dirty="0"/>
              <a:t> </a:t>
            </a:r>
            <a:r>
              <a:rPr sz="2800" spc="-5" dirty="0"/>
              <a:t>Direct</a:t>
            </a:r>
            <a:r>
              <a:rPr sz="2800" spc="-10" dirty="0"/>
              <a:t> </a:t>
            </a:r>
            <a:r>
              <a:rPr sz="2800" spc="-5" dirty="0"/>
              <a:t>Connect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19506" y="986409"/>
            <a:ext cx="7522209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10" dirty="0">
                <a:solidFill>
                  <a:srgbClr val="4D4D4B"/>
                </a:solidFill>
                <a:latin typeface="Microsoft Sans Serif"/>
                <a:cs typeface="Microsoft Sans Serif"/>
              </a:rPr>
              <a:t>Y</a:t>
            </a:r>
            <a:r>
              <a:rPr sz="2400" spc="-170" dirty="0">
                <a:solidFill>
                  <a:srgbClr val="4D4D4B"/>
                </a:solidFill>
                <a:latin typeface="Microsoft Sans Serif"/>
                <a:cs typeface="Microsoft Sans Serif"/>
              </a:rPr>
              <a:t>o</a:t>
            </a:r>
            <a:r>
              <a:rPr sz="2400" spc="30" dirty="0">
                <a:solidFill>
                  <a:srgbClr val="4D4D4B"/>
                </a:solidFill>
                <a:latin typeface="Microsoft Sans Serif"/>
                <a:cs typeface="Microsoft Sans Serif"/>
              </a:rPr>
              <a:t>u</a:t>
            </a:r>
            <a:r>
              <a:rPr sz="2400" spc="-4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4D4D4B"/>
                </a:solidFill>
                <a:latin typeface="Microsoft Sans Serif"/>
                <a:cs typeface="Microsoft Sans Serif"/>
              </a:rPr>
              <a:t>can</a:t>
            </a:r>
            <a:r>
              <a:rPr sz="24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4D4D4B"/>
                </a:solidFill>
                <a:latin typeface="Microsoft Sans Serif"/>
                <a:cs typeface="Microsoft Sans Serif"/>
              </a:rPr>
              <a:t>als</a:t>
            </a:r>
            <a:r>
              <a:rPr sz="2400" spc="-145" dirty="0">
                <a:solidFill>
                  <a:srgbClr val="4D4D4B"/>
                </a:solidFill>
                <a:latin typeface="Microsoft Sans Serif"/>
                <a:cs typeface="Microsoft Sans Serif"/>
              </a:rPr>
              <a:t>o</a:t>
            </a:r>
            <a:r>
              <a:rPr sz="24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4D4D4B"/>
                </a:solidFill>
                <a:latin typeface="Microsoft Sans Serif"/>
                <a:cs typeface="Microsoft Sans Serif"/>
              </a:rPr>
              <a:t>set</a:t>
            </a:r>
            <a:r>
              <a:rPr sz="2400" spc="-130" dirty="0">
                <a:solidFill>
                  <a:srgbClr val="4D4D4B"/>
                </a:solidFill>
                <a:latin typeface="Microsoft Sans Serif"/>
                <a:cs typeface="Microsoft Sans Serif"/>
              </a:rPr>
              <a:t>u</a:t>
            </a:r>
            <a:r>
              <a:rPr sz="2400" spc="-260" dirty="0">
                <a:solidFill>
                  <a:srgbClr val="4D4D4B"/>
                </a:solidFill>
                <a:latin typeface="Microsoft Sans Serif"/>
                <a:cs typeface="Microsoft Sans Serif"/>
              </a:rPr>
              <a:t>p</a:t>
            </a:r>
            <a:r>
              <a:rPr sz="2400" spc="-4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4D4D4B"/>
                </a:solidFill>
                <a:latin typeface="Microsoft Sans Serif"/>
                <a:cs typeface="Microsoft Sans Serif"/>
              </a:rPr>
              <a:t>a</a:t>
            </a:r>
            <a:r>
              <a:rPr sz="24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4D4D4B"/>
                </a:solidFill>
                <a:latin typeface="Microsoft Sans Serif"/>
                <a:cs typeface="Microsoft Sans Serif"/>
              </a:rPr>
              <a:t>VPN</a:t>
            </a:r>
            <a:r>
              <a:rPr sz="24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4D4D4B"/>
                </a:solidFill>
                <a:latin typeface="Microsoft Sans Serif"/>
                <a:cs typeface="Microsoft Sans Serif"/>
              </a:rPr>
              <a:t>con</a:t>
            </a:r>
            <a:r>
              <a:rPr sz="2400" spc="-60" dirty="0">
                <a:solidFill>
                  <a:srgbClr val="4D4D4B"/>
                </a:solidFill>
                <a:latin typeface="Microsoft Sans Serif"/>
                <a:cs typeface="Microsoft Sans Serif"/>
              </a:rPr>
              <a:t>n</a:t>
            </a:r>
            <a:r>
              <a:rPr sz="2400" spc="-130" dirty="0">
                <a:solidFill>
                  <a:srgbClr val="4D4D4B"/>
                </a:solidFill>
                <a:latin typeface="Microsoft Sans Serif"/>
                <a:cs typeface="Microsoft Sans Serif"/>
              </a:rPr>
              <a:t>ecti</a:t>
            </a:r>
            <a:r>
              <a:rPr sz="2400" spc="-180" dirty="0">
                <a:solidFill>
                  <a:srgbClr val="4D4D4B"/>
                </a:solidFill>
                <a:latin typeface="Microsoft Sans Serif"/>
                <a:cs typeface="Microsoft Sans Serif"/>
              </a:rPr>
              <a:t>o</a:t>
            </a:r>
            <a:r>
              <a:rPr sz="2400" spc="160" dirty="0">
                <a:solidFill>
                  <a:srgbClr val="4D4D4B"/>
                </a:solidFill>
                <a:latin typeface="Microsoft Sans Serif"/>
                <a:cs typeface="Microsoft Sans Serif"/>
              </a:rPr>
              <a:t>n</a:t>
            </a:r>
            <a:r>
              <a:rPr sz="24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4D4D4B"/>
                </a:solidFill>
                <a:latin typeface="Microsoft Sans Serif"/>
                <a:cs typeface="Microsoft Sans Serif"/>
              </a:rPr>
              <a:t>in</a:t>
            </a:r>
            <a:r>
              <a:rPr sz="2400" spc="70" dirty="0">
                <a:solidFill>
                  <a:srgbClr val="4D4D4B"/>
                </a:solidFill>
                <a:latin typeface="Microsoft Sans Serif"/>
                <a:cs typeface="Microsoft Sans Serif"/>
              </a:rPr>
              <a:t>s</a:t>
            </a:r>
            <a:r>
              <a:rPr sz="2400" spc="-100" dirty="0">
                <a:solidFill>
                  <a:srgbClr val="4D4D4B"/>
                </a:solidFill>
                <a:latin typeface="Microsoft Sans Serif"/>
                <a:cs typeface="Microsoft Sans Serif"/>
              </a:rPr>
              <a:t>id</a:t>
            </a:r>
            <a:r>
              <a:rPr sz="2400" spc="-130" dirty="0">
                <a:solidFill>
                  <a:srgbClr val="4D4D4B"/>
                </a:solidFill>
                <a:latin typeface="Microsoft Sans Serif"/>
                <a:cs typeface="Microsoft Sans Serif"/>
              </a:rPr>
              <a:t>e</a:t>
            </a:r>
            <a:r>
              <a:rPr sz="2400" spc="-4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10" dirty="0">
                <a:solidFill>
                  <a:srgbClr val="4D4D4B"/>
                </a:solidFill>
                <a:latin typeface="Microsoft Sans Serif"/>
                <a:cs typeface="Microsoft Sans Serif"/>
              </a:rPr>
              <a:t>Di</a:t>
            </a:r>
            <a:r>
              <a:rPr sz="2400" spc="15" dirty="0">
                <a:solidFill>
                  <a:srgbClr val="4D4D4B"/>
                </a:solidFill>
                <a:latin typeface="Microsoft Sans Serif"/>
                <a:cs typeface="Microsoft Sans Serif"/>
              </a:rPr>
              <a:t>r</a:t>
            </a:r>
            <a:r>
              <a:rPr sz="2400" spc="-175" dirty="0">
                <a:solidFill>
                  <a:srgbClr val="4D4D4B"/>
                </a:solidFill>
                <a:latin typeface="Microsoft Sans Serif"/>
                <a:cs typeface="Microsoft Sans Serif"/>
              </a:rPr>
              <a:t>ect</a:t>
            </a:r>
            <a:r>
              <a:rPr sz="24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270" dirty="0">
                <a:solidFill>
                  <a:srgbClr val="4D4D4B"/>
                </a:solidFill>
                <a:latin typeface="Microsoft Sans Serif"/>
                <a:cs typeface="Microsoft Sans Serif"/>
              </a:rPr>
              <a:t>C</a:t>
            </a:r>
            <a:r>
              <a:rPr sz="2400" spc="-105" dirty="0">
                <a:solidFill>
                  <a:srgbClr val="4D4D4B"/>
                </a:solidFill>
                <a:latin typeface="Microsoft Sans Serif"/>
                <a:cs typeface="Microsoft Sans Serif"/>
              </a:rPr>
              <a:t>o</a:t>
            </a:r>
            <a:r>
              <a:rPr sz="2400" spc="-95" dirty="0">
                <a:solidFill>
                  <a:srgbClr val="4D4D4B"/>
                </a:solidFill>
                <a:latin typeface="Microsoft Sans Serif"/>
                <a:cs typeface="Microsoft Sans Serif"/>
              </a:rPr>
              <a:t>n</a:t>
            </a:r>
            <a:r>
              <a:rPr sz="2400" spc="-165" dirty="0">
                <a:solidFill>
                  <a:srgbClr val="4D4D4B"/>
                </a:solidFill>
                <a:latin typeface="Microsoft Sans Serif"/>
                <a:cs typeface="Microsoft Sans Serif"/>
              </a:rPr>
              <a:t>n</a:t>
            </a:r>
            <a:r>
              <a:rPr sz="2400" spc="-160" dirty="0">
                <a:solidFill>
                  <a:srgbClr val="4D4D4B"/>
                </a:solidFill>
                <a:latin typeface="Microsoft Sans Serif"/>
                <a:cs typeface="Microsoft Sans Serif"/>
              </a:rPr>
              <a:t>e</a:t>
            </a:r>
            <a:r>
              <a:rPr sz="24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ct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45" dirty="0">
                <a:solidFill>
                  <a:srgbClr val="4D4D4B"/>
                </a:solidFill>
                <a:latin typeface="Microsoft Sans Serif"/>
                <a:cs typeface="Microsoft Sans Serif"/>
              </a:rPr>
              <a:t>Encrypted</a:t>
            </a:r>
            <a:r>
              <a:rPr sz="24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4D4D4B"/>
                </a:solidFill>
                <a:latin typeface="Microsoft Sans Serif"/>
                <a:cs typeface="Microsoft Sans Serif"/>
              </a:rPr>
              <a:t>channel</a:t>
            </a:r>
            <a:r>
              <a:rPr sz="24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20" dirty="0">
                <a:solidFill>
                  <a:srgbClr val="4D4D4B"/>
                </a:solidFill>
                <a:latin typeface="Microsoft Sans Serif"/>
                <a:cs typeface="Microsoft Sans Serif"/>
              </a:rPr>
              <a:t>with</a:t>
            </a:r>
            <a:r>
              <a:rPr sz="24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55" dirty="0">
                <a:solidFill>
                  <a:srgbClr val="4D4D4B"/>
                </a:solidFill>
                <a:latin typeface="Microsoft Sans Serif"/>
                <a:cs typeface="Microsoft Sans Serif"/>
              </a:rPr>
              <a:t>consistent</a:t>
            </a:r>
            <a:r>
              <a:rPr sz="24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4D4D4B"/>
                </a:solidFill>
                <a:latin typeface="Microsoft Sans Serif"/>
                <a:cs typeface="Microsoft Sans Serif"/>
              </a:rPr>
              <a:t>network</a:t>
            </a:r>
            <a:r>
              <a:rPr sz="24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4D4D4B"/>
                </a:solidFill>
                <a:latin typeface="Microsoft Sans Serif"/>
                <a:cs typeface="Microsoft Sans Serif"/>
              </a:rPr>
              <a:t>performance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544" y="139065"/>
            <a:ext cx="58331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4D4D4B"/>
                </a:solidFill>
                <a:latin typeface="Arial"/>
                <a:cs typeface="Arial"/>
              </a:rPr>
              <a:t>VPN</a:t>
            </a:r>
            <a:r>
              <a:rPr sz="2800" b="1" dirty="0">
                <a:solidFill>
                  <a:srgbClr val="4D4D4B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4D4D4B"/>
                </a:solidFill>
                <a:latin typeface="Arial"/>
                <a:cs typeface="Arial"/>
              </a:rPr>
              <a:t>as</a:t>
            </a:r>
            <a:r>
              <a:rPr sz="2800" b="1" dirty="0">
                <a:solidFill>
                  <a:srgbClr val="4D4D4B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4D4D4B"/>
                </a:solidFill>
                <a:latin typeface="Arial"/>
                <a:cs typeface="Arial"/>
              </a:rPr>
              <a:t>Backup</a:t>
            </a:r>
            <a:r>
              <a:rPr sz="2800" b="1" spc="15" dirty="0">
                <a:solidFill>
                  <a:srgbClr val="4D4D4B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4D4D4B"/>
                </a:solidFill>
                <a:latin typeface="Arial"/>
                <a:cs typeface="Arial"/>
              </a:rPr>
              <a:t>for</a:t>
            </a:r>
            <a:r>
              <a:rPr sz="2800" b="1" spc="-10" dirty="0">
                <a:solidFill>
                  <a:srgbClr val="4D4D4B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4D4D4B"/>
                </a:solidFill>
                <a:latin typeface="Arial"/>
                <a:cs typeface="Arial"/>
              </a:rPr>
              <a:t>Direct Connect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506" y="986409"/>
            <a:ext cx="79495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114" dirty="0">
                <a:solidFill>
                  <a:srgbClr val="4D4D4B"/>
                </a:solidFill>
                <a:latin typeface="Microsoft Sans Serif"/>
                <a:cs typeface="Microsoft Sans Serif"/>
              </a:rPr>
              <a:t>If </a:t>
            </a:r>
            <a:r>
              <a:rPr sz="2400" spc="-5" dirty="0">
                <a:solidFill>
                  <a:srgbClr val="4D4D4B"/>
                </a:solidFill>
                <a:latin typeface="Microsoft Sans Serif"/>
                <a:cs typeface="Microsoft Sans Serif"/>
              </a:rPr>
              <a:t>you </a:t>
            </a:r>
            <a:r>
              <a:rPr sz="2400" spc="-200" dirty="0">
                <a:solidFill>
                  <a:srgbClr val="4D4D4B"/>
                </a:solidFill>
                <a:latin typeface="Microsoft Sans Serif"/>
                <a:cs typeface="Microsoft Sans Serif"/>
              </a:rPr>
              <a:t>use </a:t>
            </a:r>
            <a:r>
              <a:rPr sz="2400" spc="75" dirty="0">
                <a:solidFill>
                  <a:srgbClr val="4D4D4B"/>
                </a:solidFill>
                <a:latin typeface="Microsoft Sans Serif"/>
                <a:cs typeface="Microsoft Sans Serif"/>
              </a:rPr>
              <a:t>only </a:t>
            </a:r>
            <a:r>
              <a:rPr sz="2400" spc="-225" dirty="0">
                <a:solidFill>
                  <a:srgbClr val="4D4D4B"/>
                </a:solidFill>
                <a:latin typeface="Microsoft Sans Serif"/>
                <a:cs typeface="Microsoft Sans Serif"/>
              </a:rPr>
              <a:t>one</a:t>
            </a:r>
            <a:r>
              <a:rPr sz="2400" spc="-22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4D4D4B"/>
                </a:solidFill>
                <a:latin typeface="Microsoft Sans Serif"/>
                <a:cs typeface="Microsoft Sans Serif"/>
              </a:rPr>
              <a:t>Direct </a:t>
            </a:r>
            <a:r>
              <a:rPr sz="2400" spc="-120" dirty="0">
                <a:solidFill>
                  <a:srgbClr val="4D4D4B"/>
                </a:solidFill>
                <a:latin typeface="Microsoft Sans Serif"/>
                <a:cs typeface="Microsoft Sans Serif"/>
              </a:rPr>
              <a:t>Connect </a:t>
            </a:r>
            <a:r>
              <a:rPr sz="2400" spc="-55" dirty="0">
                <a:solidFill>
                  <a:srgbClr val="4D4D4B"/>
                </a:solidFill>
                <a:latin typeface="Microsoft Sans Serif"/>
                <a:cs typeface="Microsoft Sans Serif"/>
              </a:rPr>
              <a:t>location, </a:t>
            </a:r>
            <a:r>
              <a:rPr sz="2400" spc="-100" dirty="0">
                <a:solidFill>
                  <a:srgbClr val="4D4D4B"/>
                </a:solidFill>
                <a:latin typeface="Microsoft Sans Serif"/>
                <a:cs typeface="Microsoft Sans Serif"/>
              </a:rPr>
              <a:t>to </a:t>
            </a:r>
            <a:r>
              <a:rPr sz="2400" spc="-70" dirty="0">
                <a:solidFill>
                  <a:srgbClr val="4D4D4B"/>
                </a:solidFill>
                <a:latin typeface="Microsoft Sans Serif"/>
                <a:cs typeface="Microsoft Sans Serif"/>
              </a:rPr>
              <a:t>handle </a:t>
            </a:r>
            <a:r>
              <a:rPr sz="2400" spc="-180" dirty="0">
                <a:solidFill>
                  <a:srgbClr val="4D4D4B"/>
                </a:solidFill>
                <a:latin typeface="Microsoft Sans Serif"/>
                <a:cs typeface="Microsoft Sans Serif"/>
              </a:rPr>
              <a:t>device </a:t>
            </a:r>
            <a:r>
              <a:rPr sz="2400" spc="-17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4D4D4B"/>
                </a:solidFill>
                <a:latin typeface="Microsoft Sans Serif"/>
                <a:cs typeface="Microsoft Sans Serif"/>
              </a:rPr>
              <a:t>and</a:t>
            </a:r>
            <a:r>
              <a:rPr sz="24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55" dirty="0">
                <a:solidFill>
                  <a:srgbClr val="4D4D4B"/>
                </a:solidFill>
                <a:latin typeface="Microsoft Sans Serif"/>
                <a:cs typeface="Microsoft Sans Serif"/>
              </a:rPr>
              <a:t>location</a:t>
            </a:r>
            <a:r>
              <a:rPr sz="2400" spc="-4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4D4D4B"/>
                </a:solidFill>
                <a:latin typeface="Microsoft Sans Serif"/>
                <a:cs typeface="Microsoft Sans Serif"/>
              </a:rPr>
              <a:t>failures,</a:t>
            </a:r>
            <a:r>
              <a:rPr sz="24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4D4D4B"/>
                </a:solidFill>
                <a:latin typeface="Microsoft Sans Serif"/>
                <a:cs typeface="Microsoft Sans Serif"/>
              </a:rPr>
              <a:t>you</a:t>
            </a:r>
            <a:r>
              <a:rPr sz="24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4D4D4B"/>
                </a:solidFill>
                <a:latin typeface="Microsoft Sans Serif"/>
                <a:cs typeface="Microsoft Sans Serif"/>
              </a:rPr>
              <a:t>can</a:t>
            </a:r>
            <a:r>
              <a:rPr sz="24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4D4D4B"/>
                </a:solidFill>
                <a:latin typeface="Microsoft Sans Serif"/>
                <a:cs typeface="Microsoft Sans Serif"/>
              </a:rPr>
              <a:t>setup</a:t>
            </a:r>
            <a:r>
              <a:rPr sz="2400" spc="-30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4D4D4B"/>
                </a:solidFill>
                <a:latin typeface="Microsoft Sans Serif"/>
                <a:cs typeface="Microsoft Sans Serif"/>
              </a:rPr>
              <a:t>a</a:t>
            </a:r>
            <a:r>
              <a:rPr sz="24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4D4D4B"/>
                </a:solidFill>
                <a:latin typeface="Microsoft Sans Serif"/>
                <a:cs typeface="Microsoft Sans Serif"/>
              </a:rPr>
              <a:t>backup</a:t>
            </a:r>
            <a:r>
              <a:rPr sz="24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4D4D4B"/>
                </a:solidFill>
                <a:latin typeface="Microsoft Sans Serif"/>
                <a:cs typeface="Microsoft Sans Serif"/>
              </a:rPr>
              <a:t>VPN</a:t>
            </a:r>
            <a:r>
              <a:rPr sz="24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4D4D4B"/>
                </a:solidFill>
                <a:latin typeface="Microsoft Sans Serif"/>
                <a:cs typeface="Microsoft Sans Serif"/>
              </a:rPr>
              <a:t>connection </a:t>
            </a:r>
            <a:r>
              <a:rPr sz="2400" spc="-6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-225" dirty="0">
                <a:solidFill>
                  <a:srgbClr val="4D4D4B"/>
                </a:solidFill>
                <a:latin typeface="Microsoft Sans Serif"/>
                <a:cs typeface="Microsoft Sans Serif"/>
              </a:rPr>
              <a:t>ove</a:t>
            </a:r>
            <a:r>
              <a:rPr sz="2400" spc="-135" dirty="0">
                <a:solidFill>
                  <a:srgbClr val="4D4D4B"/>
                </a:solidFill>
                <a:latin typeface="Microsoft Sans Serif"/>
                <a:cs typeface="Microsoft Sans Serif"/>
              </a:rPr>
              <a:t>r</a:t>
            </a:r>
            <a:r>
              <a:rPr sz="2400" spc="-3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15" dirty="0">
                <a:solidFill>
                  <a:srgbClr val="4D4D4B"/>
                </a:solidFill>
                <a:latin typeface="Microsoft Sans Serif"/>
                <a:cs typeface="Microsoft Sans Serif"/>
              </a:rPr>
              <a:t>t</a:t>
            </a:r>
            <a:r>
              <a:rPr sz="2400" spc="45" dirty="0">
                <a:solidFill>
                  <a:srgbClr val="4D4D4B"/>
                </a:solidFill>
                <a:latin typeface="Microsoft Sans Serif"/>
                <a:cs typeface="Microsoft Sans Serif"/>
              </a:rPr>
              <a:t>h</a:t>
            </a:r>
            <a:r>
              <a:rPr sz="2400" spc="-475" dirty="0">
                <a:solidFill>
                  <a:srgbClr val="4D4D4B"/>
                </a:solidFill>
                <a:latin typeface="Microsoft Sans Serif"/>
                <a:cs typeface="Microsoft Sans Serif"/>
              </a:rPr>
              <a:t>e</a:t>
            </a:r>
            <a:r>
              <a:rPr sz="2400" spc="-25" dirty="0">
                <a:solidFill>
                  <a:srgbClr val="4D4D4B"/>
                </a:solidFill>
                <a:latin typeface="Microsoft Sans Serif"/>
                <a:cs typeface="Microsoft Sans Serif"/>
              </a:rPr>
              <a:t> </a:t>
            </a:r>
            <a:r>
              <a:rPr sz="2400" spc="185" dirty="0">
                <a:solidFill>
                  <a:srgbClr val="4D4D4B"/>
                </a:solidFill>
                <a:latin typeface="Microsoft Sans Serif"/>
                <a:cs typeface="Microsoft Sans Serif"/>
              </a:rPr>
              <a:t>in</a:t>
            </a:r>
            <a:r>
              <a:rPr sz="2400" spc="135" dirty="0">
                <a:solidFill>
                  <a:srgbClr val="4D4D4B"/>
                </a:solidFill>
                <a:latin typeface="Microsoft Sans Serif"/>
                <a:cs typeface="Microsoft Sans Serif"/>
              </a:rPr>
              <a:t>t</a:t>
            </a:r>
            <a:r>
              <a:rPr sz="2400" spc="-70" dirty="0">
                <a:solidFill>
                  <a:srgbClr val="4D4D4B"/>
                </a:solidFill>
                <a:latin typeface="Microsoft Sans Serif"/>
                <a:cs typeface="Microsoft Sans Serif"/>
              </a:rPr>
              <a:t>er</a:t>
            </a:r>
            <a:r>
              <a:rPr sz="2400" spc="-80" dirty="0">
                <a:solidFill>
                  <a:srgbClr val="4D4D4B"/>
                </a:solidFill>
                <a:latin typeface="Microsoft Sans Serif"/>
                <a:cs typeface="Microsoft Sans Serif"/>
              </a:rPr>
              <a:t>n</a:t>
            </a:r>
            <a:r>
              <a:rPr sz="2400" spc="-155" dirty="0">
                <a:solidFill>
                  <a:srgbClr val="4D4D4B"/>
                </a:solidFill>
                <a:latin typeface="Microsoft Sans Serif"/>
                <a:cs typeface="Microsoft Sans Serif"/>
              </a:rPr>
              <a:t>et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273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Direct</a:t>
            </a:r>
            <a:r>
              <a:rPr sz="2800" spc="-25" dirty="0"/>
              <a:t> </a:t>
            </a:r>
            <a:r>
              <a:rPr sz="2800" spc="-5" dirty="0"/>
              <a:t>Connect</a:t>
            </a:r>
            <a:r>
              <a:rPr sz="2800" spc="10" dirty="0"/>
              <a:t> </a:t>
            </a:r>
            <a:r>
              <a:rPr sz="2800" spc="-5" dirty="0"/>
              <a:t>Summary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39852" y="1010411"/>
            <a:ext cx="8206740" cy="1015365"/>
            <a:chOff x="339852" y="1010411"/>
            <a:chExt cx="8206740" cy="1015365"/>
          </a:xfrm>
        </p:grpSpPr>
        <p:sp>
          <p:nvSpPr>
            <p:cNvPr id="4" name="object 4"/>
            <p:cNvSpPr/>
            <p:nvPr/>
          </p:nvSpPr>
          <p:spPr>
            <a:xfrm>
              <a:off x="339852" y="101041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3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3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3257" y="1311706"/>
              <a:ext cx="528955" cy="414020"/>
            </a:xfrm>
            <a:custGeom>
              <a:avLst/>
              <a:gdLst/>
              <a:ahLst/>
              <a:cxnLst/>
              <a:rect l="l" t="t" r="r" b="b"/>
              <a:pathLst>
                <a:path w="528955" h="414019">
                  <a:moveTo>
                    <a:pt x="310108" y="178181"/>
                  </a:moveTo>
                  <a:lnTo>
                    <a:pt x="308864" y="171742"/>
                  </a:lnTo>
                  <a:lnTo>
                    <a:pt x="305155" y="166065"/>
                  </a:lnTo>
                  <a:lnTo>
                    <a:pt x="272656" y="133464"/>
                  </a:lnTo>
                  <a:lnTo>
                    <a:pt x="292976" y="113080"/>
                  </a:lnTo>
                  <a:lnTo>
                    <a:pt x="252349" y="72326"/>
                  </a:lnTo>
                  <a:lnTo>
                    <a:pt x="228028" y="55181"/>
                  </a:lnTo>
                  <a:lnTo>
                    <a:pt x="200164" y="47447"/>
                  </a:lnTo>
                  <a:lnTo>
                    <a:pt x="171310" y="49364"/>
                  </a:lnTo>
                  <a:lnTo>
                    <a:pt x="144030" y="61226"/>
                  </a:lnTo>
                  <a:lnTo>
                    <a:pt x="130708" y="47396"/>
                  </a:lnTo>
                  <a:lnTo>
                    <a:pt x="106845" y="27254"/>
                  </a:lnTo>
                  <a:lnTo>
                    <a:pt x="79743" y="12395"/>
                  </a:lnTo>
                  <a:lnTo>
                    <a:pt x="50253" y="3200"/>
                  </a:lnTo>
                  <a:lnTo>
                    <a:pt x="19227" y="0"/>
                  </a:lnTo>
                  <a:lnTo>
                    <a:pt x="0" y="0"/>
                  </a:lnTo>
                  <a:lnTo>
                    <a:pt x="0" y="34556"/>
                  </a:lnTo>
                  <a:lnTo>
                    <a:pt x="19227" y="34556"/>
                  </a:lnTo>
                  <a:lnTo>
                    <a:pt x="43357" y="37045"/>
                  </a:lnTo>
                  <a:lnTo>
                    <a:pt x="66306" y="44208"/>
                  </a:lnTo>
                  <a:lnTo>
                    <a:pt x="87401" y="55765"/>
                  </a:lnTo>
                  <a:lnTo>
                    <a:pt x="105968" y="71450"/>
                  </a:lnTo>
                  <a:lnTo>
                    <a:pt x="119646" y="85648"/>
                  </a:lnTo>
                  <a:lnTo>
                    <a:pt x="107708" y="113042"/>
                  </a:lnTo>
                  <a:lnTo>
                    <a:pt x="105702" y="142062"/>
                  </a:lnTo>
                  <a:lnTo>
                    <a:pt x="113398" y="170103"/>
                  </a:lnTo>
                  <a:lnTo>
                    <a:pt x="130517" y="194576"/>
                  </a:lnTo>
                  <a:lnTo>
                    <a:pt x="171107" y="235343"/>
                  </a:lnTo>
                  <a:lnTo>
                    <a:pt x="191427" y="214960"/>
                  </a:lnTo>
                  <a:lnTo>
                    <a:pt x="223913" y="247561"/>
                  </a:lnTo>
                  <a:lnTo>
                    <a:pt x="229641" y="251320"/>
                  </a:lnTo>
                  <a:lnTo>
                    <a:pt x="236143" y="252539"/>
                  </a:lnTo>
                  <a:lnTo>
                    <a:pt x="242620" y="251218"/>
                  </a:lnTo>
                  <a:lnTo>
                    <a:pt x="248285" y="247370"/>
                  </a:lnTo>
                  <a:lnTo>
                    <a:pt x="251993" y="241693"/>
                  </a:lnTo>
                  <a:lnTo>
                    <a:pt x="253238" y="235242"/>
                  </a:lnTo>
                  <a:lnTo>
                    <a:pt x="251993" y="228803"/>
                  </a:lnTo>
                  <a:lnTo>
                    <a:pt x="248285" y="223113"/>
                  </a:lnTo>
                  <a:lnTo>
                    <a:pt x="215785" y="190512"/>
                  </a:lnTo>
                  <a:lnTo>
                    <a:pt x="248285" y="157911"/>
                  </a:lnTo>
                  <a:lnTo>
                    <a:pt x="280784" y="190512"/>
                  </a:lnTo>
                  <a:lnTo>
                    <a:pt x="286512" y="194271"/>
                  </a:lnTo>
                  <a:lnTo>
                    <a:pt x="293014" y="195478"/>
                  </a:lnTo>
                  <a:lnTo>
                    <a:pt x="299491" y="194157"/>
                  </a:lnTo>
                  <a:lnTo>
                    <a:pt x="305155" y="190309"/>
                  </a:lnTo>
                  <a:lnTo>
                    <a:pt x="308864" y="184632"/>
                  </a:lnTo>
                  <a:lnTo>
                    <a:pt x="310108" y="178181"/>
                  </a:lnTo>
                  <a:close/>
                </a:path>
                <a:path w="528955" h="414019">
                  <a:moveTo>
                    <a:pt x="528497" y="379425"/>
                  </a:moveTo>
                  <a:lnTo>
                    <a:pt x="509587" y="379425"/>
                  </a:lnTo>
                  <a:lnTo>
                    <a:pt x="486435" y="377215"/>
                  </a:lnTo>
                  <a:lnTo>
                    <a:pt x="464337" y="370649"/>
                  </a:lnTo>
                  <a:lnTo>
                    <a:pt x="443890" y="359956"/>
                  </a:lnTo>
                  <a:lnTo>
                    <a:pt x="425704" y="345401"/>
                  </a:lnTo>
                  <a:lnTo>
                    <a:pt x="409994" y="330149"/>
                  </a:lnTo>
                  <a:lnTo>
                    <a:pt x="421817" y="302793"/>
                  </a:lnTo>
                  <a:lnTo>
                    <a:pt x="423735" y="273837"/>
                  </a:lnTo>
                  <a:lnTo>
                    <a:pt x="416013" y="245872"/>
                  </a:lnTo>
                  <a:lnTo>
                    <a:pt x="398932" y="221475"/>
                  </a:lnTo>
                  <a:lnTo>
                    <a:pt x="358317" y="180721"/>
                  </a:lnTo>
                  <a:lnTo>
                    <a:pt x="236461" y="302983"/>
                  </a:lnTo>
                  <a:lnTo>
                    <a:pt x="277075" y="343750"/>
                  </a:lnTo>
                  <a:lnTo>
                    <a:pt x="301472" y="360921"/>
                  </a:lnTo>
                  <a:lnTo>
                    <a:pt x="329425" y="368630"/>
                  </a:lnTo>
                  <a:lnTo>
                    <a:pt x="358355" y="366623"/>
                  </a:lnTo>
                  <a:lnTo>
                    <a:pt x="385660" y="354647"/>
                  </a:lnTo>
                  <a:lnTo>
                    <a:pt x="401739" y="370255"/>
                  </a:lnTo>
                  <a:lnTo>
                    <a:pt x="425119" y="388975"/>
                  </a:lnTo>
                  <a:lnTo>
                    <a:pt x="451396" y="402717"/>
                  </a:lnTo>
                  <a:lnTo>
                    <a:pt x="479818" y="411175"/>
                  </a:lnTo>
                  <a:lnTo>
                    <a:pt x="509587" y="414007"/>
                  </a:lnTo>
                  <a:lnTo>
                    <a:pt x="528497" y="414007"/>
                  </a:lnTo>
                  <a:lnTo>
                    <a:pt x="528497" y="379425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852" y="2278379"/>
            <a:ext cx="8206740" cy="1015365"/>
            <a:chOff x="339852" y="2278379"/>
            <a:chExt cx="8206740" cy="1015365"/>
          </a:xfrm>
        </p:grpSpPr>
        <p:sp>
          <p:nvSpPr>
            <p:cNvPr id="7" name="object 7"/>
            <p:cNvSpPr/>
            <p:nvPr/>
          </p:nvSpPr>
          <p:spPr>
            <a:xfrm>
              <a:off x="339852" y="2278379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511"/>
                  </a:lnTo>
                  <a:lnTo>
                    <a:pt x="7975" y="952994"/>
                  </a:lnTo>
                  <a:lnTo>
                    <a:pt x="29727" y="985250"/>
                  </a:lnTo>
                  <a:lnTo>
                    <a:pt x="61989" y="1007004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4"/>
                  </a:lnTo>
                  <a:lnTo>
                    <a:pt x="8177006" y="985250"/>
                  </a:lnTo>
                  <a:lnTo>
                    <a:pt x="8198760" y="952994"/>
                  </a:lnTo>
                  <a:lnTo>
                    <a:pt x="8206740" y="913511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747" y="2649007"/>
              <a:ext cx="403860" cy="276225"/>
            </a:xfrm>
            <a:custGeom>
              <a:avLst/>
              <a:gdLst/>
              <a:ahLst/>
              <a:cxnLst/>
              <a:rect l="l" t="t" r="r" b="b"/>
              <a:pathLst>
                <a:path w="403859" h="276225">
                  <a:moveTo>
                    <a:pt x="252763" y="0"/>
                  </a:moveTo>
                  <a:lnTo>
                    <a:pt x="207329" y="4074"/>
                  </a:lnTo>
                  <a:lnTo>
                    <a:pt x="164567" y="15822"/>
                  </a:lnTo>
                  <a:lnTo>
                    <a:pt x="125190" y="34529"/>
                  </a:lnTo>
                  <a:lnTo>
                    <a:pt x="89912" y="59480"/>
                  </a:lnTo>
                  <a:lnTo>
                    <a:pt x="59447" y="89961"/>
                  </a:lnTo>
                  <a:lnTo>
                    <a:pt x="34510" y="125258"/>
                  </a:lnTo>
                  <a:lnTo>
                    <a:pt x="15813" y="164657"/>
                  </a:lnTo>
                  <a:lnTo>
                    <a:pt x="4072" y="207443"/>
                  </a:lnTo>
                  <a:lnTo>
                    <a:pt x="0" y="252902"/>
                  </a:lnTo>
                  <a:lnTo>
                    <a:pt x="0" y="275893"/>
                  </a:lnTo>
                  <a:lnTo>
                    <a:pt x="34467" y="275893"/>
                  </a:lnTo>
                  <a:lnTo>
                    <a:pt x="34467" y="252902"/>
                  </a:lnTo>
                  <a:lnTo>
                    <a:pt x="35203" y="235353"/>
                  </a:lnTo>
                  <a:lnTo>
                    <a:pt x="37340" y="218128"/>
                  </a:lnTo>
                  <a:lnTo>
                    <a:pt x="40768" y="201333"/>
                  </a:lnTo>
                  <a:lnTo>
                    <a:pt x="45382" y="185078"/>
                  </a:lnTo>
                  <a:lnTo>
                    <a:pt x="66637" y="193700"/>
                  </a:lnTo>
                  <a:lnTo>
                    <a:pt x="74680" y="172433"/>
                  </a:lnTo>
                  <a:lnTo>
                    <a:pt x="53424" y="163811"/>
                  </a:lnTo>
                  <a:lnTo>
                    <a:pt x="60506" y="149397"/>
                  </a:lnTo>
                  <a:lnTo>
                    <a:pt x="68719" y="135575"/>
                  </a:lnTo>
                  <a:lnTo>
                    <a:pt x="77902" y="122508"/>
                  </a:lnTo>
                  <a:lnTo>
                    <a:pt x="87892" y="110357"/>
                  </a:lnTo>
                  <a:lnTo>
                    <a:pt x="103977" y="126451"/>
                  </a:lnTo>
                  <a:lnTo>
                    <a:pt x="114317" y="114955"/>
                  </a:lnTo>
                  <a:lnTo>
                    <a:pt x="120062" y="109782"/>
                  </a:lnTo>
                  <a:lnTo>
                    <a:pt x="103977" y="93688"/>
                  </a:lnTo>
                  <a:lnTo>
                    <a:pt x="116032" y="83252"/>
                  </a:lnTo>
                  <a:lnTo>
                    <a:pt x="128894" y="73571"/>
                  </a:lnTo>
                  <a:lnTo>
                    <a:pt x="142511" y="64752"/>
                  </a:lnTo>
                  <a:lnTo>
                    <a:pt x="156828" y="56903"/>
                  </a:lnTo>
                  <a:lnTo>
                    <a:pt x="165444" y="78169"/>
                  </a:lnTo>
                  <a:lnTo>
                    <a:pt x="186700" y="68973"/>
                  </a:lnTo>
                  <a:lnTo>
                    <a:pt x="224695" y="36471"/>
                  </a:lnTo>
                  <a:lnTo>
                    <a:pt x="241273" y="35061"/>
                  </a:lnTo>
                  <a:lnTo>
                    <a:pt x="241273" y="58052"/>
                  </a:lnTo>
                  <a:lnTo>
                    <a:pt x="260231" y="57477"/>
                  </a:lnTo>
                  <a:lnTo>
                    <a:pt x="264252" y="58052"/>
                  </a:lnTo>
                  <a:lnTo>
                    <a:pt x="264252" y="35061"/>
                  </a:lnTo>
                  <a:lnTo>
                    <a:pt x="280831" y="36561"/>
                  </a:lnTo>
                  <a:lnTo>
                    <a:pt x="296924" y="39300"/>
                  </a:lnTo>
                  <a:lnTo>
                    <a:pt x="312480" y="43225"/>
                  </a:lnTo>
                  <a:lnTo>
                    <a:pt x="327443" y="48281"/>
                  </a:lnTo>
                  <a:lnTo>
                    <a:pt x="318826" y="68973"/>
                  </a:lnTo>
                  <a:lnTo>
                    <a:pt x="333187" y="74721"/>
                  </a:lnTo>
                  <a:lnTo>
                    <a:pt x="340081" y="78169"/>
                  </a:lnTo>
                  <a:lnTo>
                    <a:pt x="348698" y="56903"/>
                  </a:lnTo>
                  <a:lnTo>
                    <a:pt x="364352" y="65452"/>
                  </a:lnTo>
                  <a:lnTo>
                    <a:pt x="379144" y="75295"/>
                  </a:lnTo>
                  <a:lnTo>
                    <a:pt x="403846" y="50580"/>
                  </a:lnTo>
                  <a:lnTo>
                    <a:pt x="370545" y="29340"/>
                  </a:lnTo>
                  <a:lnTo>
                    <a:pt x="333905" y="13435"/>
                  </a:lnTo>
                  <a:lnTo>
                    <a:pt x="294465" y="3457"/>
                  </a:lnTo>
                  <a:lnTo>
                    <a:pt x="252763" y="0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3311" y="2712233"/>
              <a:ext cx="276962" cy="22021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39852" y="3547871"/>
            <a:ext cx="8206740" cy="1015365"/>
            <a:chOff x="339852" y="3547871"/>
            <a:chExt cx="8206740" cy="1015365"/>
          </a:xfrm>
        </p:grpSpPr>
        <p:sp>
          <p:nvSpPr>
            <p:cNvPr id="11" name="object 11"/>
            <p:cNvSpPr/>
            <p:nvPr/>
          </p:nvSpPr>
          <p:spPr>
            <a:xfrm>
              <a:off x="339852" y="3547871"/>
              <a:ext cx="8206740" cy="1015365"/>
            </a:xfrm>
            <a:custGeom>
              <a:avLst/>
              <a:gdLst/>
              <a:ahLst/>
              <a:cxnLst/>
              <a:rect l="l" t="t" r="r" b="b"/>
              <a:pathLst>
                <a:path w="8206740" h="1015364">
                  <a:moveTo>
                    <a:pt x="8105267" y="0"/>
                  </a:moveTo>
                  <a:lnTo>
                    <a:pt x="101498" y="0"/>
                  </a:lnTo>
                  <a:lnTo>
                    <a:pt x="61989" y="7979"/>
                  </a:lnTo>
                  <a:lnTo>
                    <a:pt x="29727" y="29733"/>
                  </a:lnTo>
                  <a:lnTo>
                    <a:pt x="7975" y="61989"/>
                  </a:lnTo>
                  <a:lnTo>
                    <a:pt x="0" y="101472"/>
                  </a:lnTo>
                  <a:lnTo>
                    <a:pt x="0" y="913485"/>
                  </a:lnTo>
                  <a:lnTo>
                    <a:pt x="7975" y="952994"/>
                  </a:lnTo>
                  <a:lnTo>
                    <a:pt x="29727" y="985256"/>
                  </a:lnTo>
                  <a:lnTo>
                    <a:pt x="61989" y="1007008"/>
                  </a:lnTo>
                  <a:lnTo>
                    <a:pt x="101498" y="1014983"/>
                  </a:lnTo>
                  <a:lnTo>
                    <a:pt x="8105267" y="1014983"/>
                  </a:lnTo>
                  <a:lnTo>
                    <a:pt x="8144750" y="1007008"/>
                  </a:lnTo>
                  <a:lnTo>
                    <a:pt x="8177006" y="985256"/>
                  </a:lnTo>
                  <a:lnTo>
                    <a:pt x="8198760" y="952994"/>
                  </a:lnTo>
                  <a:lnTo>
                    <a:pt x="8206740" y="913485"/>
                  </a:lnTo>
                  <a:lnTo>
                    <a:pt x="8206740" y="101472"/>
                  </a:lnTo>
                  <a:lnTo>
                    <a:pt x="8198760" y="61989"/>
                  </a:lnTo>
                  <a:lnTo>
                    <a:pt x="8177006" y="29733"/>
                  </a:lnTo>
                  <a:lnTo>
                    <a:pt x="8144750" y="7979"/>
                  </a:lnTo>
                  <a:lnTo>
                    <a:pt x="8105267" y="0"/>
                  </a:lnTo>
                  <a:close/>
                </a:path>
              </a:pathLst>
            </a:custGeom>
            <a:solidFill>
              <a:srgbClr val="FBDF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1959" y="3861022"/>
              <a:ext cx="381000" cy="391160"/>
            </a:xfrm>
            <a:custGeom>
              <a:avLst/>
              <a:gdLst/>
              <a:ahLst/>
              <a:cxnLst/>
              <a:rect l="l" t="t" r="r" b="b"/>
              <a:pathLst>
                <a:path w="381000" h="391160">
                  <a:moveTo>
                    <a:pt x="380868" y="0"/>
                  </a:moveTo>
                  <a:lnTo>
                    <a:pt x="24701" y="0"/>
                  </a:lnTo>
                  <a:lnTo>
                    <a:pt x="24701" y="34486"/>
                  </a:lnTo>
                  <a:lnTo>
                    <a:pt x="346400" y="34486"/>
                  </a:lnTo>
                  <a:lnTo>
                    <a:pt x="346400" y="356362"/>
                  </a:lnTo>
                  <a:lnTo>
                    <a:pt x="24701" y="356362"/>
                  </a:lnTo>
                  <a:lnTo>
                    <a:pt x="24701" y="390848"/>
                  </a:lnTo>
                  <a:lnTo>
                    <a:pt x="380868" y="390848"/>
                  </a:lnTo>
                  <a:lnTo>
                    <a:pt x="380868" y="0"/>
                  </a:lnTo>
                  <a:close/>
                </a:path>
                <a:path w="381000" h="391160">
                  <a:moveTo>
                    <a:pt x="59169" y="34486"/>
                  </a:moveTo>
                  <a:lnTo>
                    <a:pt x="17233" y="34486"/>
                  </a:lnTo>
                  <a:lnTo>
                    <a:pt x="8042" y="35061"/>
                  </a:lnTo>
                  <a:lnTo>
                    <a:pt x="1723" y="42533"/>
                  </a:lnTo>
                  <a:lnTo>
                    <a:pt x="1723" y="51730"/>
                  </a:lnTo>
                  <a:lnTo>
                    <a:pt x="1148" y="60926"/>
                  </a:lnTo>
                  <a:lnTo>
                    <a:pt x="8042" y="68398"/>
                  </a:lnTo>
                  <a:lnTo>
                    <a:pt x="17233" y="68973"/>
                  </a:lnTo>
                  <a:lnTo>
                    <a:pt x="24701" y="68973"/>
                  </a:lnTo>
                  <a:lnTo>
                    <a:pt x="24701" y="91964"/>
                  </a:lnTo>
                  <a:lnTo>
                    <a:pt x="7468" y="91964"/>
                  </a:lnTo>
                  <a:lnTo>
                    <a:pt x="0" y="99436"/>
                  </a:lnTo>
                  <a:lnTo>
                    <a:pt x="0" y="118979"/>
                  </a:lnTo>
                  <a:lnTo>
                    <a:pt x="7468" y="126451"/>
                  </a:lnTo>
                  <a:lnTo>
                    <a:pt x="24701" y="126451"/>
                  </a:lnTo>
                  <a:lnTo>
                    <a:pt x="24701" y="149442"/>
                  </a:lnTo>
                  <a:lnTo>
                    <a:pt x="7468" y="149442"/>
                  </a:lnTo>
                  <a:lnTo>
                    <a:pt x="0" y="156914"/>
                  </a:lnTo>
                  <a:lnTo>
                    <a:pt x="0" y="176456"/>
                  </a:lnTo>
                  <a:lnTo>
                    <a:pt x="7468" y="183928"/>
                  </a:lnTo>
                  <a:lnTo>
                    <a:pt x="24701" y="183928"/>
                  </a:lnTo>
                  <a:lnTo>
                    <a:pt x="24701" y="206920"/>
                  </a:lnTo>
                  <a:lnTo>
                    <a:pt x="7468" y="206920"/>
                  </a:lnTo>
                  <a:lnTo>
                    <a:pt x="0" y="214392"/>
                  </a:lnTo>
                  <a:lnTo>
                    <a:pt x="0" y="233934"/>
                  </a:lnTo>
                  <a:lnTo>
                    <a:pt x="7468" y="241406"/>
                  </a:lnTo>
                  <a:lnTo>
                    <a:pt x="24701" y="241406"/>
                  </a:lnTo>
                  <a:lnTo>
                    <a:pt x="24701" y="264397"/>
                  </a:lnTo>
                  <a:lnTo>
                    <a:pt x="7468" y="264397"/>
                  </a:lnTo>
                  <a:lnTo>
                    <a:pt x="0" y="271869"/>
                  </a:lnTo>
                  <a:lnTo>
                    <a:pt x="0" y="291412"/>
                  </a:lnTo>
                  <a:lnTo>
                    <a:pt x="7468" y="298884"/>
                  </a:lnTo>
                  <a:lnTo>
                    <a:pt x="24701" y="298884"/>
                  </a:lnTo>
                  <a:lnTo>
                    <a:pt x="24701" y="321875"/>
                  </a:lnTo>
                  <a:lnTo>
                    <a:pt x="7468" y="321875"/>
                  </a:lnTo>
                  <a:lnTo>
                    <a:pt x="0" y="329347"/>
                  </a:lnTo>
                  <a:lnTo>
                    <a:pt x="0" y="348890"/>
                  </a:lnTo>
                  <a:lnTo>
                    <a:pt x="7468" y="356362"/>
                  </a:lnTo>
                  <a:lnTo>
                    <a:pt x="59169" y="356362"/>
                  </a:lnTo>
                  <a:lnTo>
                    <a:pt x="59169" y="34486"/>
                  </a:lnTo>
                  <a:close/>
                </a:path>
              </a:pathLst>
            </a:custGeom>
            <a:solidFill>
              <a:srgbClr val="F79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4447" y="3928845"/>
              <a:ext cx="220593" cy="25520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08200" y="1119581"/>
            <a:ext cx="6817995" cy="32746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497205">
              <a:lnSpc>
                <a:spcPts val="2590"/>
              </a:lnSpc>
              <a:spcBef>
                <a:spcPts val="525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DX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-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Physical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Connection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between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data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center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sz="2500" spc="-1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3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Consistent</a:t>
            </a:r>
            <a:r>
              <a:rPr sz="25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network</a:t>
            </a:r>
            <a:r>
              <a:rPr sz="2500" spc="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performance</a:t>
            </a:r>
            <a:r>
              <a:rPr sz="25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throughput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Arial MT"/>
              <a:cs typeface="Arial MT"/>
            </a:endParaRPr>
          </a:p>
          <a:p>
            <a:pPr marL="12700" marR="712470">
              <a:lnSpc>
                <a:spcPts val="2590"/>
              </a:lnSpc>
            </a:pP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For HA,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use</a:t>
            </a:r>
            <a:r>
              <a:rPr sz="25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multiple</a:t>
            </a:r>
            <a:r>
              <a:rPr sz="25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DX Locations </a:t>
            </a:r>
            <a:r>
              <a:rPr sz="2500" dirty="0">
                <a:solidFill>
                  <a:srgbClr val="464646"/>
                </a:solidFill>
                <a:latin typeface="Arial MT"/>
                <a:cs typeface="Arial MT"/>
              </a:rPr>
              <a:t>or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 use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a </a:t>
            </a:r>
            <a:r>
              <a:rPr sz="2500" spc="-6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backup VPN over the</a:t>
            </a:r>
            <a:r>
              <a:rPr sz="25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464646"/>
                </a:solidFill>
                <a:latin typeface="Arial MT"/>
                <a:cs typeface="Arial MT"/>
              </a:rPr>
              <a:t>internet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745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25" dirty="0"/>
              <a:t> </a:t>
            </a:r>
            <a:r>
              <a:rPr sz="2800" spc="-5" dirty="0"/>
              <a:t>Components</a:t>
            </a:r>
            <a:r>
              <a:rPr sz="2800" spc="15" dirty="0"/>
              <a:t> </a:t>
            </a:r>
            <a:r>
              <a:rPr sz="2800" spc="-5" dirty="0"/>
              <a:t>Summary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4962" y="1003300"/>
          <a:ext cx="8456295" cy="3408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8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BB64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BB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Isolated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virtual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r>
                        <a:rPr sz="1800" spc="4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0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AWS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cloud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heavy" spc="-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Subnet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Isolated segment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heavy" spc="-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Internet</a:t>
                      </a:r>
                      <a:r>
                        <a:rPr sz="1800" u="heavy" spc="-2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sz="1800" u="heavy" spc="-10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Gateway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 side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of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connection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internet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NAT</a:t>
                      </a:r>
                      <a:r>
                        <a:rPr sz="1800" spc="-6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Gateway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286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AWS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managed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Network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Address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Translation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Service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to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make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outbound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internet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connection</a:t>
                      </a: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from </a:t>
                      </a:r>
                      <a:r>
                        <a:rPr sz="1800" spc="-484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sz="1800" spc="2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private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subnet</a:t>
                      </a: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(IPv4)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NAT</a:t>
                      </a:r>
                      <a:r>
                        <a:rPr sz="1800" spc="-6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Instance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Customer managed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4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NAT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(IPv4)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 marR="8153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Egress-only</a:t>
                      </a:r>
                      <a:r>
                        <a:rPr sz="1800" spc="-3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Internet </a:t>
                      </a:r>
                      <a:r>
                        <a:rPr sz="1800" spc="-484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Gateway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IPv6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outbound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internet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021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75" dirty="0"/>
              <a:t> </a:t>
            </a:r>
            <a:r>
              <a:rPr sz="2800" spc="-5" dirty="0"/>
              <a:t>Components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4962" y="1003300"/>
          <a:ext cx="8456295" cy="2021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8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BB64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BB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Router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Routes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traffic</a:t>
                      </a:r>
                      <a:r>
                        <a:rPr sz="1800" spc="-3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inside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VPC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Security</a:t>
                      </a: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Group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067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Instance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level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stateful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firewall.</a:t>
                      </a:r>
                      <a:r>
                        <a:rPr sz="1800" spc="5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Supports</a:t>
                      </a:r>
                      <a:r>
                        <a:rPr sz="1800" spc="2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only</a:t>
                      </a:r>
                      <a:r>
                        <a:rPr sz="1800" spc="-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Allow </a:t>
                      </a:r>
                      <a:r>
                        <a:rPr sz="1800" spc="-484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rules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r>
                        <a:rPr sz="1800" spc="-7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List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ACLs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are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subnet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level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stateless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firewall.</a:t>
                      </a:r>
                      <a:r>
                        <a:rPr sz="1800" spc="5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Supports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Allow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Deny</a:t>
                      </a:r>
                      <a:r>
                        <a:rPr sz="1800" spc="-2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rules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7329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</a:t>
            </a:r>
            <a:r>
              <a:rPr sz="2800" spc="-5" dirty="0"/>
              <a:t> Components</a:t>
            </a:r>
            <a:r>
              <a:rPr sz="2800" spc="60" dirty="0"/>
              <a:t> </a:t>
            </a:r>
            <a:r>
              <a:rPr sz="2800" spc="-5" dirty="0"/>
              <a:t>– </a:t>
            </a:r>
            <a:r>
              <a:rPr sz="2800" spc="-10" dirty="0"/>
              <a:t>Hybrid</a:t>
            </a:r>
            <a:r>
              <a:rPr sz="2800" spc="-55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4962" y="1003300"/>
          <a:ext cx="8456295" cy="34035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8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BB64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BB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Internet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Suitable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for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Internet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accessible</a:t>
                      </a: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resources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heavy" spc="-10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Hardware</a:t>
                      </a:r>
                      <a:r>
                        <a:rPr sz="1800" u="heavy" spc="3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sz="1800" u="heavy" spc="-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VPN</a:t>
                      </a:r>
                      <a:r>
                        <a:rPr sz="1800" u="heavy" spc="-1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sz="1800" u="heavy" spc="-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Connection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838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connection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1800" spc="5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sz="1800" spc="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datacenter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800" spc="-484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 (over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internet</a:t>
                      </a: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over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Virtual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Private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Gateway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AWS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side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VPN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Gateway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side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VPN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heavy" spc="-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Direct</a:t>
                      </a:r>
                      <a:r>
                        <a:rPr sz="1800" u="heavy" spc="-40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sz="1800" u="heavy" spc="-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Connect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Dedicated</a:t>
                      </a:r>
                      <a:r>
                        <a:rPr sz="1800" spc="2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Private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connectivity</a:t>
                      </a:r>
                      <a:r>
                        <a:rPr sz="1800" spc="2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1800" spc="4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on-premises</a:t>
                      </a:r>
                      <a:r>
                        <a:rPr sz="1800" spc="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network/Offices</a:t>
                      </a:r>
                      <a:r>
                        <a:rPr sz="1800" spc="3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1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AWS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Transit</a:t>
                      </a:r>
                      <a:r>
                        <a:rPr sz="1800" spc="-4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Gateway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03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Interconnect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VPCs,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Share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VPN </a:t>
                      </a:r>
                      <a:r>
                        <a:rPr sz="1800" spc="-484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link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among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64090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VPC </a:t>
            </a:r>
            <a:r>
              <a:rPr sz="2800" spc="-5" dirty="0"/>
              <a:t>Components</a:t>
            </a:r>
            <a:r>
              <a:rPr sz="2800" spc="50" dirty="0"/>
              <a:t> </a:t>
            </a:r>
            <a:r>
              <a:rPr sz="2800" spc="-5" dirty="0"/>
              <a:t>– Connecting</a:t>
            </a:r>
            <a:r>
              <a:rPr sz="2800" spc="30" dirty="0"/>
              <a:t> </a:t>
            </a:r>
            <a:r>
              <a:rPr sz="2800" spc="-10" dirty="0"/>
              <a:t>VPCs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0441" y="642873"/>
          <a:ext cx="8455025" cy="3114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BB64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BB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Peering</a:t>
                      </a:r>
                      <a:r>
                        <a:rPr sz="1800" spc="-3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19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Connect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two</a:t>
                      </a:r>
                      <a:r>
                        <a:rPr sz="1800" spc="3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VPCs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resources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800" spc="3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private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IP </a:t>
                      </a:r>
                      <a:r>
                        <a:rPr sz="1800" spc="-484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address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heavy" spc="-10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Gateway</a:t>
                      </a:r>
                      <a:r>
                        <a:rPr sz="1800" u="heavy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 </a:t>
                      </a:r>
                      <a:r>
                        <a:rPr sz="1800" u="heavy" spc="-10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2"/>
                        </a:rPr>
                        <a:t>Endpoint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92455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379470" algn="l"/>
                        </a:tabLst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Access </a:t>
                      </a: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AWS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resources like S3,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DynamoDB without </a:t>
                      </a:r>
                      <a:r>
                        <a:rPr sz="1800" spc="-49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NAT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Internet</a:t>
                      </a: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3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Gateway.	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Limit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resources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from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specific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VPCs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heavy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Interface</a:t>
                      </a:r>
                      <a:r>
                        <a:rPr sz="1800" u="heavy" spc="-5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sz="1800" u="heavy" spc="-5" dirty="0">
                          <a:solidFill>
                            <a:srgbClr val="686CEA"/>
                          </a:solidFill>
                          <a:uFill>
                            <a:solidFill>
                              <a:srgbClr val="686CEA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Endpoint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089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869815" algn="l"/>
                        </a:tabLst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l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ty</a:t>
                      </a:r>
                      <a:r>
                        <a:rPr sz="1800" spc="3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sz="1800" spc="-4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er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r>
                        <a:rPr sz="1800" spc="4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sz="1800" spc="-1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7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WS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Priv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te L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nk.	S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tup 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private connections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AWS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Supported Services,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Services hosted by </a:t>
                      </a:r>
                      <a:r>
                        <a:rPr sz="1800" spc="-2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AWS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Partners, Customers and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Marketplace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partners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6CE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4184</Words>
  <Application>Microsoft Office PowerPoint</Application>
  <PresentationFormat>On-screen Show (16:9)</PresentationFormat>
  <Paragraphs>1673</Paragraphs>
  <Slides>112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9" baseType="lpstr">
      <vt:lpstr>Arial</vt:lpstr>
      <vt:lpstr>Arial MT</vt:lpstr>
      <vt:lpstr>Calibri</vt:lpstr>
      <vt:lpstr>Consolas</vt:lpstr>
      <vt:lpstr>Microsoft Sans Serif</vt:lpstr>
      <vt:lpstr>Times New Roman</vt:lpstr>
      <vt:lpstr>Office Theme</vt:lpstr>
      <vt:lpstr>Virtual Private Cloud</vt:lpstr>
      <vt:lpstr>Virtual Private Cloud</vt:lpstr>
      <vt:lpstr>Online Order Processing Application</vt:lpstr>
      <vt:lpstr>Region</vt:lpstr>
      <vt:lpstr>Network</vt:lpstr>
      <vt:lpstr>High Availability</vt:lpstr>
      <vt:lpstr>High Availability – Multi-AZ VPC</vt:lpstr>
      <vt:lpstr>With ELB</vt:lpstr>
      <vt:lpstr>Home Network</vt:lpstr>
      <vt:lpstr>VPC Router</vt:lpstr>
      <vt:lpstr>VPC IP</vt:lpstr>
      <vt:lpstr>VPC Internet Gateway</vt:lpstr>
      <vt:lpstr>VPC Internet Gateway Route</vt:lpstr>
      <vt:lpstr>Firewall</vt:lpstr>
      <vt:lpstr>Firewall</vt:lpstr>
      <vt:lpstr>Security Group – Instance Firewall</vt:lpstr>
      <vt:lpstr>Web Server Security Group</vt:lpstr>
      <vt:lpstr>Security Group is Stateful</vt:lpstr>
      <vt:lpstr>App Server Security Group</vt:lpstr>
      <vt:lpstr>Database Server Security Group</vt:lpstr>
      <vt:lpstr>Security Group</vt:lpstr>
      <vt:lpstr>Security Group is Stateful</vt:lpstr>
      <vt:lpstr>Network Access Control List (NACL) – Subnet Firewall</vt:lpstr>
      <vt:lpstr>Default Network ACL</vt:lpstr>
      <vt:lpstr>Network ACL is tricky - Stateless Public Subnet - Inbound Rules</vt:lpstr>
      <vt:lpstr>Ephemeral Ports</vt:lpstr>
      <vt:lpstr>Network ACL is tricky - Stateless Public Subnet - Inbound Rules</vt:lpstr>
      <vt:lpstr>Network ACL – Fix Allow Local Traffic</vt:lpstr>
      <vt:lpstr>Network ACL - Deny</vt:lpstr>
      <vt:lpstr>Network Access Control List (NACL) – Subnet Firewall</vt:lpstr>
      <vt:lpstr>Private, Public and Elastic IP</vt:lpstr>
      <vt:lpstr>VPC CIDR</vt:lpstr>
      <vt:lpstr>Private IP</vt:lpstr>
      <vt:lpstr>Elastic Network Interface (ENI)</vt:lpstr>
      <vt:lpstr>Multiple Elastic Network Interfaces (ENI)</vt:lpstr>
      <vt:lpstr>Public IP</vt:lpstr>
      <vt:lpstr>Public IP – Instance Start/Stop/Terminate</vt:lpstr>
      <vt:lpstr>Elastic IP</vt:lpstr>
      <vt:lpstr>Elastic IP – Move to a different instance</vt:lpstr>
      <vt:lpstr>Private, Public, Elastic</vt:lpstr>
      <vt:lpstr>Integrating with other AWS Services</vt:lpstr>
      <vt:lpstr>How to integrate with other AWS services?</vt:lpstr>
      <vt:lpstr>Option 1: Public instances use the internet</vt:lpstr>
      <vt:lpstr>Option 1: Private instances use the internet with NAT</vt:lpstr>
      <vt:lpstr>Option 1: Private instances use the internet with NAT</vt:lpstr>
      <vt:lpstr>PowerPoint Presentation</vt:lpstr>
      <vt:lpstr>Why not talk directly to AWS services?</vt:lpstr>
      <vt:lpstr>Endpoint Types</vt:lpstr>
      <vt:lpstr>Gateway Endpoint</vt:lpstr>
      <vt:lpstr>Gateway Endpoint</vt:lpstr>
      <vt:lpstr>Endpoint Types</vt:lpstr>
      <vt:lpstr>Interface Endpoint</vt:lpstr>
      <vt:lpstr>Availability Zone ID</vt:lpstr>
      <vt:lpstr>Interface Endpoint Summary</vt:lpstr>
      <vt:lpstr>Summary – Integrating with AWS services</vt:lpstr>
      <vt:lpstr>Log in to instance</vt:lpstr>
      <vt:lpstr>How to log in to public instance?</vt:lpstr>
      <vt:lpstr>How to Log in to Private instance?</vt:lpstr>
      <vt:lpstr>How to log in to private instance with Bastion Host</vt:lpstr>
      <vt:lpstr>Security Group</vt:lpstr>
      <vt:lpstr>Bastion Host Drawback</vt:lpstr>
      <vt:lpstr>Systems Manager</vt:lpstr>
      <vt:lpstr>Session Manager - Login</vt:lpstr>
      <vt:lpstr>Systems Manager – Session Manager</vt:lpstr>
      <vt:lpstr>Login - Summary</vt:lpstr>
      <vt:lpstr>Integrating with other applications</vt:lpstr>
      <vt:lpstr>Application integration</vt:lpstr>
      <vt:lpstr>Application integration over internet</vt:lpstr>
      <vt:lpstr>VPC Peering Connection</vt:lpstr>
      <vt:lpstr>VPC Peering Connection – Route Table</vt:lpstr>
      <vt:lpstr>VPC Peering Options</vt:lpstr>
      <vt:lpstr>VPC Peering</vt:lpstr>
      <vt:lpstr>VPC Peering Issues</vt:lpstr>
      <vt:lpstr>Transit Gateway</vt:lpstr>
      <vt:lpstr>Transit Gateway</vt:lpstr>
      <vt:lpstr>Transit Gateway Peering – Cross Region</vt:lpstr>
      <vt:lpstr>Enabling third-parties to call our App</vt:lpstr>
      <vt:lpstr>Application integration</vt:lpstr>
      <vt:lpstr>Access using the Internet</vt:lpstr>
      <vt:lpstr>Application integration inside AWS</vt:lpstr>
      <vt:lpstr>Why not Peering Connection or TG?</vt:lpstr>
      <vt:lpstr>Endpoints (recap)</vt:lpstr>
      <vt:lpstr>Endpoint Types (recap)</vt:lpstr>
      <vt:lpstr>Access using the Endpoint (PrivateLink)</vt:lpstr>
      <vt:lpstr>PowerPoint Presentation</vt:lpstr>
      <vt:lpstr>Hybrid Infrastructure</vt:lpstr>
      <vt:lpstr>Internet</vt:lpstr>
      <vt:lpstr>VPN over Internet</vt:lpstr>
      <vt:lpstr>Direct Connect</vt:lpstr>
      <vt:lpstr>VPN Connectivity Options</vt:lpstr>
      <vt:lpstr>VPN Connectivity</vt:lpstr>
      <vt:lpstr>VPN Site-to-Site</vt:lpstr>
      <vt:lpstr>VPN Site-to-Site (HA-AWS)</vt:lpstr>
      <vt:lpstr>VPN Site-to-Site (HA-AWS-OnPrem)</vt:lpstr>
      <vt:lpstr>Multiple VPCs – Lots of connections</vt:lpstr>
      <vt:lpstr>VPN using Transit Gateway</vt:lpstr>
      <vt:lpstr>Cloud Hub – Multi-Site VPN</vt:lpstr>
      <vt:lpstr>Client VPN</vt:lpstr>
      <vt:lpstr>VPN Options</vt:lpstr>
      <vt:lpstr>Direct Connect</vt:lpstr>
      <vt:lpstr>Direct Connect Setup</vt:lpstr>
      <vt:lpstr>Direct Connect with Virtual Private Gateway</vt:lpstr>
      <vt:lpstr>Direct Connect with Direct Connect Gateway</vt:lpstr>
      <vt:lpstr>Direct Connect sharing with Transit Gateway</vt:lpstr>
      <vt:lpstr>Direct Connect to access other AWS Services</vt:lpstr>
      <vt:lpstr>VPN over Direct Connect</vt:lpstr>
      <vt:lpstr>PowerPoint Presentation</vt:lpstr>
      <vt:lpstr>Direct Connect Summary</vt:lpstr>
      <vt:lpstr>VPC Components Summary</vt:lpstr>
      <vt:lpstr>VPC Components</vt:lpstr>
      <vt:lpstr>VPC Components – Hybrid Architecture</vt:lpstr>
      <vt:lpstr>VPC Components – Connecting VPCs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Private Cloud</dc:title>
  <dc:creator>Chandra Lingam</dc:creator>
  <cp:lastModifiedBy>hp</cp:lastModifiedBy>
  <cp:revision>2</cp:revision>
  <dcterms:created xsi:type="dcterms:W3CDTF">2022-05-01T12:39:05Z</dcterms:created>
  <dcterms:modified xsi:type="dcterms:W3CDTF">2022-05-01T12:44:35Z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2020-12-25T00:00:00Z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2022-05-01T00:00:00Z</vt:filetime>
  </property>
</Properties>
</file>