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826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Copyright</a:t>
            </a:r>
            <a:r>
              <a:rPr spc="20" dirty="0"/>
              <a:t> </a:t>
            </a:r>
            <a:r>
              <a:rPr dirty="0"/>
              <a:t>© </a:t>
            </a:r>
            <a:r>
              <a:rPr spc="-5" dirty="0"/>
              <a:t>2019</a:t>
            </a:r>
            <a:r>
              <a:rPr spc="25" dirty="0"/>
              <a:t> </a:t>
            </a:r>
            <a:r>
              <a:rPr spc="-5" dirty="0"/>
              <a:t>ChandraMohan</a:t>
            </a:r>
            <a:r>
              <a:rPr spc="45" dirty="0"/>
              <a:t> </a:t>
            </a:r>
            <a:r>
              <a:rPr dirty="0"/>
              <a:t>Lingam.</a:t>
            </a:r>
            <a:r>
              <a:rPr spc="-5" dirty="0"/>
              <a:t> </a:t>
            </a:r>
            <a:r>
              <a:rPr dirty="0"/>
              <a:t>All</a:t>
            </a:r>
            <a:r>
              <a:rPr spc="-5" dirty="0"/>
              <a:t> </a:t>
            </a:r>
            <a:r>
              <a:rPr dirty="0"/>
              <a:t>Rights </a:t>
            </a:r>
            <a:r>
              <a:rPr spc="-5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heavy">
                <a:solidFill>
                  <a:srgbClr val="686CE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Copyright</a:t>
            </a:r>
            <a:r>
              <a:rPr spc="20" dirty="0"/>
              <a:t> </a:t>
            </a:r>
            <a:r>
              <a:rPr dirty="0"/>
              <a:t>© </a:t>
            </a:r>
            <a:r>
              <a:rPr spc="-5" dirty="0"/>
              <a:t>2019</a:t>
            </a:r>
            <a:r>
              <a:rPr spc="25" dirty="0"/>
              <a:t> </a:t>
            </a:r>
            <a:r>
              <a:rPr spc="-5" dirty="0"/>
              <a:t>ChandraMohan</a:t>
            </a:r>
            <a:r>
              <a:rPr spc="45" dirty="0"/>
              <a:t> </a:t>
            </a:r>
            <a:r>
              <a:rPr dirty="0"/>
              <a:t>Lingam.</a:t>
            </a:r>
            <a:r>
              <a:rPr spc="-5" dirty="0"/>
              <a:t> </a:t>
            </a:r>
            <a:r>
              <a:rPr dirty="0"/>
              <a:t>All</a:t>
            </a:r>
            <a:r>
              <a:rPr spc="-5" dirty="0"/>
              <a:t> </a:t>
            </a:r>
            <a:r>
              <a:rPr dirty="0"/>
              <a:t>Rights </a:t>
            </a:r>
            <a:r>
              <a:rPr spc="-5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heavy">
                <a:solidFill>
                  <a:srgbClr val="686CE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Copyright</a:t>
            </a:r>
            <a:r>
              <a:rPr spc="20" dirty="0"/>
              <a:t> </a:t>
            </a:r>
            <a:r>
              <a:rPr dirty="0"/>
              <a:t>© </a:t>
            </a:r>
            <a:r>
              <a:rPr spc="-5" dirty="0"/>
              <a:t>2019</a:t>
            </a:r>
            <a:r>
              <a:rPr spc="25" dirty="0"/>
              <a:t> </a:t>
            </a:r>
            <a:r>
              <a:rPr spc="-5" dirty="0"/>
              <a:t>ChandraMohan</a:t>
            </a:r>
            <a:r>
              <a:rPr spc="45" dirty="0"/>
              <a:t> </a:t>
            </a:r>
            <a:r>
              <a:rPr dirty="0"/>
              <a:t>Lingam.</a:t>
            </a:r>
            <a:r>
              <a:rPr spc="-5" dirty="0"/>
              <a:t> </a:t>
            </a:r>
            <a:r>
              <a:rPr dirty="0"/>
              <a:t>All</a:t>
            </a:r>
            <a:r>
              <a:rPr spc="-5" dirty="0"/>
              <a:t> </a:t>
            </a:r>
            <a:r>
              <a:rPr dirty="0"/>
              <a:t>Rights </a:t>
            </a:r>
            <a:r>
              <a:rPr spc="-5" dirty="0"/>
              <a:t>Reserved.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heavy">
                <a:solidFill>
                  <a:srgbClr val="686CE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Copyright</a:t>
            </a:r>
            <a:r>
              <a:rPr spc="20" dirty="0"/>
              <a:t> </a:t>
            </a:r>
            <a:r>
              <a:rPr dirty="0"/>
              <a:t>© </a:t>
            </a:r>
            <a:r>
              <a:rPr spc="-5" dirty="0"/>
              <a:t>2019</a:t>
            </a:r>
            <a:r>
              <a:rPr spc="25" dirty="0"/>
              <a:t> </a:t>
            </a:r>
            <a:r>
              <a:rPr spc="-5" dirty="0"/>
              <a:t>ChandraMohan</a:t>
            </a:r>
            <a:r>
              <a:rPr spc="45" dirty="0"/>
              <a:t> </a:t>
            </a:r>
            <a:r>
              <a:rPr dirty="0"/>
              <a:t>Lingam.</a:t>
            </a:r>
            <a:r>
              <a:rPr spc="-5" dirty="0"/>
              <a:t> </a:t>
            </a:r>
            <a:r>
              <a:rPr dirty="0"/>
              <a:t>All</a:t>
            </a:r>
            <a:r>
              <a:rPr spc="-5" dirty="0"/>
              <a:t> </a:t>
            </a:r>
            <a:r>
              <a:rPr dirty="0"/>
              <a:t>Rights </a:t>
            </a:r>
            <a:r>
              <a:rPr spc="-5" dirty="0"/>
              <a:t>Reserved.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Copyright</a:t>
            </a:r>
            <a:r>
              <a:rPr spc="20" dirty="0"/>
              <a:t> </a:t>
            </a:r>
            <a:r>
              <a:rPr dirty="0"/>
              <a:t>© </a:t>
            </a:r>
            <a:r>
              <a:rPr spc="-5" dirty="0"/>
              <a:t>2019</a:t>
            </a:r>
            <a:r>
              <a:rPr spc="25" dirty="0"/>
              <a:t> </a:t>
            </a:r>
            <a:r>
              <a:rPr spc="-5" dirty="0"/>
              <a:t>ChandraMohan</a:t>
            </a:r>
            <a:r>
              <a:rPr spc="45" dirty="0"/>
              <a:t> </a:t>
            </a:r>
            <a:r>
              <a:rPr dirty="0"/>
              <a:t>Lingam.</a:t>
            </a:r>
            <a:r>
              <a:rPr spc="-5" dirty="0"/>
              <a:t> </a:t>
            </a:r>
            <a:r>
              <a:rPr dirty="0"/>
              <a:t>All</a:t>
            </a:r>
            <a:r>
              <a:rPr spc="-5" dirty="0"/>
              <a:t> </a:t>
            </a:r>
            <a:r>
              <a:rPr dirty="0"/>
              <a:t>Rights </a:t>
            </a:r>
            <a:r>
              <a:rPr spc="-5" dirty="0"/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5544" y="139065"/>
            <a:ext cx="8312911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heavy">
                <a:solidFill>
                  <a:srgbClr val="686CE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4962" y="1003300"/>
            <a:ext cx="8223884" cy="3514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23438" y="4961859"/>
            <a:ext cx="289623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Copyright</a:t>
            </a:r>
            <a:r>
              <a:rPr spc="20" dirty="0"/>
              <a:t> </a:t>
            </a:r>
            <a:r>
              <a:rPr dirty="0"/>
              <a:t>© </a:t>
            </a:r>
            <a:r>
              <a:rPr spc="-5" dirty="0"/>
              <a:t>2019</a:t>
            </a:r>
            <a:r>
              <a:rPr spc="25" dirty="0"/>
              <a:t> </a:t>
            </a:r>
            <a:r>
              <a:rPr spc="-5" dirty="0"/>
              <a:t>ChandraMohan</a:t>
            </a:r>
            <a:r>
              <a:rPr spc="45" dirty="0"/>
              <a:t> </a:t>
            </a:r>
            <a:r>
              <a:rPr dirty="0"/>
              <a:t>Lingam.</a:t>
            </a:r>
            <a:r>
              <a:rPr spc="-5" dirty="0"/>
              <a:t> </a:t>
            </a:r>
            <a:r>
              <a:rPr dirty="0"/>
              <a:t>All</a:t>
            </a:r>
            <a:r>
              <a:rPr spc="-5" dirty="0"/>
              <a:t> </a:t>
            </a:r>
            <a:r>
              <a:rPr dirty="0"/>
              <a:t>Rights </a:t>
            </a:r>
            <a:r>
              <a:rPr spc="-5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ec2/autoscaling/faq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5284" y="1776222"/>
            <a:ext cx="31267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5" dirty="0">
                <a:solidFill>
                  <a:srgbClr val="4D4D4B"/>
                </a:solidFill>
              </a:rPr>
              <a:t>Auto</a:t>
            </a:r>
            <a:r>
              <a:rPr sz="4000" u="none" spc="-70" dirty="0">
                <a:solidFill>
                  <a:srgbClr val="4D4D4B"/>
                </a:solidFill>
              </a:rPr>
              <a:t> </a:t>
            </a:r>
            <a:r>
              <a:rPr sz="4000" u="none" spc="-5" dirty="0">
                <a:solidFill>
                  <a:srgbClr val="4D4D4B"/>
                </a:solidFill>
              </a:rPr>
              <a:t>Scaling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5284" y="2597607"/>
            <a:ext cx="45669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Maintain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Right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Compute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Capacity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21666"/>
            <a:ext cx="2199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4D4D4B"/>
                </a:solidFill>
              </a:rPr>
              <a:t>Auto</a:t>
            </a:r>
            <a:r>
              <a:rPr u="none" spc="-40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Scaling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4508" y="784859"/>
            <a:ext cx="2209800" cy="828040"/>
            <a:chOff x="254508" y="784859"/>
            <a:chExt cx="2209800" cy="828040"/>
          </a:xfrm>
        </p:grpSpPr>
        <p:sp>
          <p:nvSpPr>
            <p:cNvPr id="4" name="object 4"/>
            <p:cNvSpPr/>
            <p:nvPr/>
          </p:nvSpPr>
          <p:spPr>
            <a:xfrm>
              <a:off x="267462" y="797813"/>
              <a:ext cx="2184400" cy="802005"/>
            </a:xfrm>
            <a:custGeom>
              <a:avLst/>
              <a:gdLst/>
              <a:ahLst/>
              <a:cxnLst/>
              <a:rect l="l" t="t" r="r" b="b"/>
              <a:pathLst>
                <a:path w="2184400" h="802005">
                  <a:moveTo>
                    <a:pt x="0" y="133603"/>
                  </a:moveTo>
                  <a:lnTo>
                    <a:pt x="6811" y="91374"/>
                  </a:lnTo>
                  <a:lnTo>
                    <a:pt x="25777" y="54699"/>
                  </a:lnTo>
                  <a:lnTo>
                    <a:pt x="54699" y="25777"/>
                  </a:lnTo>
                  <a:lnTo>
                    <a:pt x="91374" y="6811"/>
                  </a:lnTo>
                  <a:lnTo>
                    <a:pt x="133604" y="0"/>
                  </a:lnTo>
                  <a:lnTo>
                    <a:pt x="2050288" y="0"/>
                  </a:lnTo>
                  <a:lnTo>
                    <a:pt x="2092517" y="6811"/>
                  </a:lnTo>
                  <a:lnTo>
                    <a:pt x="2129192" y="25777"/>
                  </a:lnTo>
                  <a:lnTo>
                    <a:pt x="2158114" y="54699"/>
                  </a:lnTo>
                  <a:lnTo>
                    <a:pt x="2177080" y="91374"/>
                  </a:lnTo>
                  <a:lnTo>
                    <a:pt x="2183892" y="133603"/>
                  </a:lnTo>
                  <a:lnTo>
                    <a:pt x="2183892" y="668020"/>
                  </a:lnTo>
                  <a:lnTo>
                    <a:pt x="2177080" y="710249"/>
                  </a:lnTo>
                  <a:lnTo>
                    <a:pt x="2158114" y="746924"/>
                  </a:lnTo>
                  <a:lnTo>
                    <a:pt x="2129192" y="775846"/>
                  </a:lnTo>
                  <a:lnTo>
                    <a:pt x="2092517" y="794812"/>
                  </a:lnTo>
                  <a:lnTo>
                    <a:pt x="2050288" y="801624"/>
                  </a:lnTo>
                  <a:lnTo>
                    <a:pt x="133604" y="801624"/>
                  </a:lnTo>
                  <a:lnTo>
                    <a:pt x="91374" y="794812"/>
                  </a:lnTo>
                  <a:lnTo>
                    <a:pt x="54699" y="775846"/>
                  </a:lnTo>
                  <a:lnTo>
                    <a:pt x="25777" y="746924"/>
                  </a:lnTo>
                  <a:lnTo>
                    <a:pt x="6811" y="710249"/>
                  </a:lnTo>
                  <a:lnTo>
                    <a:pt x="0" y="668020"/>
                  </a:lnTo>
                  <a:lnTo>
                    <a:pt x="0" y="133603"/>
                  </a:lnTo>
                  <a:close/>
                </a:path>
                <a:path w="2184400" h="802005">
                  <a:moveTo>
                    <a:pt x="172211" y="293115"/>
                  </a:moveTo>
                  <a:lnTo>
                    <a:pt x="175725" y="275736"/>
                  </a:lnTo>
                  <a:lnTo>
                    <a:pt x="185305" y="261524"/>
                  </a:lnTo>
                  <a:lnTo>
                    <a:pt x="199515" y="251932"/>
                  </a:lnTo>
                  <a:lnTo>
                    <a:pt x="216916" y="248412"/>
                  </a:lnTo>
                  <a:lnTo>
                    <a:pt x="535940" y="248412"/>
                  </a:lnTo>
                  <a:lnTo>
                    <a:pt x="553340" y="251932"/>
                  </a:lnTo>
                  <a:lnTo>
                    <a:pt x="567550" y="261524"/>
                  </a:lnTo>
                  <a:lnTo>
                    <a:pt x="577130" y="275736"/>
                  </a:lnTo>
                  <a:lnTo>
                    <a:pt x="580644" y="293115"/>
                  </a:lnTo>
                  <a:lnTo>
                    <a:pt x="580644" y="471932"/>
                  </a:lnTo>
                  <a:lnTo>
                    <a:pt x="577130" y="489311"/>
                  </a:lnTo>
                  <a:lnTo>
                    <a:pt x="567550" y="503523"/>
                  </a:lnTo>
                  <a:lnTo>
                    <a:pt x="553340" y="513115"/>
                  </a:lnTo>
                  <a:lnTo>
                    <a:pt x="535940" y="516636"/>
                  </a:lnTo>
                  <a:lnTo>
                    <a:pt x="216916" y="516636"/>
                  </a:lnTo>
                  <a:lnTo>
                    <a:pt x="199515" y="513115"/>
                  </a:lnTo>
                  <a:lnTo>
                    <a:pt x="185305" y="503523"/>
                  </a:lnTo>
                  <a:lnTo>
                    <a:pt x="175725" y="489311"/>
                  </a:lnTo>
                  <a:lnTo>
                    <a:pt x="172211" y="471932"/>
                  </a:lnTo>
                  <a:lnTo>
                    <a:pt x="172211" y="293115"/>
                  </a:lnTo>
                  <a:close/>
                </a:path>
                <a:path w="2184400" h="802005">
                  <a:moveTo>
                    <a:pt x="650747" y="295910"/>
                  </a:moveTo>
                  <a:lnTo>
                    <a:pt x="654241" y="278624"/>
                  </a:lnTo>
                  <a:lnTo>
                    <a:pt x="663767" y="264493"/>
                  </a:lnTo>
                  <a:lnTo>
                    <a:pt x="677896" y="254958"/>
                  </a:lnTo>
                  <a:lnTo>
                    <a:pt x="695197" y="251460"/>
                  </a:lnTo>
                  <a:lnTo>
                    <a:pt x="1016254" y="251460"/>
                  </a:lnTo>
                  <a:lnTo>
                    <a:pt x="1033539" y="254958"/>
                  </a:lnTo>
                  <a:lnTo>
                    <a:pt x="1047670" y="264493"/>
                  </a:lnTo>
                  <a:lnTo>
                    <a:pt x="1057205" y="278624"/>
                  </a:lnTo>
                  <a:lnTo>
                    <a:pt x="1060704" y="295910"/>
                  </a:lnTo>
                  <a:lnTo>
                    <a:pt x="1060704" y="473710"/>
                  </a:lnTo>
                  <a:lnTo>
                    <a:pt x="1057205" y="490995"/>
                  </a:lnTo>
                  <a:lnTo>
                    <a:pt x="1047670" y="505126"/>
                  </a:lnTo>
                  <a:lnTo>
                    <a:pt x="1033539" y="514661"/>
                  </a:lnTo>
                  <a:lnTo>
                    <a:pt x="1016254" y="518160"/>
                  </a:lnTo>
                  <a:lnTo>
                    <a:pt x="695197" y="518160"/>
                  </a:lnTo>
                  <a:lnTo>
                    <a:pt x="677896" y="514661"/>
                  </a:lnTo>
                  <a:lnTo>
                    <a:pt x="663767" y="505126"/>
                  </a:lnTo>
                  <a:lnTo>
                    <a:pt x="654241" y="490995"/>
                  </a:lnTo>
                  <a:lnTo>
                    <a:pt x="650747" y="473710"/>
                  </a:lnTo>
                  <a:lnTo>
                    <a:pt x="650747" y="295910"/>
                  </a:lnTo>
                  <a:close/>
                </a:path>
                <a:path w="2184400" h="802005">
                  <a:moveTo>
                    <a:pt x="1130808" y="292862"/>
                  </a:moveTo>
                  <a:lnTo>
                    <a:pt x="1134306" y="275576"/>
                  </a:lnTo>
                  <a:lnTo>
                    <a:pt x="1143841" y="261445"/>
                  </a:lnTo>
                  <a:lnTo>
                    <a:pt x="1157972" y="251910"/>
                  </a:lnTo>
                  <a:lnTo>
                    <a:pt x="1175258" y="248412"/>
                  </a:lnTo>
                  <a:lnTo>
                    <a:pt x="1494789" y="248412"/>
                  </a:lnTo>
                  <a:lnTo>
                    <a:pt x="1512075" y="251910"/>
                  </a:lnTo>
                  <a:lnTo>
                    <a:pt x="1526206" y="261445"/>
                  </a:lnTo>
                  <a:lnTo>
                    <a:pt x="1535741" y="275576"/>
                  </a:lnTo>
                  <a:lnTo>
                    <a:pt x="1539239" y="292862"/>
                  </a:lnTo>
                  <a:lnTo>
                    <a:pt x="1539239" y="470662"/>
                  </a:lnTo>
                  <a:lnTo>
                    <a:pt x="1535741" y="487947"/>
                  </a:lnTo>
                  <a:lnTo>
                    <a:pt x="1526206" y="502078"/>
                  </a:lnTo>
                  <a:lnTo>
                    <a:pt x="1512075" y="511613"/>
                  </a:lnTo>
                  <a:lnTo>
                    <a:pt x="1494789" y="515112"/>
                  </a:lnTo>
                  <a:lnTo>
                    <a:pt x="1175258" y="515112"/>
                  </a:lnTo>
                  <a:lnTo>
                    <a:pt x="1157972" y="511613"/>
                  </a:lnTo>
                  <a:lnTo>
                    <a:pt x="1143841" y="502078"/>
                  </a:lnTo>
                  <a:lnTo>
                    <a:pt x="1134306" y="487947"/>
                  </a:lnTo>
                  <a:lnTo>
                    <a:pt x="1130808" y="470662"/>
                  </a:lnTo>
                  <a:lnTo>
                    <a:pt x="1130808" y="292862"/>
                  </a:lnTo>
                  <a:close/>
                </a:path>
              </a:pathLst>
            </a:custGeom>
            <a:ln w="25908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76805" y="1046225"/>
              <a:ext cx="410209" cy="266700"/>
            </a:xfrm>
            <a:custGeom>
              <a:avLst/>
              <a:gdLst/>
              <a:ahLst/>
              <a:cxnLst/>
              <a:rect l="l" t="t" r="r" b="b"/>
              <a:pathLst>
                <a:path w="410210" h="266700">
                  <a:moveTo>
                    <a:pt x="365506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222250"/>
                  </a:lnTo>
                  <a:lnTo>
                    <a:pt x="3498" y="239535"/>
                  </a:lnTo>
                  <a:lnTo>
                    <a:pt x="13033" y="253666"/>
                  </a:lnTo>
                  <a:lnTo>
                    <a:pt x="27164" y="263201"/>
                  </a:lnTo>
                  <a:lnTo>
                    <a:pt x="44450" y="266700"/>
                  </a:lnTo>
                  <a:lnTo>
                    <a:pt x="365506" y="266700"/>
                  </a:lnTo>
                  <a:lnTo>
                    <a:pt x="382791" y="263201"/>
                  </a:lnTo>
                  <a:lnTo>
                    <a:pt x="396922" y="253666"/>
                  </a:lnTo>
                  <a:lnTo>
                    <a:pt x="406457" y="239535"/>
                  </a:lnTo>
                  <a:lnTo>
                    <a:pt x="409956" y="222250"/>
                  </a:lnTo>
                  <a:lnTo>
                    <a:pt x="409956" y="44450"/>
                  </a:lnTo>
                  <a:lnTo>
                    <a:pt x="406457" y="27164"/>
                  </a:lnTo>
                  <a:lnTo>
                    <a:pt x="396922" y="13033"/>
                  </a:lnTo>
                  <a:lnTo>
                    <a:pt x="382791" y="3498"/>
                  </a:lnTo>
                  <a:lnTo>
                    <a:pt x="36550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6805" y="1046225"/>
              <a:ext cx="410209" cy="266700"/>
            </a:xfrm>
            <a:custGeom>
              <a:avLst/>
              <a:gdLst/>
              <a:ahLst/>
              <a:cxnLst/>
              <a:rect l="l" t="t" r="r" b="b"/>
              <a:pathLst>
                <a:path w="410210" h="266700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365506" y="0"/>
                  </a:lnTo>
                  <a:lnTo>
                    <a:pt x="382791" y="3498"/>
                  </a:lnTo>
                  <a:lnTo>
                    <a:pt x="396922" y="13033"/>
                  </a:lnTo>
                  <a:lnTo>
                    <a:pt x="406457" y="27164"/>
                  </a:lnTo>
                  <a:lnTo>
                    <a:pt x="409956" y="44450"/>
                  </a:lnTo>
                  <a:lnTo>
                    <a:pt x="409956" y="222250"/>
                  </a:lnTo>
                  <a:lnTo>
                    <a:pt x="406457" y="239535"/>
                  </a:lnTo>
                  <a:lnTo>
                    <a:pt x="396922" y="253666"/>
                  </a:lnTo>
                  <a:lnTo>
                    <a:pt x="382791" y="263201"/>
                  </a:lnTo>
                  <a:lnTo>
                    <a:pt x="365506" y="266700"/>
                  </a:lnTo>
                  <a:lnTo>
                    <a:pt x="44450" y="266700"/>
                  </a:lnTo>
                  <a:lnTo>
                    <a:pt x="27164" y="263201"/>
                  </a:lnTo>
                  <a:lnTo>
                    <a:pt x="13033" y="253666"/>
                  </a:lnTo>
                  <a:lnTo>
                    <a:pt x="3498" y="239535"/>
                  </a:lnTo>
                  <a:lnTo>
                    <a:pt x="0" y="222250"/>
                  </a:lnTo>
                  <a:lnTo>
                    <a:pt x="0" y="44450"/>
                  </a:lnTo>
                  <a:close/>
                </a:path>
              </a:pathLst>
            </a:custGeom>
            <a:ln w="25908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5244846" y="778001"/>
            <a:ext cx="2184400" cy="803275"/>
          </a:xfrm>
          <a:custGeom>
            <a:avLst/>
            <a:gdLst/>
            <a:ahLst/>
            <a:cxnLst/>
            <a:rect l="l" t="t" r="r" b="b"/>
            <a:pathLst>
              <a:path w="2184400" h="803275">
                <a:moveTo>
                  <a:pt x="0" y="133858"/>
                </a:moveTo>
                <a:lnTo>
                  <a:pt x="6825" y="91553"/>
                </a:lnTo>
                <a:lnTo>
                  <a:pt x="25830" y="54809"/>
                </a:lnTo>
                <a:lnTo>
                  <a:pt x="54809" y="25830"/>
                </a:lnTo>
                <a:lnTo>
                  <a:pt x="91553" y="6825"/>
                </a:lnTo>
                <a:lnTo>
                  <a:pt x="133857" y="0"/>
                </a:lnTo>
                <a:lnTo>
                  <a:pt x="2050033" y="0"/>
                </a:lnTo>
                <a:lnTo>
                  <a:pt x="2092338" y="6825"/>
                </a:lnTo>
                <a:lnTo>
                  <a:pt x="2129082" y="25830"/>
                </a:lnTo>
                <a:lnTo>
                  <a:pt x="2158061" y="54809"/>
                </a:lnTo>
                <a:lnTo>
                  <a:pt x="2177066" y="91553"/>
                </a:lnTo>
                <a:lnTo>
                  <a:pt x="2183892" y="133858"/>
                </a:lnTo>
                <a:lnTo>
                  <a:pt x="2183892" y="669289"/>
                </a:lnTo>
                <a:lnTo>
                  <a:pt x="2177066" y="711594"/>
                </a:lnTo>
                <a:lnTo>
                  <a:pt x="2158061" y="748338"/>
                </a:lnTo>
                <a:lnTo>
                  <a:pt x="2129082" y="777317"/>
                </a:lnTo>
                <a:lnTo>
                  <a:pt x="2092338" y="796322"/>
                </a:lnTo>
                <a:lnTo>
                  <a:pt x="2050033" y="803148"/>
                </a:lnTo>
                <a:lnTo>
                  <a:pt x="133857" y="803148"/>
                </a:lnTo>
                <a:lnTo>
                  <a:pt x="91553" y="796322"/>
                </a:lnTo>
                <a:lnTo>
                  <a:pt x="54809" y="777317"/>
                </a:lnTo>
                <a:lnTo>
                  <a:pt x="25830" y="748338"/>
                </a:lnTo>
                <a:lnTo>
                  <a:pt x="6825" y="711594"/>
                </a:lnTo>
                <a:lnTo>
                  <a:pt x="0" y="669289"/>
                </a:lnTo>
                <a:lnTo>
                  <a:pt x="0" y="133858"/>
                </a:lnTo>
                <a:close/>
              </a:path>
              <a:path w="2184400" h="803275">
                <a:moveTo>
                  <a:pt x="172212" y="294639"/>
                </a:moveTo>
                <a:lnTo>
                  <a:pt x="175732" y="277260"/>
                </a:lnTo>
                <a:lnTo>
                  <a:pt x="185324" y="263048"/>
                </a:lnTo>
                <a:lnTo>
                  <a:pt x="199536" y="253456"/>
                </a:lnTo>
                <a:lnTo>
                  <a:pt x="216915" y="249936"/>
                </a:lnTo>
                <a:lnTo>
                  <a:pt x="535939" y="249936"/>
                </a:lnTo>
                <a:lnTo>
                  <a:pt x="553319" y="253456"/>
                </a:lnTo>
                <a:lnTo>
                  <a:pt x="567531" y="263048"/>
                </a:lnTo>
                <a:lnTo>
                  <a:pt x="577123" y="277260"/>
                </a:lnTo>
                <a:lnTo>
                  <a:pt x="580643" y="294639"/>
                </a:lnTo>
                <a:lnTo>
                  <a:pt x="580643" y="473456"/>
                </a:lnTo>
                <a:lnTo>
                  <a:pt x="577123" y="490835"/>
                </a:lnTo>
                <a:lnTo>
                  <a:pt x="567531" y="505047"/>
                </a:lnTo>
                <a:lnTo>
                  <a:pt x="553319" y="514639"/>
                </a:lnTo>
                <a:lnTo>
                  <a:pt x="535939" y="518160"/>
                </a:lnTo>
                <a:lnTo>
                  <a:pt x="216915" y="518160"/>
                </a:lnTo>
                <a:lnTo>
                  <a:pt x="199536" y="514639"/>
                </a:lnTo>
                <a:lnTo>
                  <a:pt x="185324" y="505047"/>
                </a:lnTo>
                <a:lnTo>
                  <a:pt x="175732" y="490835"/>
                </a:lnTo>
                <a:lnTo>
                  <a:pt x="172212" y="473456"/>
                </a:lnTo>
                <a:lnTo>
                  <a:pt x="172212" y="294639"/>
                </a:lnTo>
                <a:close/>
              </a:path>
              <a:path w="2184400" h="803275">
                <a:moveTo>
                  <a:pt x="650748" y="297434"/>
                </a:moveTo>
                <a:lnTo>
                  <a:pt x="654246" y="280148"/>
                </a:lnTo>
                <a:lnTo>
                  <a:pt x="663781" y="266017"/>
                </a:lnTo>
                <a:lnTo>
                  <a:pt x="677912" y="256482"/>
                </a:lnTo>
                <a:lnTo>
                  <a:pt x="695198" y="252984"/>
                </a:lnTo>
                <a:lnTo>
                  <a:pt x="1016253" y="252984"/>
                </a:lnTo>
                <a:lnTo>
                  <a:pt x="1033539" y="256482"/>
                </a:lnTo>
                <a:lnTo>
                  <a:pt x="1047670" y="266017"/>
                </a:lnTo>
                <a:lnTo>
                  <a:pt x="1057205" y="280148"/>
                </a:lnTo>
                <a:lnTo>
                  <a:pt x="1060703" y="297434"/>
                </a:lnTo>
                <a:lnTo>
                  <a:pt x="1060703" y="475234"/>
                </a:lnTo>
                <a:lnTo>
                  <a:pt x="1057205" y="492519"/>
                </a:lnTo>
                <a:lnTo>
                  <a:pt x="1047670" y="506650"/>
                </a:lnTo>
                <a:lnTo>
                  <a:pt x="1033539" y="516185"/>
                </a:lnTo>
                <a:lnTo>
                  <a:pt x="1016253" y="519684"/>
                </a:lnTo>
                <a:lnTo>
                  <a:pt x="695198" y="519684"/>
                </a:lnTo>
                <a:lnTo>
                  <a:pt x="677912" y="516185"/>
                </a:lnTo>
                <a:lnTo>
                  <a:pt x="663781" y="506650"/>
                </a:lnTo>
                <a:lnTo>
                  <a:pt x="654246" y="492519"/>
                </a:lnTo>
                <a:lnTo>
                  <a:pt x="650748" y="475234"/>
                </a:lnTo>
                <a:lnTo>
                  <a:pt x="650748" y="297434"/>
                </a:lnTo>
                <a:close/>
              </a:path>
              <a:path w="2184400" h="803275">
                <a:moveTo>
                  <a:pt x="1130807" y="294132"/>
                </a:moveTo>
                <a:lnTo>
                  <a:pt x="1134284" y="276939"/>
                </a:lnTo>
                <a:lnTo>
                  <a:pt x="1143761" y="262890"/>
                </a:lnTo>
                <a:lnTo>
                  <a:pt x="1157811" y="253412"/>
                </a:lnTo>
                <a:lnTo>
                  <a:pt x="1175003" y="249936"/>
                </a:lnTo>
                <a:lnTo>
                  <a:pt x="1495044" y="249936"/>
                </a:lnTo>
                <a:lnTo>
                  <a:pt x="1512236" y="253412"/>
                </a:lnTo>
                <a:lnTo>
                  <a:pt x="1526285" y="262889"/>
                </a:lnTo>
                <a:lnTo>
                  <a:pt x="1535763" y="276939"/>
                </a:lnTo>
                <a:lnTo>
                  <a:pt x="1539239" y="294132"/>
                </a:lnTo>
                <a:lnTo>
                  <a:pt x="1539239" y="470915"/>
                </a:lnTo>
                <a:lnTo>
                  <a:pt x="1535763" y="488108"/>
                </a:lnTo>
                <a:lnTo>
                  <a:pt x="1526285" y="502157"/>
                </a:lnTo>
                <a:lnTo>
                  <a:pt x="1512236" y="511635"/>
                </a:lnTo>
                <a:lnTo>
                  <a:pt x="1495044" y="515112"/>
                </a:lnTo>
                <a:lnTo>
                  <a:pt x="1175003" y="515112"/>
                </a:lnTo>
                <a:lnTo>
                  <a:pt x="1157811" y="511635"/>
                </a:lnTo>
                <a:lnTo>
                  <a:pt x="1143762" y="502158"/>
                </a:lnTo>
                <a:lnTo>
                  <a:pt x="1134284" y="488108"/>
                </a:lnTo>
                <a:lnTo>
                  <a:pt x="1130807" y="470915"/>
                </a:lnTo>
                <a:lnTo>
                  <a:pt x="1130807" y="294132"/>
                </a:lnTo>
                <a:close/>
              </a:path>
              <a:path w="2184400" h="803275">
                <a:moveTo>
                  <a:pt x="1609344" y="294132"/>
                </a:moveTo>
                <a:lnTo>
                  <a:pt x="1612820" y="276939"/>
                </a:lnTo>
                <a:lnTo>
                  <a:pt x="1622298" y="262890"/>
                </a:lnTo>
                <a:lnTo>
                  <a:pt x="1636347" y="253412"/>
                </a:lnTo>
                <a:lnTo>
                  <a:pt x="1653539" y="249936"/>
                </a:lnTo>
                <a:lnTo>
                  <a:pt x="1975103" y="249936"/>
                </a:lnTo>
                <a:lnTo>
                  <a:pt x="1992296" y="253412"/>
                </a:lnTo>
                <a:lnTo>
                  <a:pt x="2006346" y="262889"/>
                </a:lnTo>
                <a:lnTo>
                  <a:pt x="2015823" y="276939"/>
                </a:lnTo>
                <a:lnTo>
                  <a:pt x="2019300" y="294132"/>
                </a:lnTo>
                <a:lnTo>
                  <a:pt x="2019300" y="470915"/>
                </a:lnTo>
                <a:lnTo>
                  <a:pt x="2015823" y="488108"/>
                </a:lnTo>
                <a:lnTo>
                  <a:pt x="2006345" y="502157"/>
                </a:lnTo>
                <a:lnTo>
                  <a:pt x="1992296" y="511635"/>
                </a:lnTo>
                <a:lnTo>
                  <a:pt x="1975103" y="515112"/>
                </a:lnTo>
                <a:lnTo>
                  <a:pt x="1653539" y="515112"/>
                </a:lnTo>
                <a:lnTo>
                  <a:pt x="1636347" y="511635"/>
                </a:lnTo>
                <a:lnTo>
                  <a:pt x="1622298" y="502158"/>
                </a:lnTo>
                <a:lnTo>
                  <a:pt x="1612820" y="488108"/>
                </a:lnTo>
                <a:lnTo>
                  <a:pt x="1609344" y="470915"/>
                </a:lnTo>
                <a:lnTo>
                  <a:pt x="1609344" y="294132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254508" y="1926335"/>
            <a:ext cx="2516505" cy="977265"/>
            <a:chOff x="254508" y="1926335"/>
            <a:chExt cx="2516505" cy="977265"/>
          </a:xfrm>
        </p:grpSpPr>
        <p:sp>
          <p:nvSpPr>
            <p:cNvPr id="9" name="object 9"/>
            <p:cNvSpPr/>
            <p:nvPr/>
          </p:nvSpPr>
          <p:spPr>
            <a:xfrm>
              <a:off x="267462" y="1939289"/>
              <a:ext cx="2490470" cy="951230"/>
            </a:xfrm>
            <a:custGeom>
              <a:avLst/>
              <a:gdLst/>
              <a:ahLst/>
              <a:cxnLst/>
              <a:rect l="l" t="t" r="r" b="b"/>
              <a:pathLst>
                <a:path w="2490470" h="951230">
                  <a:moveTo>
                    <a:pt x="0" y="158496"/>
                  </a:moveTo>
                  <a:lnTo>
                    <a:pt x="8080" y="108411"/>
                  </a:lnTo>
                  <a:lnTo>
                    <a:pt x="30582" y="64904"/>
                  </a:lnTo>
                  <a:lnTo>
                    <a:pt x="64893" y="30589"/>
                  </a:lnTo>
                  <a:lnTo>
                    <a:pt x="108401" y="8083"/>
                  </a:lnTo>
                  <a:lnTo>
                    <a:pt x="158496" y="0"/>
                  </a:lnTo>
                  <a:lnTo>
                    <a:pt x="2331720" y="0"/>
                  </a:lnTo>
                  <a:lnTo>
                    <a:pt x="2381804" y="8083"/>
                  </a:lnTo>
                  <a:lnTo>
                    <a:pt x="2425311" y="30589"/>
                  </a:lnTo>
                  <a:lnTo>
                    <a:pt x="2459626" y="64904"/>
                  </a:lnTo>
                  <a:lnTo>
                    <a:pt x="2482132" y="108411"/>
                  </a:lnTo>
                  <a:lnTo>
                    <a:pt x="2490216" y="158496"/>
                  </a:lnTo>
                  <a:lnTo>
                    <a:pt x="2490216" y="792480"/>
                  </a:lnTo>
                  <a:lnTo>
                    <a:pt x="2482132" y="842564"/>
                  </a:lnTo>
                  <a:lnTo>
                    <a:pt x="2459626" y="886071"/>
                  </a:lnTo>
                  <a:lnTo>
                    <a:pt x="2425311" y="920386"/>
                  </a:lnTo>
                  <a:lnTo>
                    <a:pt x="2381804" y="942892"/>
                  </a:lnTo>
                  <a:lnTo>
                    <a:pt x="2331720" y="950976"/>
                  </a:lnTo>
                  <a:lnTo>
                    <a:pt x="158496" y="950976"/>
                  </a:lnTo>
                  <a:lnTo>
                    <a:pt x="108401" y="942892"/>
                  </a:lnTo>
                  <a:lnTo>
                    <a:pt x="64893" y="920386"/>
                  </a:lnTo>
                  <a:lnTo>
                    <a:pt x="30582" y="886071"/>
                  </a:lnTo>
                  <a:lnTo>
                    <a:pt x="8080" y="842564"/>
                  </a:lnTo>
                  <a:lnTo>
                    <a:pt x="0" y="792480"/>
                  </a:lnTo>
                  <a:lnTo>
                    <a:pt x="0" y="158496"/>
                  </a:lnTo>
                  <a:close/>
                </a:path>
                <a:path w="2490470" h="951230">
                  <a:moveTo>
                    <a:pt x="172211" y="294386"/>
                  </a:moveTo>
                  <a:lnTo>
                    <a:pt x="175705" y="277100"/>
                  </a:lnTo>
                  <a:lnTo>
                    <a:pt x="185231" y="262969"/>
                  </a:lnTo>
                  <a:lnTo>
                    <a:pt x="199360" y="253434"/>
                  </a:lnTo>
                  <a:lnTo>
                    <a:pt x="216661" y="249936"/>
                  </a:lnTo>
                  <a:lnTo>
                    <a:pt x="536194" y="249936"/>
                  </a:lnTo>
                  <a:lnTo>
                    <a:pt x="553495" y="253434"/>
                  </a:lnTo>
                  <a:lnTo>
                    <a:pt x="567624" y="262969"/>
                  </a:lnTo>
                  <a:lnTo>
                    <a:pt x="577150" y="277100"/>
                  </a:lnTo>
                  <a:lnTo>
                    <a:pt x="580644" y="294386"/>
                  </a:lnTo>
                  <a:lnTo>
                    <a:pt x="580644" y="472186"/>
                  </a:lnTo>
                  <a:lnTo>
                    <a:pt x="577150" y="489471"/>
                  </a:lnTo>
                  <a:lnTo>
                    <a:pt x="567624" y="503602"/>
                  </a:lnTo>
                  <a:lnTo>
                    <a:pt x="553495" y="513137"/>
                  </a:lnTo>
                  <a:lnTo>
                    <a:pt x="536194" y="516636"/>
                  </a:lnTo>
                  <a:lnTo>
                    <a:pt x="216661" y="516636"/>
                  </a:lnTo>
                  <a:lnTo>
                    <a:pt x="199360" y="513137"/>
                  </a:lnTo>
                  <a:lnTo>
                    <a:pt x="185231" y="503602"/>
                  </a:lnTo>
                  <a:lnTo>
                    <a:pt x="175705" y="489471"/>
                  </a:lnTo>
                  <a:lnTo>
                    <a:pt x="172211" y="472186"/>
                  </a:lnTo>
                  <a:lnTo>
                    <a:pt x="172211" y="294386"/>
                  </a:lnTo>
                  <a:close/>
                </a:path>
                <a:path w="2490470" h="951230">
                  <a:moveTo>
                    <a:pt x="650747" y="297434"/>
                  </a:moveTo>
                  <a:lnTo>
                    <a:pt x="654241" y="280148"/>
                  </a:lnTo>
                  <a:lnTo>
                    <a:pt x="663767" y="266017"/>
                  </a:lnTo>
                  <a:lnTo>
                    <a:pt x="677896" y="256482"/>
                  </a:lnTo>
                  <a:lnTo>
                    <a:pt x="695197" y="252984"/>
                  </a:lnTo>
                  <a:lnTo>
                    <a:pt x="1016254" y="252984"/>
                  </a:lnTo>
                  <a:lnTo>
                    <a:pt x="1033539" y="256482"/>
                  </a:lnTo>
                  <a:lnTo>
                    <a:pt x="1047670" y="266017"/>
                  </a:lnTo>
                  <a:lnTo>
                    <a:pt x="1057205" y="280148"/>
                  </a:lnTo>
                  <a:lnTo>
                    <a:pt x="1060704" y="297434"/>
                  </a:lnTo>
                  <a:lnTo>
                    <a:pt x="1060704" y="475234"/>
                  </a:lnTo>
                  <a:lnTo>
                    <a:pt x="1057205" y="492519"/>
                  </a:lnTo>
                  <a:lnTo>
                    <a:pt x="1047670" y="506650"/>
                  </a:lnTo>
                  <a:lnTo>
                    <a:pt x="1033539" y="516185"/>
                  </a:lnTo>
                  <a:lnTo>
                    <a:pt x="1016254" y="519684"/>
                  </a:lnTo>
                  <a:lnTo>
                    <a:pt x="695197" y="519684"/>
                  </a:lnTo>
                  <a:lnTo>
                    <a:pt x="677896" y="516185"/>
                  </a:lnTo>
                  <a:lnTo>
                    <a:pt x="663767" y="506650"/>
                  </a:lnTo>
                  <a:lnTo>
                    <a:pt x="654241" y="492519"/>
                  </a:lnTo>
                  <a:lnTo>
                    <a:pt x="650747" y="475234"/>
                  </a:lnTo>
                  <a:lnTo>
                    <a:pt x="650747" y="297434"/>
                  </a:lnTo>
                  <a:close/>
                </a:path>
              </a:pathLst>
            </a:custGeom>
            <a:ln w="25908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00022" y="2189225"/>
              <a:ext cx="408940" cy="265430"/>
            </a:xfrm>
            <a:custGeom>
              <a:avLst/>
              <a:gdLst/>
              <a:ahLst/>
              <a:cxnLst/>
              <a:rect l="l" t="t" r="r" b="b"/>
              <a:pathLst>
                <a:path w="408939" h="265430">
                  <a:moveTo>
                    <a:pt x="364235" y="0"/>
                  </a:moveTo>
                  <a:lnTo>
                    <a:pt x="44195" y="0"/>
                  </a:lnTo>
                  <a:lnTo>
                    <a:pt x="27003" y="3476"/>
                  </a:lnTo>
                  <a:lnTo>
                    <a:pt x="12954" y="12953"/>
                  </a:lnTo>
                  <a:lnTo>
                    <a:pt x="3476" y="27003"/>
                  </a:lnTo>
                  <a:lnTo>
                    <a:pt x="0" y="44196"/>
                  </a:lnTo>
                  <a:lnTo>
                    <a:pt x="0" y="220980"/>
                  </a:lnTo>
                  <a:lnTo>
                    <a:pt x="3476" y="238172"/>
                  </a:lnTo>
                  <a:lnTo>
                    <a:pt x="12953" y="252221"/>
                  </a:lnTo>
                  <a:lnTo>
                    <a:pt x="27003" y="261699"/>
                  </a:lnTo>
                  <a:lnTo>
                    <a:pt x="44195" y="265175"/>
                  </a:lnTo>
                  <a:lnTo>
                    <a:pt x="364235" y="265175"/>
                  </a:lnTo>
                  <a:lnTo>
                    <a:pt x="381428" y="261699"/>
                  </a:lnTo>
                  <a:lnTo>
                    <a:pt x="395477" y="252221"/>
                  </a:lnTo>
                  <a:lnTo>
                    <a:pt x="404955" y="238172"/>
                  </a:lnTo>
                  <a:lnTo>
                    <a:pt x="408431" y="220980"/>
                  </a:lnTo>
                  <a:lnTo>
                    <a:pt x="408431" y="44196"/>
                  </a:lnTo>
                  <a:lnTo>
                    <a:pt x="404955" y="27003"/>
                  </a:lnTo>
                  <a:lnTo>
                    <a:pt x="395478" y="12954"/>
                  </a:lnTo>
                  <a:lnTo>
                    <a:pt x="381428" y="3476"/>
                  </a:lnTo>
                  <a:lnTo>
                    <a:pt x="36423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00022" y="2189225"/>
              <a:ext cx="408940" cy="265430"/>
            </a:xfrm>
            <a:custGeom>
              <a:avLst/>
              <a:gdLst/>
              <a:ahLst/>
              <a:cxnLst/>
              <a:rect l="l" t="t" r="r" b="b"/>
              <a:pathLst>
                <a:path w="408939" h="265430">
                  <a:moveTo>
                    <a:pt x="0" y="44196"/>
                  </a:moveTo>
                  <a:lnTo>
                    <a:pt x="3476" y="27003"/>
                  </a:lnTo>
                  <a:lnTo>
                    <a:pt x="12954" y="12953"/>
                  </a:lnTo>
                  <a:lnTo>
                    <a:pt x="27003" y="3476"/>
                  </a:lnTo>
                  <a:lnTo>
                    <a:pt x="44195" y="0"/>
                  </a:lnTo>
                  <a:lnTo>
                    <a:pt x="364235" y="0"/>
                  </a:lnTo>
                  <a:lnTo>
                    <a:pt x="381428" y="3476"/>
                  </a:lnTo>
                  <a:lnTo>
                    <a:pt x="395478" y="12954"/>
                  </a:lnTo>
                  <a:lnTo>
                    <a:pt x="404955" y="27003"/>
                  </a:lnTo>
                  <a:lnTo>
                    <a:pt x="408431" y="44196"/>
                  </a:lnTo>
                  <a:lnTo>
                    <a:pt x="408431" y="220980"/>
                  </a:lnTo>
                  <a:lnTo>
                    <a:pt x="404955" y="238172"/>
                  </a:lnTo>
                  <a:lnTo>
                    <a:pt x="395477" y="252221"/>
                  </a:lnTo>
                  <a:lnTo>
                    <a:pt x="381428" y="261699"/>
                  </a:lnTo>
                  <a:lnTo>
                    <a:pt x="364235" y="265175"/>
                  </a:lnTo>
                  <a:lnTo>
                    <a:pt x="44195" y="265175"/>
                  </a:lnTo>
                  <a:lnTo>
                    <a:pt x="27003" y="261699"/>
                  </a:lnTo>
                  <a:lnTo>
                    <a:pt x="12953" y="252221"/>
                  </a:lnTo>
                  <a:lnTo>
                    <a:pt x="3476" y="238172"/>
                  </a:lnTo>
                  <a:lnTo>
                    <a:pt x="0" y="220980"/>
                  </a:lnTo>
                  <a:lnTo>
                    <a:pt x="0" y="44196"/>
                  </a:lnTo>
                  <a:close/>
                </a:path>
              </a:pathLst>
            </a:custGeom>
            <a:ln w="25908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78558" y="2189225"/>
              <a:ext cx="410209" cy="265430"/>
            </a:xfrm>
            <a:custGeom>
              <a:avLst/>
              <a:gdLst/>
              <a:ahLst/>
              <a:cxnLst/>
              <a:rect l="l" t="t" r="r" b="b"/>
              <a:pathLst>
                <a:path w="410210" h="265430">
                  <a:moveTo>
                    <a:pt x="365760" y="0"/>
                  </a:moveTo>
                  <a:lnTo>
                    <a:pt x="44196" y="0"/>
                  </a:lnTo>
                  <a:lnTo>
                    <a:pt x="27003" y="3476"/>
                  </a:lnTo>
                  <a:lnTo>
                    <a:pt x="12954" y="12953"/>
                  </a:lnTo>
                  <a:lnTo>
                    <a:pt x="3476" y="27003"/>
                  </a:lnTo>
                  <a:lnTo>
                    <a:pt x="0" y="44196"/>
                  </a:lnTo>
                  <a:lnTo>
                    <a:pt x="0" y="220980"/>
                  </a:lnTo>
                  <a:lnTo>
                    <a:pt x="3476" y="238172"/>
                  </a:lnTo>
                  <a:lnTo>
                    <a:pt x="12953" y="252221"/>
                  </a:lnTo>
                  <a:lnTo>
                    <a:pt x="27003" y="261699"/>
                  </a:lnTo>
                  <a:lnTo>
                    <a:pt x="44196" y="265175"/>
                  </a:lnTo>
                  <a:lnTo>
                    <a:pt x="365760" y="265175"/>
                  </a:lnTo>
                  <a:lnTo>
                    <a:pt x="382952" y="261699"/>
                  </a:lnTo>
                  <a:lnTo>
                    <a:pt x="397001" y="252221"/>
                  </a:lnTo>
                  <a:lnTo>
                    <a:pt x="406479" y="238172"/>
                  </a:lnTo>
                  <a:lnTo>
                    <a:pt x="409956" y="220980"/>
                  </a:lnTo>
                  <a:lnTo>
                    <a:pt x="409956" y="44196"/>
                  </a:lnTo>
                  <a:lnTo>
                    <a:pt x="406479" y="27003"/>
                  </a:lnTo>
                  <a:lnTo>
                    <a:pt x="397001" y="12954"/>
                  </a:lnTo>
                  <a:lnTo>
                    <a:pt x="382952" y="3476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78558" y="2189225"/>
              <a:ext cx="410209" cy="265430"/>
            </a:xfrm>
            <a:custGeom>
              <a:avLst/>
              <a:gdLst/>
              <a:ahLst/>
              <a:cxnLst/>
              <a:rect l="l" t="t" r="r" b="b"/>
              <a:pathLst>
                <a:path w="410210" h="265430">
                  <a:moveTo>
                    <a:pt x="0" y="44196"/>
                  </a:moveTo>
                  <a:lnTo>
                    <a:pt x="3476" y="27003"/>
                  </a:lnTo>
                  <a:lnTo>
                    <a:pt x="12954" y="12953"/>
                  </a:lnTo>
                  <a:lnTo>
                    <a:pt x="27003" y="3476"/>
                  </a:lnTo>
                  <a:lnTo>
                    <a:pt x="44196" y="0"/>
                  </a:lnTo>
                  <a:lnTo>
                    <a:pt x="365760" y="0"/>
                  </a:lnTo>
                  <a:lnTo>
                    <a:pt x="382952" y="3476"/>
                  </a:lnTo>
                  <a:lnTo>
                    <a:pt x="397001" y="12954"/>
                  </a:lnTo>
                  <a:lnTo>
                    <a:pt x="406479" y="27003"/>
                  </a:lnTo>
                  <a:lnTo>
                    <a:pt x="409956" y="44196"/>
                  </a:lnTo>
                  <a:lnTo>
                    <a:pt x="409956" y="220980"/>
                  </a:lnTo>
                  <a:lnTo>
                    <a:pt x="406479" y="238172"/>
                  </a:lnTo>
                  <a:lnTo>
                    <a:pt x="397001" y="252221"/>
                  </a:lnTo>
                  <a:lnTo>
                    <a:pt x="382952" y="261699"/>
                  </a:lnTo>
                  <a:lnTo>
                    <a:pt x="365760" y="265175"/>
                  </a:lnTo>
                  <a:lnTo>
                    <a:pt x="44196" y="265175"/>
                  </a:lnTo>
                  <a:lnTo>
                    <a:pt x="27003" y="261699"/>
                  </a:lnTo>
                  <a:lnTo>
                    <a:pt x="12953" y="252221"/>
                  </a:lnTo>
                  <a:lnTo>
                    <a:pt x="3476" y="238172"/>
                  </a:lnTo>
                  <a:lnTo>
                    <a:pt x="0" y="220980"/>
                  </a:lnTo>
                  <a:lnTo>
                    <a:pt x="0" y="44196"/>
                  </a:lnTo>
                  <a:close/>
                </a:path>
              </a:pathLst>
            </a:custGeom>
            <a:ln w="25908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29208" y="2514980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91029" y="2481833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231828" y="1976564"/>
            <a:ext cx="3322954" cy="977265"/>
            <a:chOff x="5231828" y="1976564"/>
            <a:chExt cx="3322954" cy="977265"/>
          </a:xfrm>
        </p:grpSpPr>
        <p:sp>
          <p:nvSpPr>
            <p:cNvPr id="17" name="object 17"/>
            <p:cNvSpPr/>
            <p:nvPr/>
          </p:nvSpPr>
          <p:spPr>
            <a:xfrm>
              <a:off x="5244845" y="1989581"/>
              <a:ext cx="3296920" cy="951230"/>
            </a:xfrm>
            <a:custGeom>
              <a:avLst/>
              <a:gdLst/>
              <a:ahLst/>
              <a:cxnLst/>
              <a:rect l="l" t="t" r="r" b="b"/>
              <a:pathLst>
                <a:path w="3296920" h="951230">
                  <a:moveTo>
                    <a:pt x="0" y="158495"/>
                  </a:moveTo>
                  <a:lnTo>
                    <a:pt x="8083" y="108411"/>
                  </a:lnTo>
                  <a:lnTo>
                    <a:pt x="30589" y="64904"/>
                  </a:lnTo>
                  <a:lnTo>
                    <a:pt x="64904" y="30589"/>
                  </a:lnTo>
                  <a:lnTo>
                    <a:pt x="108411" y="8083"/>
                  </a:lnTo>
                  <a:lnTo>
                    <a:pt x="158495" y="0"/>
                  </a:lnTo>
                  <a:lnTo>
                    <a:pt x="3137915" y="0"/>
                  </a:lnTo>
                  <a:lnTo>
                    <a:pt x="3188000" y="8083"/>
                  </a:lnTo>
                  <a:lnTo>
                    <a:pt x="3231507" y="30589"/>
                  </a:lnTo>
                  <a:lnTo>
                    <a:pt x="3265822" y="64904"/>
                  </a:lnTo>
                  <a:lnTo>
                    <a:pt x="3288328" y="108411"/>
                  </a:lnTo>
                  <a:lnTo>
                    <a:pt x="3296411" y="158495"/>
                  </a:lnTo>
                  <a:lnTo>
                    <a:pt x="3296411" y="792480"/>
                  </a:lnTo>
                  <a:lnTo>
                    <a:pt x="3288328" y="842564"/>
                  </a:lnTo>
                  <a:lnTo>
                    <a:pt x="3265822" y="886071"/>
                  </a:lnTo>
                  <a:lnTo>
                    <a:pt x="3231507" y="920386"/>
                  </a:lnTo>
                  <a:lnTo>
                    <a:pt x="3188000" y="942892"/>
                  </a:lnTo>
                  <a:lnTo>
                    <a:pt x="3137915" y="950976"/>
                  </a:lnTo>
                  <a:lnTo>
                    <a:pt x="158495" y="950976"/>
                  </a:lnTo>
                  <a:lnTo>
                    <a:pt x="108411" y="942892"/>
                  </a:lnTo>
                  <a:lnTo>
                    <a:pt x="64904" y="920386"/>
                  </a:lnTo>
                  <a:lnTo>
                    <a:pt x="30589" y="886071"/>
                  </a:lnTo>
                  <a:lnTo>
                    <a:pt x="8083" y="842564"/>
                  </a:lnTo>
                  <a:lnTo>
                    <a:pt x="0" y="792480"/>
                  </a:lnTo>
                  <a:lnTo>
                    <a:pt x="0" y="158495"/>
                  </a:lnTo>
                  <a:close/>
                </a:path>
                <a:path w="3296920" h="951230">
                  <a:moveTo>
                    <a:pt x="172212" y="293116"/>
                  </a:moveTo>
                  <a:lnTo>
                    <a:pt x="175732" y="275736"/>
                  </a:lnTo>
                  <a:lnTo>
                    <a:pt x="185324" y="261524"/>
                  </a:lnTo>
                  <a:lnTo>
                    <a:pt x="199536" y="251932"/>
                  </a:lnTo>
                  <a:lnTo>
                    <a:pt x="216915" y="248412"/>
                  </a:lnTo>
                  <a:lnTo>
                    <a:pt x="537463" y="248412"/>
                  </a:lnTo>
                  <a:lnTo>
                    <a:pt x="554843" y="251932"/>
                  </a:lnTo>
                  <a:lnTo>
                    <a:pt x="569055" y="261524"/>
                  </a:lnTo>
                  <a:lnTo>
                    <a:pt x="578647" y="275736"/>
                  </a:lnTo>
                  <a:lnTo>
                    <a:pt x="582167" y="293116"/>
                  </a:lnTo>
                  <a:lnTo>
                    <a:pt x="582167" y="471931"/>
                  </a:lnTo>
                  <a:lnTo>
                    <a:pt x="578647" y="489311"/>
                  </a:lnTo>
                  <a:lnTo>
                    <a:pt x="569055" y="503523"/>
                  </a:lnTo>
                  <a:lnTo>
                    <a:pt x="554843" y="513115"/>
                  </a:lnTo>
                  <a:lnTo>
                    <a:pt x="537463" y="516636"/>
                  </a:lnTo>
                  <a:lnTo>
                    <a:pt x="216915" y="516636"/>
                  </a:lnTo>
                  <a:lnTo>
                    <a:pt x="199536" y="513115"/>
                  </a:lnTo>
                  <a:lnTo>
                    <a:pt x="185324" y="503523"/>
                  </a:lnTo>
                  <a:lnTo>
                    <a:pt x="175732" y="489311"/>
                  </a:lnTo>
                  <a:lnTo>
                    <a:pt x="172212" y="471931"/>
                  </a:lnTo>
                  <a:lnTo>
                    <a:pt x="172212" y="293116"/>
                  </a:lnTo>
                  <a:close/>
                </a:path>
                <a:path w="3296920" h="951230">
                  <a:moveTo>
                    <a:pt x="630936" y="297180"/>
                  </a:moveTo>
                  <a:lnTo>
                    <a:pt x="634412" y="279987"/>
                  </a:lnTo>
                  <a:lnTo>
                    <a:pt x="643889" y="265938"/>
                  </a:lnTo>
                  <a:lnTo>
                    <a:pt x="657939" y="256460"/>
                  </a:lnTo>
                  <a:lnTo>
                    <a:pt x="675131" y="252984"/>
                  </a:lnTo>
                  <a:lnTo>
                    <a:pt x="996695" y="252984"/>
                  </a:lnTo>
                  <a:lnTo>
                    <a:pt x="1013888" y="256460"/>
                  </a:lnTo>
                  <a:lnTo>
                    <a:pt x="1027937" y="265938"/>
                  </a:lnTo>
                  <a:lnTo>
                    <a:pt x="1037415" y="279987"/>
                  </a:lnTo>
                  <a:lnTo>
                    <a:pt x="1040891" y="297180"/>
                  </a:lnTo>
                  <a:lnTo>
                    <a:pt x="1040891" y="473963"/>
                  </a:lnTo>
                  <a:lnTo>
                    <a:pt x="1037415" y="491156"/>
                  </a:lnTo>
                  <a:lnTo>
                    <a:pt x="1027938" y="505206"/>
                  </a:lnTo>
                  <a:lnTo>
                    <a:pt x="1013888" y="514683"/>
                  </a:lnTo>
                  <a:lnTo>
                    <a:pt x="996695" y="518160"/>
                  </a:lnTo>
                  <a:lnTo>
                    <a:pt x="675131" y="518160"/>
                  </a:lnTo>
                  <a:lnTo>
                    <a:pt x="657939" y="514683"/>
                  </a:lnTo>
                  <a:lnTo>
                    <a:pt x="643889" y="505206"/>
                  </a:lnTo>
                  <a:lnTo>
                    <a:pt x="634412" y="491156"/>
                  </a:lnTo>
                  <a:lnTo>
                    <a:pt x="630936" y="473963"/>
                  </a:lnTo>
                  <a:lnTo>
                    <a:pt x="630936" y="297180"/>
                  </a:lnTo>
                  <a:close/>
                </a:path>
              </a:pathLst>
            </a:custGeom>
            <a:ln w="25908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14081" y="2237993"/>
              <a:ext cx="408940" cy="266700"/>
            </a:xfrm>
            <a:custGeom>
              <a:avLst/>
              <a:gdLst/>
              <a:ahLst/>
              <a:cxnLst/>
              <a:rect l="l" t="t" r="r" b="b"/>
              <a:pathLst>
                <a:path w="408940" h="266700">
                  <a:moveTo>
                    <a:pt x="363982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222250"/>
                  </a:lnTo>
                  <a:lnTo>
                    <a:pt x="3498" y="239535"/>
                  </a:lnTo>
                  <a:lnTo>
                    <a:pt x="13033" y="253666"/>
                  </a:lnTo>
                  <a:lnTo>
                    <a:pt x="27164" y="263201"/>
                  </a:lnTo>
                  <a:lnTo>
                    <a:pt x="44450" y="266700"/>
                  </a:lnTo>
                  <a:lnTo>
                    <a:pt x="363982" y="266700"/>
                  </a:lnTo>
                  <a:lnTo>
                    <a:pt x="381267" y="263201"/>
                  </a:lnTo>
                  <a:lnTo>
                    <a:pt x="395398" y="253666"/>
                  </a:lnTo>
                  <a:lnTo>
                    <a:pt x="404933" y="239535"/>
                  </a:lnTo>
                  <a:lnTo>
                    <a:pt x="408432" y="222250"/>
                  </a:lnTo>
                  <a:lnTo>
                    <a:pt x="408432" y="44450"/>
                  </a:lnTo>
                  <a:lnTo>
                    <a:pt x="404933" y="27164"/>
                  </a:lnTo>
                  <a:lnTo>
                    <a:pt x="395398" y="13033"/>
                  </a:lnTo>
                  <a:lnTo>
                    <a:pt x="381267" y="3498"/>
                  </a:lnTo>
                  <a:lnTo>
                    <a:pt x="36398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14081" y="2237993"/>
              <a:ext cx="408940" cy="266700"/>
            </a:xfrm>
            <a:custGeom>
              <a:avLst/>
              <a:gdLst/>
              <a:ahLst/>
              <a:cxnLst/>
              <a:rect l="l" t="t" r="r" b="b"/>
              <a:pathLst>
                <a:path w="408940" h="266700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363982" y="0"/>
                  </a:lnTo>
                  <a:lnTo>
                    <a:pt x="381267" y="3498"/>
                  </a:lnTo>
                  <a:lnTo>
                    <a:pt x="395398" y="13033"/>
                  </a:lnTo>
                  <a:lnTo>
                    <a:pt x="404933" y="27164"/>
                  </a:lnTo>
                  <a:lnTo>
                    <a:pt x="408432" y="44450"/>
                  </a:lnTo>
                  <a:lnTo>
                    <a:pt x="408432" y="222250"/>
                  </a:lnTo>
                  <a:lnTo>
                    <a:pt x="404933" y="239535"/>
                  </a:lnTo>
                  <a:lnTo>
                    <a:pt x="395398" y="253666"/>
                  </a:lnTo>
                  <a:lnTo>
                    <a:pt x="381267" y="263201"/>
                  </a:lnTo>
                  <a:lnTo>
                    <a:pt x="363982" y="266700"/>
                  </a:lnTo>
                  <a:lnTo>
                    <a:pt x="44450" y="266700"/>
                  </a:lnTo>
                  <a:lnTo>
                    <a:pt x="27164" y="263201"/>
                  </a:lnTo>
                  <a:lnTo>
                    <a:pt x="13033" y="253666"/>
                  </a:lnTo>
                  <a:lnTo>
                    <a:pt x="3498" y="239535"/>
                  </a:lnTo>
                  <a:lnTo>
                    <a:pt x="0" y="222250"/>
                  </a:lnTo>
                  <a:lnTo>
                    <a:pt x="0" y="44450"/>
                  </a:lnTo>
                  <a:close/>
                </a:path>
              </a:pathLst>
            </a:custGeom>
            <a:ln w="25908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92617" y="2237993"/>
              <a:ext cx="410209" cy="266700"/>
            </a:xfrm>
            <a:custGeom>
              <a:avLst/>
              <a:gdLst/>
              <a:ahLst/>
              <a:cxnLst/>
              <a:rect l="l" t="t" r="r" b="b"/>
              <a:pathLst>
                <a:path w="410209" h="266700">
                  <a:moveTo>
                    <a:pt x="365505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222250"/>
                  </a:lnTo>
                  <a:lnTo>
                    <a:pt x="3498" y="239535"/>
                  </a:lnTo>
                  <a:lnTo>
                    <a:pt x="13033" y="253666"/>
                  </a:lnTo>
                  <a:lnTo>
                    <a:pt x="27164" y="263201"/>
                  </a:lnTo>
                  <a:lnTo>
                    <a:pt x="44450" y="266700"/>
                  </a:lnTo>
                  <a:lnTo>
                    <a:pt x="365505" y="266700"/>
                  </a:lnTo>
                  <a:lnTo>
                    <a:pt x="382791" y="263201"/>
                  </a:lnTo>
                  <a:lnTo>
                    <a:pt x="396922" y="253666"/>
                  </a:lnTo>
                  <a:lnTo>
                    <a:pt x="406457" y="239535"/>
                  </a:lnTo>
                  <a:lnTo>
                    <a:pt x="409955" y="222250"/>
                  </a:lnTo>
                  <a:lnTo>
                    <a:pt x="409955" y="44450"/>
                  </a:lnTo>
                  <a:lnTo>
                    <a:pt x="406457" y="27164"/>
                  </a:lnTo>
                  <a:lnTo>
                    <a:pt x="396922" y="13033"/>
                  </a:lnTo>
                  <a:lnTo>
                    <a:pt x="382791" y="3498"/>
                  </a:lnTo>
                  <a:lnTo>
                    <a:pt x="36550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92617" y="2237993"/>
              <a:ext cx="410209" cy="266700"/>
            </a:xfrm>
            <a:custGeom>
              <a:avLst/>
              <a:gdLst/>
              <a:ahLst/>
              <a:cxnLst/>
              <a:rect l="l" t="t" r="r" b="b"/>
              <a:pathLst>
                <a:path w="410209" h="266700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365505" y="0"/>
                  </a:lnTo>
                  <a:lnTo>
                    <a:pt x="382791" y="3498"/>
                  </a:lnTo>
                  <a:lnTo>
                    <a:pt x="396922" y="13033"/>
                  </a:lnTo>
                  <a:lnTo>
                    <a:pt x="406457" y="27164"/>
                  </a:lnTo>
                  <a:lnTo>
                    <a:pt x="409955" y="44450"/>
                  </a:lnTo>
                  <a:lnTo>
                    <a:pt x="409955" y="222250"/>
                  </a:lnTo>
                  <a:lnTo>
                    <a:pt x="406457" y="239535"/>
                  </a:lnTo>
                  <a:lnTo>
                    <a:pt x="396922" y="253666"/>
                  </a:lnTo>
                  <a:lnTo>
                    <a:pt x="382791" y="263201"/>
                  </a:lnTo>
                  <a:lnTo>
                    <a:pt x="365505" y="266700"/>
                  </a:lnTo>
                  <a:lnTo>
                    <a:pt x="44450" y="266700"/>
                  </a:lnTo>
                  <a:lnTo>
                    <a:pt x="27164" y="263201"/>
                  </a:lnTo>
                  <a:lnTo>
                    <a:pt x="13033" y="253666"/>
                  </a:lnTo>
                  <a:lnTo>
                    <a:pt x="3498" y="239535"/>
                  </a:lnTo>
                  <a:lnTo>
                    <a:pt x="0" y="222250"/>
                  </a:lnTo>
                  <a:lnTo>
                    <a:pt x="0" y="44450"/>
                  </a:lnTo>
                  <a:close/>
                </a:path>
              </a:pathLst>
            </a:custGeom>
            <a:ln w="25908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057138" y="2564638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06106" y="2531491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336029" y="2250185"/>
            <a:ext cx="867410" cy="268605"/>
          </a:xfrm>
          <a:custGeom>
            <a:avLst/>
            <a:gdLst/>
            <a:ahLst/>
            <a:cxnLst/>
            <a:rect l="l" t="t" r="r" b="b"/>
            <a:pathLst>
              <a:path w="867409" h="268605">
                <a:moveTo>
                  <a:pt x="0" y="44450"/>
                </a:moveTo>
                <a:lnTo>
                  <a:pt x="3498" y="27164"/>
                </a:lnTo>
                <a:lnTo>
                  <a:pt x="13033" y="13033"/>
                </a:lnTo>
                <a:lnTo>
                  <a:pt x="27164" y="3498"/>
                </a:lnTo>
                <a:lnTo>
                  <a:pt x="44450" y="0"/>
                </a:lnTo>
                <a:lnTo>
                  <a:pt x="363981" y="0"/>
                </a:lnTo>
                <a:lnTo>
                  <a:pt x="381267" y="3498"/>
                </a:lnTo>
                <a:lnTo>
                  <a:pt x="395398" y="13033"/>
                </a:lnTo>
                <a:lnTo>
                  <a:pt x="404933" y="27164"/>
                </a:lnTo>
                <a:lnTo>
                  <a:pt x="408431" y="44450"/>
                </a:lnTo>
                <a:lnTo>
                  <a:pt x="408431" y="222250"/>
                </a:lnTo>
                <a:lnTo>
                  <a:pt x="404933" y="239535"/>
                </a:lnTo>
                <a:lnTo>
                  <a:pt x="395398" y="253666"/>
                </a:lnTo>
                <a:lnTo>
                  <a:pt x="381267" y="263201"/>
                </a:lnTo>
                <a:lnTo>
                  <a:pt x="363981" y="266700"/>
                </a:lnTo>
                <a:lnTo>
                  <a:pt x="44450" y="266700"/>
                </a:lnTo>
                <a:lnTo>
                  <a:pt x="27164" y="263201"/>
                </a:lnTo>
                <a:lnTo>
                  <a:pt x="13033" y="253666"/>
                </a:lnTo>
                <a:lnTo>
                  <a:pt x="3498" y="239535"/>
                </a:lnTo>
                <a:lnTo>
                  <a:pt x="0" y="222250"/>
                </a:lnTo>
                <a:lnTo>
                  <a:pt x="0" y="44450"/>
                </a:lnTo>
                <a:close/>
              </a:path>
              <a:path w="867409" h="268605">
                <a:moveTo>
                  <a:pt x="458724" y="47243"/>
                </a:moveTo>
                <a:lnTo>
                  <a:pt x="462200" y="30051"/>
                </a:lnTo>
                <a:lnTo>
                  <a:pt x="471678" y="16001"/>
                </a:lnTo>
                <a:lnTo>
                  <a:pt x="485727" y="6524"/>
                </a:lnTo>
                <a:lnTo>
                  <a:pt x="502920" y="3047"/>
                </a:lnTo>
                <a:lnTo>
                  <a:pt x="822960" y="3047"/>
                </a:lnTo>
                <a:lnTo>
                  <a:pt x="840152" y="6524"/>
                </a:lnTo>
                <a:lnTo>
                  <a:pt x="854201" y="16001"/>
                </a:lnTo>
                <a:lnTo>
                  <a:pt x="863679" y="30051"/>
                </a:lnTo>
                <a:lnTo>
                  <a:pt x="867155" y="47243"/>
                </a:lnTo>
                <a:lnTo>
                  <a:pt x="867155" y="224027"/>
                </a:lnTo>
                <a:lnTo>
                  <a:pt x="863679" y="241220"/>
                </a:lnTo>
                <a:lnTo>
                  <a:pt x="854201" y="255270"/>
                </a:lnTo>
                <a:lnTo>
                  <a:pt x="840152" y="264747"/>
                </a:lnTo>
                <a:lnTo>
                  <a:pt x="822960" y="268224"/>
                </a:lnTo>
                <a:lnTo>
                  <a:pt x="502920" y="268224"/>
                </a:lnTo>
                <a:lnTo>
                  <a:pt x="485727" y="264747"/>
                </a:lnTo>
                <a:lnTo>
                  <a:pt x="471677" y="255269"/>
                </a:lnTo>
                <a:lnTo>
                  <a:pt x="462200" y="241220"/>
                </a:lnTo>
                <a:lnTo>
                  <a:pt x="458724" y="224027"/>
                </a:lnTo>
                <a:lnTo>
                  <a:pt x="458724" y="47243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27838" y="3268217"/>
            <a:ext cx="3296920" cy="951230"/>
          </a:xfrm>
          <a:custGeom>
            <a:avLst/>
            <a:gdLst/>
            <a:ahLst/>
            <a:cxnLst/>
            <a:rect l="l" t="t" r="r" b="b"/>
            <a:pathLst>
              <a:path w="3296920" h="951229">
                <a:moveTo>
                  <a:pt x="0" y="158495"/>
                </a:moveTo>
                <a:lnTo>
                  <a:pt x="8080" y="108411"/>
                </a:lnTo>
                <a:lnTo>
                  <a:pt x="30582" y="64904"/>
                </a:lnTo>
                <a:lnTo>
                  <a:pt x="64893" y="30589"/>
                </a:lnTo>
                <a:lnTo>
                  <a:pt x="108401" y="8083"/>
                </a:lnTo>
                <a:lnTo>
                  <a:pt x="158496" y="0"/>
                </a:lnTo>
                <a:lnTo>
                  <a:pt x="3137916" y="0"/>
                </a:lnTo>
                <a:lnTo>
                  <a:pt x="3188000" y="8083"/>
                </a:lnTo>
                <a:lnTo>
                  <a:pt x="3231507" y="30589"/>
                </a:lnTo>
                <a:lnTo>
                  <a:pt x="3265822" y="64904"/>
                </a:lnTo>
                <a:lnTo>
                  <a:pt x="3288328" y="108411"/>
                </a:lnTo>
                <a:lnTo>
                  <a:pt x="3296412" y="158495"/>
                </a:lnTo>
                <a:lnTo>
                  <a:pt x="3296412" y="792479"/>
                </a:lnTo>
                <a:lnTo>
                  <a:pt x="3288328" y="842574"/>
                </a:lnTo>
                <a:lnTo>
                  <a:pt x="3265822" y="886082"/>
                </a:lnTo>
                <a:lnTo>
                  <a:pt x="3231507" y="920393"/>
                </a:lnTo>
                <a:lnTo>
                  <a:pt x="3188000" y="942895"/>
                </a:lnTo>
                <a:lnTo>
                  <a:pt x="3137916" y="950975"/>
                </a:lnTo>
                <a:lnTo>
                  <a:pt x="158496" y="950975"/>
                </a:lnTo>
                <a:lnTo>
                  <a:pt x="108401" y="942895"/>
                </a:lnTo>
                <a:lnTo>
                  <a:pt x="64893" y="920393"/>
                </a:lnTo>
                <a:lnTo>
                  <a:pt x="30582" y="886082"/>
                </a:lnTo>
                <a:lnTo>
                  <a:pt x="8080" y="842574"/>
                </a:lnTo>
                <a:lnTo>
                  <a:pt x="0" y="792479"/>
                </a:lnTo>
                <a:lnTo>
                  <a:pt x="0" y="158495"/>
                </a:lnTo>
                <a:close/>
              </a:path>
              <a:path w="3296920" h="951229">
                <a:moveTo>
                  <a:pt x="172211" y="294639"/>
                </a:moveTo>
                <a:lnTo>
                  <a:pt x="175725" y="277260"/>
                </a:lnTo>
                <a:lnTo>
                  <a:pt x="185305" y="263048"/>
                </a:lnTo>
                <a:lnTo>
                  <a:pt x="199515" y="253456"/>
                </a:lnTo>
                <a:lnTo>
                  <a:pt x="216916" y="249935"/>
                </a:lnTo>
                <a:lnTo>
                  <a:pt x="535940" y="249935"/>
                </a:lnTo>
                <a:lnTo>
                  <a:pt x="553340" y="253456"/>
                </a:lnTo>
                <a:lnTo>
                  <a:pt x="567550" y="263048"/>
                </a:lnTo>
                <a:lnTo>
                  <a:pt x="577130" y="277260"/>
                </a:lnTo>
                <a:lnTo>
                  <a:pt x="580644" y="294639"/>
                </a:lnTo>
                <a:lnTo>
                  <a:pt x="580644" y="473455"/>
                </a:lnTo>
                <a:lnTo>
                  <a:pt x="577130" y="490835"/>
                </a:lnTo>
                <a:lnTo>
                  <a:pt x="567550" y="505047"/>
                </a:lnTo>
                <a:lnTo>
                  <a:pt x="553340" y="514639"/>
                </a:lnTo>
                <a:lnTo>
                  <a:pt x="535940" y="518159"/>
                </a:lnTo>
                <a:lnTo>
                  <a:pt x="216916" y="518159"/>
                </a:lnTo>
                <a:lnTo>
                  <a:pt x="199515" y="514639"/>
                </a:lnTo>
                <a:lnTo>
                  <a:pt x="185305" y="505047"/>
                </a:lnTo>
                <a:lnTo>
                  <a:pt x="175725" y="490835"/>
                </a:lnTo>
                <a:lnTo>
                  <a:pt x="172211" y="473455"/>
                </a:lnTo>
                <a:lnTo>
                  <a:pt x="172211" y="294639"/>
                </a:lnTo>
                <a:close/>
              </a:path>
              <a:path w="3296920" h="951229">
                <a:moveTo>
                  <a:pt x="630936" y="297433"/>
                </a:moveTo>
                <a:lnTo>
                  <a:pt x="634429" y="280148"/>
                </a:lnTo>
                <a:lnTo>
                  <a:pt x="643955" y="266017"/>
                </a:lnTo>
                <a:lnTo>
                  <a:pt x="658084" y="256482"/>
                </a:lnTo>
                <a:lnTo>
                  <a:pt x="675386" y="252983"/>
                </a:lnTo>
                <a:lnTo>
                  <a:pt x="994918" y="252983"/>
                </a:lnTo>
                <a:lnTo>
                  <a:pt x="1012219" y="256482"/>
                </a:lnTo>
                <a:lnTo>
                  <a:pt x="1026348" y="266017"/>
                </a:lnTo>
                <a:lnTo>
                  <a:pt x="1035874" y="280148"/>
                </a:lnTo>
                <a:lnTo>
                  <a:pt x="1039368" y="297433"/>
                </a:lnTo>
                <a:lnTo>
                  <a:pt x="1039368" y="475233"/>
                </a:lnTo>
                <a:lnTo>
                  <a:pt x="1035874" y="492519"/>
                </a:lnTo>
                <a:lnTo>
                  <a:pt x="1026348" y="506650"/>
                </a:lnTo>
                <a:lnTo>
                  <a:pt x="1012219" y="516185"/>
                </a:lnTo>
                <a:lnTo>
                  <a:pt x="994918" y="519683"/>
                </a:lnTo>
                <a:lnTo>
                  <a:pt x="675386" y="519683"/>
                </a:lnTo>
                <a:lnTo>
                  <a:pt x="658084" y="516185"/>
                </a:lnTo>
                <a:lnTo>
                  <a:pt x="643955" y="506650"/>
                </a:lnTo>
                <a:lnTo>
                  <a:pt x="634429" y="492519"/>
                </a:lnTo>
                <a:lnTo>
                  <a:pt x="630936" y="475233"/>
                </a:lnTo>
                <a:lnTo>
                  <a:pt x="630936" y="297433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38555" y="3844544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87573" y="3811320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317497" y="3530346"/>
            <a:ext cx="1816735" cy="268605"/>
          </a:xfrm>
          <a:custGeom>
            <a:avLst/>
            <a:gdLst/>
            <a:ahLst/>
            <a:cxnLst/>
            <a:rect l="l" t="t" r="r" b="b"/>
            <a:pathLst>
              <a:path w="1816735" h="268604">
                <a:moveTo>
                  <a:pt x="0" y="44195"/>
                </a:moveTo>
                <a:lnTo>
                  <a:pt x="3476" y="27003"/>
                </a:lnTo>
                <a:lnTo>
                  <a:pt x="12954" y="12953"/>
                </a:lnTo>
                <a:lnTo>
                  <a:pt x="27003" y="3476"/>
                </a:lnTo>
                <a:lnTo>
                  <a:pt x="44196" y="0"/>
                </a:lnTo>
                <a:lnTo>
                  <a:pt x="365759" y="0"/>
                </a:lnTo>
                <a:lnTo>
                  <a:pt x="382952" y="3476"/>
                </a:lnTo>
                <a:lnTo>
                  <a:pt x="397002" y="12953"/>
                </a:lnTo>
                <a:lnTo>
                  <a:pt x="406479" y="27003"/>
                </a:lnTo>
                <a:lnTo>
                  <a:pt x="409956" y="44195"/>
                </a:lnTo>
                <a:lnTo>
                  <a:pt x="409956" y="220979"/>
                </a:lnTo>
                <a:lnTo>
                  <a:pt x="406479" y="238172"/>
                </a:lnTo>
                <a:lnTo>
                  <a:pt x="397002" y="252221"/>
                </a:lnTo>
                <a:lnTo>
                  <a:pt x="382952" y="261699"/>
                </a:lnTo>
                <a:lnTo>
                  <a:pt x="365759" y="265175"/>
                </a:lnTo>
                <a:lnTo>
                  <a:pt x="44196" y="265175"/>
                </a:lnTo>
                <a:lnTo>
                  <a:pt x="27003" y="261699"/>
                </a:lnTo>
                <a:lnTo>
                  <a:pt x="12953" y="252221"/>
                </a:lnTo>
                <a:lnTo>
                  <a:pt x="3476" y="238172"/>
                </a:lnTo>
                <a:lnTo>
                  <a:pt x="0" y="220979"/>
                </a:lnTo>
                <a:lnTo>
                  <a:pt x="0" y="44195"/>
                </a:lnTo>
                <a:close/>
              </a:path>
              <a:path w="1816735" h="268604">
                <a:moveTo>
                  <a:pt x="1408176" y="45973"/>
                </a:moveTo>
                <a:lnTo>
                  <a:pt x="1411674" y="28688"/>
                </a:lnTo>
                <a:lnTo>
                  <a:pt x="1421209" y="14557"/>
                </a:lnTo>
                <a:lnTo>
                  <a:pt x="1435340" y="5022"/>
                </a:lnTo>
                <a:lnTo>
                  <a:pt x="1452626" y="1523"/>
                </a:lnTo>
                <a:lnTo>
                  <a:pt x="1772158" y="1523"/>
                </a:lnTo>
                <a:lnTo>
                  <a:pt x="1789443" y="5022"/>
                </a:lnTo>
                <a:lnTo>
                  <a:pt x="1803574" y="14557"/>
                </a:lnTo>
                <a:lnTo>
                  <a:pt x="1813109" y="28688"/>
                </a:lnTo>
                <a:lnTo>
                  <a:pt x="1816608" y="45973"/>
                </a:lnTo>
                <a:lnTo>
                  <a:pt x="1816608" y="223773"/>
                </a:lnTo>
                <a:lnTo>
                  <a:pt x="1813109" y="241059"/>
                </a:lnTo>
                <a:lnTo>
                  <a:pt x="1803574" y="255190"/>
                </a:lnTo>
                <a:lnTo>
                  <a:pt x="1789443" y="264725"/>
                </a:lnTo>
                <a:lnTo>
                  <a:pt x="1772158" y="268223"/>
                </a:lnTo>
                <a:lnTo>
                  <a:pt x="1452626" y="268223"/>
                </a:lnTo>
                <a:lnTo>
                  <a:pt x="1435340" y="264725"/>
                </a:lnTo>
                <a:lnTo>
                  <a:pt x="1421209" y="255190"/>
                </a:lnTo>
                <a:lnTo>
                  <a:pt x="1411674" y="241059"/>
                </a:lnTo>
                <a:lnTo>
                  <a:pt x="1408176" y="223773"/>
                </a:lnTo>
                <a:lnTo>
                  <a:pt x="1408176" y="45973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924550" y="3268217"/>
            <a:ext cx="2490470" cy="951230"/>
          </a:xfrm>
          <a:custGeom>
            <a:avLst/>
            <a:gdLst/>
            <a:ahLst/>
            <a:cxnLst/>
            <a:rect l="l" t="t" r="r" b="b"/>
            <a:pathLst>
              <a:path w="2490470" h="951229">
                <a:moveTo>
                  <a:pt x="0" y="158495"/>
                </a:moveTo>
                <a:lnTo>
                  <a:pt x="8083" y="108411"/>
                </a:lnTo>
                <a:lnTo>
                  <a:pt x="30589" y="64904"/>
                </a:lnTo>
                <a:lnTo>
                  <a:pt x="64904" y="30589"/>
                </a:lnTo>
                <a:lnTo>
                  <a:pt x="108411" y="8083"/>
                </a:lnTo>
                <a:lnTo>
                  <a:pt x="158496" y="0"/>
                </a:lnTo>
                <a:lnTo>
                  <a:pt x="2331720" y="0"/>
                </a:lnTo>
                <a:lnTo>
                  <a:pt x="2381804" y="8083"/>
                </a:lnTo>
                <a:lnTo>
                  <a:pt x="2425311" y="30589"/>
                </a:lnTo>
                <a:lnTo>
                  <a:pt x="2459626" y="64904"/>
                </a:lnTo>
                <a:lnTo>
                  <a:pt x="2482132" y="108411"/>
                </a:lnTo>
                <a:lnTo>
                  <a:pt x="2490216" y="158495"/>
                </a:lnTo>
                <a:lnTo>
                  <a:pt x="2490216" y="792479"/>
                </a:lnTo>
                <a:lnTo>
                  <a:pt x="2482132" y="842574"/>
                </a:lnTo>
                <a:lnTo>
                  <a:pt x="2459626" y="886082"/>
                </a:lnTo>
                <a:lnTo>
                  <a:pt x="2425311" y="920393"/>
                </a:lnTo>
                <a:lnTo>
                  <a:pt x="2381804" y="942895"/>
                </a:lnTo>
                <a:lnTo>
                  <a:pt x="2331720" y="950975"/>
                </a:lnTo>
                <a:lnTo>
                  <a:pt x="158496" y="950975"/>
                </a:lnTo>
                <a:lnTo>
                  <a:pt x="108411" y="942895"/>
                </a:lnTo>
                <a:lnTo>
                  <a:pt x="64904" y="920393"/>
                </a:lnTo>
                <a:lnTo>
                  <a:pt x="30589" y="886082"/>
                </a:lnTo>
                <a:lnTo>
                  <a:pt x="8083" y="842574"/>
                </a:lnTo>
                <a:lnTo>
                  <a:pt x="0" y="792479"/>
                </a:lnTo>
                <a:lnTo>
                  <a:pt x="0" y="158495"/>
                </a:lnTo>
                <a:close/>
              </a:path>
              <a:path w="2490470" h="951229">
                <a:moveTo>
                  <a:pt x="172212" y="294639"/>
                </a:moveTo>
                <a:lnTo>
                  <a:pt x="175732" y="277260"/>
                </a:lnTo>
                <a:lnTo>
                  <a:pt x="185324" y="263048"/>
                </a:lnTo>
                <a:lnTo>
                  <a:pt x="199536" y="253456"/>
                </a:lnTo>
                <a:lnTo>
                  <a:pt x="216915" y="249935"/>
                </a:lnTo>
                <a:lnTo>
                  <a:pt x="537463" y="249935"/>
                </a:lnTo>
                <a:lnTo>
                  <a:pt x="554843" y="253456"/>
                </a:lnTo>
                <a:lnTo>
                  <a:pt x="569055" y="263048"/>
                </a:lnTo>
                <a:lnTo>
                  <a:pt x="578647" y="277260"/>
                </a:lnTo>
                <a:lnTo>
                  <a:pt x="582168" y="294639"/>
                </a:lnTo>
                <a:lnTo>
                  <a:pt x="582168" y="473455"/>
                </a:lnTo>
                <a:lnTo>
                  <a:pt x="578647" y="490835"/>
                </a:lnTo>
                <a:lnTo>
                  <a:pt x="569055" y="505047"/>
                </a:lnTo>
                <a:lnTo>
                  <a:pt x="554843" y="514639"/>
                </a:lnTo>
                <a:lnTo>
                  <a:pt x="537463" y="518159"/>
                </a:lnTo>
                <a:lnTo>
                  <a:pt x="216915" y="518159"/>
                </a:lnTo>
                <a:lnTo>
                  <a:pt x="199536" y="514639"/>
                </a:lnTo>
                <a:lnTo>
                  <a:pt x="185324" y="505047"/>
                </a:lnTo>
                <a:lnTo>
                  <a:pt x="175732" y="490835"/>
                </a:lnTo>
                <a:lnTo>
                  <a:pt x="172212" y="473455"/>
                </a:lnTo>
                <a:lnTo>
                  <a:pt x="172212" y="294639"/>
                </a:lnTo>
                <a:close/>
              </a:path>
              <a:path w="2490470" h="951229">
                <a:moveTo>
                  <a:pt x="652272" y="297433"/>
                </a:moveTo>
                <a:lnTo>
                  <a:pt x="655770" y="280148"/>
                </a:lnTo>
                <a:lnTo>
                  <a:pt x="665305" y="266017"/>
                </a:lnTo>
                <a:lnTo>
                  <a:pt x="679436" y="256482"/>
                </a:lnTo>
                <a:lnTo>
                  <a:pt x="696722" y="252983"/>
                </a:lnTo>
                <a:lnTo>
                  <a:pt x="1016253" y="252983"/>
                </a:lnTo>
                <a:lnTo>
                  <a:pt x="1033539" y="256482"/>
                </a:lnTo>
                <a:lnTo>
                  <a:pt x="1047670" y="266017"/>
                </a:lnTo>
                <a:lnTo>
                  <a:pt x="1057205" y="280148"/>
                </a:lnTo>
                <a:lnTo>
                  <a:pt x="1060703" y="297433"/>
                </a:lnTo>
                <a:lnTo>
                  <a:pt x="1060703" y="475233"/>
                </a:lnTo>
                <a:lnTo>
                  <a:pt x="1057205" y="492519"/>
                </a:lnTo>
                <a:lnTo>
                  <a:pt x="1047670" y="506650"/>
                </a:lnTo>
                <a:lnTo>
                  <a:pt x="1033539" y="516185"/>
                </a:lnTo>
                <a:lnTo>
                  <a:pt x="1016253" y="519683"/>
                </a:lnTo>
                <a:lnTo>
                  <a:pt x="696722" y="519683"/>
                </a:lnTo>
                <a:lnTo>
                  <a:pt x="679436" y="516185"/>
                </a:lnTo>
                <a:lnTo>
                  <a:pt x="665305" y="506650"/>
                </a:lnTo>
                <a:lnTo>
                  <a:pt x="655770" y="492519"/>
                </a:lnTo>
                <a:lnTo>
                  <a:pt x="652272" y="475233"/>
                </a:lnTo>
                <a:lnTo>
                  <a:pt x="652272" y="297433"/>
                </a:lnTo>
                <a:close/>
              </a:path>
              <a:path w="2490470" h="951229">
                <a:moveTo>
                  <a:pt x="1432559" y="294131"/>
                </a:moveTo>
                <a:lnTo>
                  <a:pt x="1436036" y="276939"/>
                </a:lnTo>
                <a:lnTo>
                  <a:pt x="1445514" y="262889"/>
                </a:lnTo>
                <a:lnTo>
                  <a:pt x="1459563" y="253412"/>
                </a:lnTo>
                <a:lnTo>
                  <a:pt x="1476755" y="249935"/>
                </a:lnTo>
                <a:lnTo>
                  <a:pt x="1798320" y="249935"/>
                </a:lnTo>
                <a:lnTo>
                  <a:pt x="1815512" y="253412"/>
                </a:lnTo>
                <a:lnTo>
                  <a:pt x="1829562" y="262889"/>
                </a:lnTo>
                <a:lnTo>
                  <a:pt x="1839039" y="276939"/>
                </a:lnTo>
                <a:lnTo>
                  <a:pt x="1842516" y="294131"/>
                </a:lnTo>
                <a:lnTo>
                  <a:pt x="1842516" y="470915"/>
                </a:lnTo>
                <a:lnTo>
                  <a:pt x="1839039" y="488108"/>
                </a:lnTo>
                <a:lnTo>
                  <a:pt x="1829561" y="502157"/>
                </a:lnTo>
                <a:lnTo>
                  <a:pt x="1815512" y="511635"/>
                </a:lnTo>
                <a:lnTo>
                  <a:pt x="1798320" y="515111"/>
                </a:lnTo>
                <a:lnTo>
                  <a:pt x="1476755" y="515111"/>
                </a:lnTo>
                <a:lnTo>
                  <a:pt x="1459563" y="511635"/>
                </a:lnTo>
                <a:lnTo>
                  <a:pt x="1445513" y="502157"/>
                </a:lnTo>
                <a:lnTo>
                  <a:pt x="1436036" y="488108"/>
                </a:lnTo>
                <a:lnTo>
                  <a:pt x="1432559" y="470915"/>
                </a:lnTo>
                <a:lnTo>
                  <a:pt x="1432559" y="294131"/>
                </a:lnTo>
                <a:close/>
              </a:path>
              <a:path w="2490470" h="951229">
                <a:moveTo>
                  <a:pt x="1912620" y="294131"/>
                </a:moveTo>
                <a:lnTo>
                  <a:pt x="1916096" y="276939"/>
                </a:lnTo>
                <a:lnTo>
                  <a:pt x="1925574" y="262889"/>
                </a:lnTo>
                <a:lnTo>
                  <a:pt x="1939623" y="253412"/>
                </a:lnTo>
                <a:lnTo>
                  <a:pt x="1956816" y="249935"/>
                </a:lnTo>
                <a:lnTo>
                  <a:pt x="2276855" y="249935"/>
                </a:lnTo>
                <a:lnTo>
                  <a:pt x="2294048" y="253412"/>
                </a:lnTo>
                <a:lnTo>
                  <a:pt x="2308098" y="262889"/>
                </a:lnTo>
                <a:lnTo>
                  <a:pt x="2317575" y="276939"/>
                </a:lnTo>
                <a:lnTo>
                  <a:pt x="2321052" y="294131"/>
                </a:lnTo>
                <a:lnTo>
                  <a:pt x="2321052" y="470915"/>
                </a:lnTo>
                <a:lnTo>
                  <a:pt x="2317575" y="488108"/>
                </a:lnTo>
                <a:lnTo>
                  <a:pt x="2308098" y="502157"/>
                </a:lnTo>
                <a:lnTo>
                  <a:pt x="2294048" y="511635"/>
                </a:lnTo>
                <a:lnTo>
                  <a:pt x="2276855" y="515111"/>
                </a:lnTo>
                <a:lnTo>
                  <a:pt x="1956816" y="515111"/>
                </a:lnTo>
                <a:lnTo>
                  <a:pt x="1939623" y="511635"/>
                </a:lnTo>
                <a:lnTo>
                  <a:pt x="1925574" y="502157"/>
                </a:lnTo>
                <a:lnTo>
                  <a:pt x="1916096" y="488108"/>
                </a:lnTo>
                <a:lnTo>
                  <a:pt x="1912620" y="470915"/>
                </a:lnTo>
                <a:lnTo>
                  <a:pt x="1912620" y="294131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287515" y="3844544"/>
            <a:ext cx="508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549388" y="3811320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AZ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958845" y="994410"/>
            <a:ext cx="1778635" cy="408940"/>
          </a:xfrm>
          <a:custGeom>
            <a:avLst/>
            <a:gdLst/>
            <a:ahLst/>
            <a:cxnLst/>
            <a:rect l="l" t="t" r="r" b="b"/>
            <a:pathLst>
              <a:path w="1778635" h="408940">
                <a:moveTo>
                  <a:pt x="0" y="102107"/>
                </a:moveTo>
                <a:lnTo>
                  <a:pt x="1574292" y="102107"/>
                </a:lnTo>
                <a:lnTo>
                  <a:pt x="1574292" y="0"/>
                </a:lnTo>
                <a:lnTo>
                  <a:pt x="1778508" y="204215"/>
                </a:lnTo>
                <a:lnTo>
                  <a:pt x="1574292" y="408431"/>
                </a:lnTo>
                <a:lnTo>
                  <a:pt x="1574292" y="306324"/>
                </a:lnTo>
                <a:lnTo>
                  <a:pt x="0" y="306324"/>
                </a:lnTo>
                <a:lnTo>
                  <a:pt x="0" y="102107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288284" y="757173"/>
            <a:ext cx="887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Ma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i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nt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118866" y="2212085"/>
            <a:ext cx="1957070" cy="407034"/>
          </a:xfrm>
          <a:custGeom>
            <a:avLst/>
            <a:gdLst/>
            <a:ahLst/>
            <a:cxnLst/>
            <a:rect l="l" t="t" r="r" b="b"/>
            <a:pathLst>
              <a:path w="1957070" h="407035">
                <a:moveTo>
                  <a:pt x="0" y="101726"/>
                </a:moveTo>
                <a:lnTo>
                  <a:pt x="1753361" y="101726"/>
                </a:lnTo>
                <a:lnTo>
                  <a:pt x="1753361" y="0"/>
                </a:lnTo>
                <a:lnTo>
                  <a:pt x="1956816" y="203453"/>
                </a:lnTo>
                <a:lnTo>
                  <a:pt x="1753361" y="406907"/>
                </a:lnTo>
                <a:lnTo>
                  <a:pt x="1753361" y="305181"/>
                </a:lnTo>
                <a:lnTo>
                  <a:pt x="0" y="305181"/>
                </a:lnTo>
                <a:lnTo>
                  <a:pt x="0" y="101726"/>
                </a:lnTo>
                <a:close/>
              </a:path>
            </a:pathLst>
          </a:custGeom>
          <a:ln w="25907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153536" y="1944700"/>
            <a:ext cx="1648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Handle</a:t>
            </a:r>
            <a:r>
              <a:rPr sz="1600" spc="-1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AZ </a:t>
            </a:r>
            <a:r>
              <a:rPr sz="1600" spc="-15" dirty="0">
                <a:solidFill>
                  <a:srgbClr val="464646"/>
                </a:solidFill>
                <a:latin typeface="Arial MT"/>
                <a:cs typeface="Arial MT"/>
              </a:rPr>
              <a:t>F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ai</a:t>
            </a:r>
            <a:r>
              <a:rPr sz="1600" dirty="0">
                <a:solidFill>
                  <a:srgbClr val="464646"/>
                </a:solidFill>
                <a:latin typeface="Arial MT"/>
                <a:cs typeface="Arial MT"/>
              </a:rPr>
              <a:t>l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u</a:t>
            </a:r>
            <a:r>
              <a:rPr sz="1600" spc="-10" dirty="0">
                <a:solidFill>
                  <a:srgbClr val="464646"/>
                </a:solidFill>
                <a:latin typeface="Arial MT"/>
                <a:cs typeface="Arial MT"/>
              </a:rPr>
              <a:t>r</a:t>
            </a: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815334" y="3563873"/>
            <a:ext cx="1777364" cy="407034"/>
          </a:xfrm>
          <a:custGeom>
            <a:avLst/>
            <a:gdLst/>
            <a:ahLst/>
            <a:cxnLst/>
            <a:rect l="l" t="t" r="r" b="b"/>
            <a:pathLst>
              <a:path w="1777364" h="407035">
                <a:moveTo>
                  <a:pt x="0" y="101726"/>
                </a:moveTo>
                <a:lnTo>
                  <a:pt x="1573529" y="101726"/>
                </a:lnTo>
                <a:lnTo>
                  <a:pt x="1573529" y="0"/>
                </a:lnTo>
                <a:lnTo>
                  <a:pt x="1776983" y="203453"/>
                </a:lnTo>
                <a:lnTo>
                  <a:pt x="1573529" y="406907"/>
                </a:lnTo>
                <a:lnTo>
                  <a:pt x="1573529" y="305181"/>
                </a:lnTo>
                <a:lnTo>
                  <a:pt x="0" y="305181"/>
                </a:lnTo>
                <a:lnTo>
                  <a:pt x="0" y="101726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117594" y="3376929"/>
            <a:ext cx="996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Rebalance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13156"/>
            <a:ext cx="2199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4D4D4B"/>
                </a:solidFill>
              </a:rPr>
              <a:t>Auto</a:t>
            </a:r>
            <a:r>
              <a:rPr u="none" spc="-40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Scaling</a:t>
            </a:r>
          </a:p>
        </p:txBody>
      </p:sp>
      <p:sp>
        <p:nvSpPr>
          <p:cNvPr id="3" name="object 3"/>
          <p:cNvSpPr/>
          <p:nvPr/>
        </p:nvSpPr>
        <p:spPr>
          <a:xfrm>
            <a:off x="336041" y="960882"/>
            <a:ext cx="2184400" cy="802005"/>
          </a:xfrm>
          <a:custGeom>
            <a:avLst/>
            <a:gdLst/>
            <a:ahLst/>
            <a:cxnLst/>
            <a:rect l="l" t="t" r="r" b="b"/>
            <a:pathLst>
              <a:path w="2184400" h="802005">
                <a:moveTo>
                  <a:pt x="0" y="133603"/>
                </a:moveTo>
                <a:lnTo>
                  <a:pt x="6811" y="91374"/>
                </a:lnTo>
                <a:lnTo>
                  <a:pt x="25777" y="54699"/>
                </a:lnTo>
                <a:lnTo>
                  <a:pt x="54699" y="25777"/>
                </a:lnTo>
                <a:lnTo>
                  <a:pt x="91374" y="6811"/>
                </a:lnTo>
                <a:lnTo>
                  <a:pt x="133603" y="0"/>
                </a:lnTo>
                <a:lnTo>
                  <a:pt x="2050288" y="0"/>
                </a:lnTo>
                <a:lnTo>
                  <a:pt x="2092517" y="6811"/>
                </a:lnTo>
                <a:lnTo>
                  <a:pt x="2129192" y="25777"/>
                </a:lnTo>
                <a:lnTo>
                  <a:pt x="2158114" y="54699"/>
                </a:lnTo>
                <a:lnTo>
                  <a:pt x="2177080" y="91374"/>
                </a:lnTo>
                <a:lnTo>
                  <a:pt x="2183891" y="133603"/>
                </a:lnTo>
                <a:lnTo>
                  <a:pt x="2183891" y="668019"/>
                </a:lnTo>
                <a:lnTo>
                  <a:pt x="2177080" y="710249"/>
                </a:lnTo>
                <a:lnTo>
                  <a:pt x="2158114" y="746924"/>
                </a:lnTo>
                <a:lnTo>
                  <a:pt x="2129192" y="775846"/>
                </a:lnTo>
                <a:lnTo>
                  <a:pt x="2092517" y="794812"/>
                </a:lnTo>
                <a:lnTo>
                  <a:pt x="2050288" y="801623"/>
                </a:lnTo>
                <a:lnTo>
                  <a:pt x="133603" y="801623"/>
                </a:lnTo>
                <a:lnTo>
                  <a:pt x="91374" y="794812"/>
                </a:lnTo>
                <a:lnTo>
                  <a:pt x="54699" y="775846"/>
                </a:lnTo>
                <a:lnTo>
                  <a:pt x="25777" y="746924"/>
                </a:lnTo>
                <a:lnTo>
                  <a:pt x="6811" y="710249"/>
                </a:lnTo>
                <a:lnTo>
                  <a:pt x="0" y="668019"/>
                </a:lnTo>
                <a:lnTo>
                  <a:pt x="0" y="133603"/>
                </a:lnTo>
                <a:close/>
              </a:path>
              <a:path w="2184400" h="802005">
                <a:moveTo>
                  <a:pt x="172212" y="293115"/>
                </a:moveTo>
                <a:lnTo>
                  <a:pt x="175725" y="275736"/>
                </a:lnTo>
                <a:lnTo>
                  <a:pt x="185305" y="261524"/>
                </a:lnTo>
                <a:lnTo>
                  <a:pt x="199515" y="251932"/>
                </a:lnTo>
                <a:lnTo>
                  <a:pt x="216915" y="248412"/>
                </a:lnTo>
                <a:lnTo>
                  <a:pt x="537464" y="248412"/>
                </a:lnTo>
                <a:lnTo>
                  <a:pt x="554864" y="251932"/>
                </a:lnTo>
                <a:lnTo>
                  <a:pt x="569074" y="261524"/>
                </a:lnTo>
                <a:lnTo>
                  <a:pt x="578654" y="275736"/>
                </a:lnTo>
                <a:lnTo>
                  <a:pt x="582168" y="293115"/>
                </a:lnTo>
                <a:lnTo>
                  <a:pt x="582168" y="471931"/>
                </a:lnTo>
                <a:lnTo>
                  <a:pt x="578654" y="489311"/>
                </a:lnTo>
                <a:lnTo>
                  <a:pt x="569074" y="503523"/>
                </a:lnTo>
                <a:lnTo>
                  <a:pt x="554864" y="513115"/>
                </a:lnTo>
                <a:lnTo>
                  <a:pt x="537464" y="516635"/>
                </a:lnTo>
                <a:lnTo>
                  <a:pt x="216915" y="516635"/>
                </a:lnTo>
                <a:lnTo>
                  <a:pt x="199515" y="513115"/>
                </a:lnTo>
                <a:lnTo>
                  <a:pt x="185305" y="503523"/>
                </a:lnTo>
                <a:lnTo>
                  <a:pt x="175725" y="489311"/>
                </a:lnTo>
                <a:lnTo>
                  <a:pt x="172212" y="471931"/>
                </a:lnTo>
                <a:lnTo>
                  <a:pt x="172212" y="293115"/>
                </a:lnTo>
                <a:close/>
              </a:path>
              <a:path w="2184400" h="802005">
                <a:moveTo>
                  <a:pt x="652271" y="295909"/>
                </a:moveTo>
                <a:lnTo>
                  <a:pt x="655765" y="278624"/>
                </a:lnTo>
                <a:lnTo>
                  <a:pt x="665291" y="264493"/>
                </a:lnTo>
                <a:lnTo>
                  <a:pt x="679420" y="254958"/>
                </a:lnTo>
                <a:lnTo>
                  <a:pt x="696721" y="251459"/>
                </a:lnTo>
                <a:lnTo>
                  <a:pt x="1016254" y="251459"/>
                </a:lnTo>
                <a:lnTo>
                  <a:pt x="1033539" y="254958"/>
                </a:lnTo>
                <a:lnTo>
                  <a:pt x="1047670" y="264493"/>
                </a:lnTo>
                <a:lnTo>
                  <a:pt x="1057205" y="278624"/>
                </a:lnTo>
                <a:lnTo>
                  <a:pt x="1060704" y="295909"/>
                </a:lnTo>
                <a:lnTo>
                  <a:pt x="1060704" y="473709"/>
                </a:lnTo>
                <a:lnTo>
                  <a:pt x="1057205" y="490995"/>
                </a:lnTo>
                <a:lnTo>
                  <a:pt x="1047670" y="505126"/>
                </a:lnTo>
                <a:lnTo>
                  <a:pt x="1033539" y="514661"/>
                </a:lnTo>
                <a:lnTo>
                  <a:pt x="1016254" y="518159"/>
                </a:lnTo>
                <a:lnTo>
                  <a:pt x="696721" y="518159"/>
                </a:lnTo>
                <a:lnTo>
                  <a:pt x="679420" y="514661"/>
                </a:lnTo>
                <a:lnTo>
                  <a:pt x="665291" y="505126"/>
                </a:lnTo>
                <a:lnTo>
                  <a:pt x="655765" y="490995"/>
                </a:lnTo>
                <a:lnTo>
                  <a:pt x="652271" y="473709"/>
                </a:lnTo>
                <a:lnTo>
                  <a:pt x="652271" y="295909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13426" y="942594"/>
            <a:ext cx="2184400" cy="802005"/>
          </a:xfrm>
          <a:custGeom>
            <a:avLst/>
            <a:gdLst/>
            <a:ahLst/>
            <a:cxnLst/>
            <a:rect l="l" t="t" r="r" b="b"/>
            <a:pathLst>
              <a:path w="2184400" h="802005">
                <a:moveTo>
                  <a:pt x="0" y="133603"/>
                </a:moveTo>
                <a:lnTo>
                  <a:pt x="6811" y="91374"/>
                </a:lnTo>
                <a:lnTo>
                  <a:pt x="25777" y="54699"/>
                </a:lnTo>
                <a:lnTo>
                  <a:pt x="54699" y="25777"/>
                </a:lnTo>
                <a:lnTo>
                  <a:pt x="91374" y="6811"/>
                </a:lnTo>
                <a:lnTo>
                  <a:pt x="133603" y="0"/>
                </a:lnTo>
                <a:lnTo>
                  <a:pt x="2050288" y="0"/>
                </a:lnTo>
                <a:lnTo>
                  <a:pt x="2092517" y="6811"/>
                </a:lnTo>
                <a:lnTo>
                  <a:pt x="2129192" y="25777"/>
                </a:lnTo>
                <a:lnTo>
                  <a:pt x="2158114" y="54699"/>
                </a:lnTo>
                <a:lnTo>
                  <a:pt x="2177080" y="91374"/>
                </a:lnTo>
                <a:lnTo>
                  <a:pt x="2183892" y="133603"/>
                </a:lnTo>
                <a:lnTo>
                  <a:pt x="2183892" y="668019"/>
                </a:lnTo>
                <a:lnTo>
                  <a:pt x="2177080" y="710249"/>
                </a:lnTo>
                <a:lnTo>
                  <a:pt x="2158114" y="746924"/>
                </a:lnTo>
                <a:lnTo>
                  <a:pt x="2129192" y="775846"/>
                </a:lnTo>
                <a:lnTo>
                  <a:pt x="2092517" y="794812"/>
                </a:lnTo>
                <a:lnTo>
                  <a:pt x="2050288" y="801623"/>
                </a:lnTo>
                <a:lnTo>
                  <a:pt x="133603" y="801623"/>
                </a:lnTo>
                <a:lnTo>
                  <a:pt x="91374" y="794812"/>
                </a:lnTo>
                <a:lnTo>
                  <a:pt x="54699" y="775846"/>
                </a:lnTo>
                <a:lnTo>
                  <a:pt x="25777" y="746924"/>
                </a:lnTo>
                <a:lnTo>
                  <a:pt x="6811" y="710249"/>
                </a:lnTo>
                <a:lnTo>
                  <a:pt x="0" y="668019"/>
                </a:lnTo>
                <a:lnTo>
                  <a:pt x="0" y="133603"/>
                </a:lnTo>
                <a:close/>
              </a:path>
              <a:path w="2184400" h="802005">
                <a:moveTo>
                  <a:pt x="172212" y="293115"/>
                </a:moveTo>
                <a:lnTo>
                  <a:pt x="175732" y="275736"/>
                </a:lnTo>
                <a:lnTo>
                  <a:pt x="185324" y="261524"/>
                </a:lnTo>
                <a:lnTo>
                  <a:pt x="199536" y="251932"/>
                </a:lnTo>
                <a:lnTo>
                  <a:pt x="216915" y="248411"/>
                </a:lnTo>
                <a:lnTo>
                  <a:pt x="537463" y="248411"/>
                </a:lnTo>
                <a:lnTo>
                  <a:pt x="554843" y="251932"/>
                </a:lnTo>
                <a:lnTo>
                  <a:pt x="569055" y="261524"/>
                </a:lnTo>
                <a:lnTo>
                  <a:pt x="578647" y="275736"/>
                </a:lnTo>
                <a:lnTo>
                  <a:pt x="582168" y="293115"/>
                </a:lnTo>
                <a:lnTo>
                  <a:pt x="582168" y="471931"/>
                </a:lnTo>
                <a:lnTo>
                  <a:pt x="578647" y="489311"/>
                </a:lnTo>
                <a:lnTo>
                  <a:pt x="569055" y="503523"/>
                </a:lnTo>
                <a:lnTo>
                  <a:pt x="554843" y="513115"/>
                </a:lnTo>
                <a:lnTo>
                  <a:pt x="537463" y="516635"/>
                </a:lnTo>
                <a:lnTo>
                  <a:pt x="216915" y="516635"/>
                </a:lnTo>
                <a:lnTo>
                  <a:pt x="199536" y="513115"/>
                </a:lnTo>
                <a:lnTo>
                  <a:pt x="185324" y="503523"/>
                </a:lnTo>
                <a:lnTo>
                  <a:pt x="175732" y="489311"/>
                </a:lnTo>
                <a:lnTo>
                  <a:pt x="172212" y="471931"/>
                </a:lnTo>
                <a:lnTo>
                  <a:pt x="172212" y="293115"/>
                </a:lnTo>
                <a:close/>
              </a:path>
              <a:path w="2184400" h="802005">
                <a:moveTo>
                  <a:pt x="652272" y="295909"/>
                </a:moveTo>
                <a:lnTo>
                  <a:pt x="655770" y="278624"/>
                </a:lnTo>
                <a:lnTo>
                  <a:pt x="665305" y="264493"/>
                </a:lnTo>
                <a:lnTo>
                  <a:pt x="679436" y="254958"/>
                </a:lnTo>
                <a:lnTo>
                  <a:pt x="696722" y="251459"/>
                </a:lnTo>
                <a:lnTo>
                  <a:pt x="1016253" y="251459"/>
                </a:lnTo>
                <a:lnTo>
                  <a:pt x="1033539" y="254958"/>
                </a:lnTo>
                <a:lnTo>
                  <a:pt x="1047670" y="264493"/>
                </a:lnTo>
                <a:lnTo>
                  <a:pt x="1057205" y="278624"/>
                </a:lnTo>
                <a:lnTo>
                  <a:pt x="1060703" y="295909"/>
                </a:lnTo>
                <a:lnTo>
                  <a:pt x="1060703" y="473709"/>
                </a:lnTo>
                <a:lnTo>
                  <a:pt x="1057205" y="490995"/>
                </a:lnTo>
                <a:lnTo>
                  <a:pt x="1047670" y="505126"/>
                </a:lnTo>
                <a:lnTo>
                  <a:pt x="1033539" y="514661"/>
                </a:lnTo>
                <a:lnTo>
                  <a:pt x="1016253" y="518159"/>
                </a:lnTo>
                <a:lnTo>
                  <a:pt x="696722" y="518159"/>
                </a:lnTo>
                <a:lnTo>
                  <a:pt x="679436" y="514661"/>
                </a:lnTo>
                <a:lnTo>
                  <a:pt x="665305" y="505126"/>
                </a:lnTo>
                <a:lnTo>
                  <a:pt x="655770" y="490995"/>
                </a:lnTo>
                <a:lnTo>
                  <a:pt x="652272" y="473709"/>
                </a:lnTo>
                <a:lnTo>
                  <a:pt x="652272" y="295909"/>
                </a:lnTo>
                <a:close/>
              </a:path>
              <a:path w="2184400" h="802005">
                <a:moveTo>
                  <a:pt x="1130808" y="292861"/>
                </a:moveTo>
                <a:lnTo>
                  <a:pt x="1134306" y="275576"/>
                </a:lnTo>
                <a:lnTo>
                  <a:pt x="1143841" y="261445"/>
                </a:lnTo>
                <a:lnTo>
                  <a:pt x="1157972" y="251910"/>
                </a:lnTo>
                <a:lnTo>
                  <a:pt x="1175258" y="248411"/>
                </a:lnTo>
                <a:lnTo>
                  <a:pt x="1496314" y="248411"/>
                </a:lnTo>
                <a:lnTo>
                  <a:pt x="1513599" y="251910"/>
                </a:lnTo>
                <a:lnTo>
                  <a:pt x="1527730" y="261445"/>
                </a:lnTo>
                <a:lnTo>
                  <a:pt x="1537265" y="275576"/>
                </a:lnTo>
                <a:lnTo>
                  <a:pt x="1540764" y="292861"/>
                </a:lnTo>
                <a:lnTo>
                  <a:pt x="1540764" y="470661"/>
                </a:lnTo>
                <a:lnTo>
                  <a:pt x="1537265" y="487947"/>
                </a:lnTo>
                <a:lnTo>
                  <a:pt x="1527730" y="502078"/>
                </a:lnTo>
                <a:lnTo>
                  <a:pt x="1513599" y="511613"/>
                </a:lnTo>
                <a:lnTo>
                  <a:pt x="1496314" y="515111"/>
                </a:lnTo>
                <a:lnTo>
                  <a:pt x="1175258" y="515111"/>
                </a:lnTo>
                <a:lnTo>
                  <a:pt x="1157972" y="511613"/>
                </a:lnTo>
                <a:lnTo>
                  <a:pt x="1143841" y="502078"/>
                </a:lnTo>
                <a:lnTo>
                  <a:pt x="1134306" y="487947"/>
                </a:lnTo>
                <a:lnTo>
                  <a:pt x="1130808" y="470661"/>
                </a:lnTo>
                <a:lnTo>
                  <a:pt x="1130808" y="292861"/>
                </a:lnTo>
                <a:close/>
              </a:path>
              <a:path w="2184400" h="802005">
                <a:moveTo>
                  <a:pt x="1610868" y="292861"/>
                </a:moveTo>
                <a:lnTo>
                  <a:pt x="1614366" y="275576"/>
                </a:lnTo>
                <a:lnTo>
                  <a:pt x="1623901" y="261445"/>
                </a:lnTo>
                <a:lnTo>
                  <a:pt x="1638032" y="251910"/>
                </a:lnTo>
                <a:lnTo>
                  <a:pt x="1655318" y="248411"/>
                </a:lnTo>
                <a:lnTo>
                  <a:pt x="1974850" y="248411"/>
                </a:lnTo>
                <a:lnTo>
                  <a:pt x="1992135" y="251910"/>
                </a:lnTo>
                <a:lnTo>
                  <a:pt x="2006266" y="261445"/>
                </a:lnTo>
                <a:lnTo>
                  <a:pt x="2015801" y="275576"/>
                </a:lnTo>
                <a:lnTo>
                  <a:pt x="2019300" y="292861"/>
                </a:lnTo>
                <a:lnTo>
                  <a:pt x="2019300" y="470661"/>
                </a:lnTo>
                <a:lnTo>
                  <a:pt x="2015801" y="487947"/>
                </a:lnTo>
                <a:lnTo>
                  <a:pt x="2006266" y="502078"/>
                </a:lnTo>
                <a:lnTo>
                  <a:pt x="1992135" y="511613"/>
                </a:lnTo>
                <a:lnTo>
                  <a:pt x="1974850" y="515111"/>
                </a:lnTo>
                <a:lnTo>
                  <a:pt x="1655318" y="515111"/>
                </a:lnTo>
                <a:lnTo>
                  <a:pt x="1638032" y="511613"/>
                </a:lnTo>
                <a:lnTo>
                  <a:pt x="1623901" y="502078"/>
                </a:lnTo>
                <a:lnTo>
                  <a:pt x="1614366" y="487947"/>
                </a:lnTo>
                <a:lnTo>
                  <a:pt x="1610868" y="470661"/>
                </a:lnTo>
                <a:lnTo>
                  <a:pt x="1610868" y="292861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6041" y="2202942"/>
            <a:ext cx="2184400" cy="803275"/>
          </a:xfrm>
          <a:custGeom>
            <a:avLst/>
            <a:gdLst/>
            <a:ahLst/>
            <a:cxnLst/>
            <a:rect l="l" t="t" r="r" b="b"/>
            <a:pathLst>
              <a:path w="2184400" h="803275">
                <a:moveTo>
                  <a:pt x="0" y="133857"/>
                </a:moveTo>
                <a:lnTo>
                  <a:pt x="6824" y="91553"/>
                </a:lnTo>
                <a:lnTo>
                  <a:pt x="25827" y="54809"/>
                </a:lnTo>
                <a:lnTo>
                  <a:pt x="54803" y="25830"/>
                </a:lnTo>
                <a:lnTo>
                  <a:pt x="91548" y="6825"/>
                </a:lnTo>
                <a:lnTo>
                  <a:pt x="133858" y="0"/>
                </a:lnTo>
                <a:lnTo>
                  <a:pt x="2050033" y="0"/>
                </a:lnTo>
                <a:lnTo>
                  <a:pt x="2092338" y="6825"/>
                </a:lnTo>
                <a:lnTo>
                  <a:pt x="2129082" y="25830"/>
                </a:lnTo>
                <a:lnTo>
                  <a:pt x="2158061" y="54809"/>
                </a:lnTo>
                <a:lnTo>
                  <a:pt x="2177066" y="91553"/>
                </a:lnTo>
                <a:lnTo>
                  <a:pt x="2183891" y="133857"/>
                </a:lnTo>
                <a:lnTo>
                  <a:pt x="2183891" y="669289"/>
                </a:lnTo>
                <a:lnTo>
                  <a:pt x="2177066" y="711594"/>
                </a:lnTo>
                <a:lnTo>
                  <a:pt x="2158061" y="748338"/>
                </a:lnTo>
                <a:lnTo>
                  <a:pt x="2129082" y="777317"/>
                </a:lnTo>
                <a:lnTo>
                  <a:pt x="2092338" y="796322"/>
                </a:lnTo>
                <a:lnTo>
                  <a:pt x="2050033" y="803147"/>
                </a:lnTo>
                <a:lnTo>
                  <a:pt x="133858" y="803147"/>
                </a:lnTo>
                <a:lnTo>
                  <a:pt x="91548" y="796322"/>
                </a:lnTo>
                <a:lnTo>
                  <a:pt x="54803" y="777317"/>
                </a:lnTo>
                <a:lnTo>
                  <a:pt x="25827" y="748338"/>
                </a:lnTo>
                <a:lnTo>
                  <a:pt x="6824" y="711594"/>
                </a:lnTo>
                <a:lnTo>
                  <a:pt x="0" y="669289"/>
                </a:lnTo>
                <a:lnTo>
                  <a:pt x="0" y="133857"/>
                </a:lnTo>
                <a:close/>
              </a:path>
              <a:path w="2184400" h="803275">
                <a:moveTo>
                  <a:pt x="172212" y="294385"/>
                </a:moveTo>
                <a:lnTo>
                  <a:pt x="175705" y="277100"/>
                </a:lnTo>
                <a:lnTo>
                  <a:pt x="185231" y="262969"/>
                </a:lnTo>
                <a:lnTo>
                  <a:pt x="199360" y="253434"/>
                </a:lnTo>
                <a:lnTo>
                  <a:pt x="216662" y="249935"/>
                </a:lnTo>
                <a:lnTo>
                  <a:pt x="537718" y="249935"/>
                </a:lnTo>
                <a:lnTo>
                  <a:pt x="555019" y="253434"/>
                </a:lnTo>
                <a:lnTo>
                  <a:pt x="569148" y="262969"/>
                </a:lnTo>
                <a:lnTo>
                  <a:pt x="578674" y="277100"/>
                </a:lnTo>
                <a:lnTo>
                  <a:pt x="582168" y="294385"/>
                </a:lnTo>
                <a:lnTo>
                  <a:pt x="582168" y="472185"/>
                </a:lnTo>
                <a:lnTo>
                  <a:pt x="578674" y="489471"/>
                </a:lnTo>
                <a:lnTo>
                  <a:pt x="569148" y="503602"/>
                </a:lnTo>
                <a:lnTo>
                  <a:pt x="555019" y="513137"/>
                </a:lnTo>
                <a:lnTo>
                  <a:pt x="537718" y="516635"/>
                </a:lnTo>
                <a:lnTo>
                  <a:pt x="216662" y="516635"/>
                </a:lnTo>
                <a:lnTo>
                  <a:pt x="199360" y="513137"/>
                </a:lnTo>
                <a:lnTo>
                  <a:pt x="185231" y="503602"/>
                </a:lnTo>
                <a:lnTo>
                  <a:pt x="175705" y="489471"/>
                </a:lnTo>
                <a:lnTo>
                  <a:pt x="172212" y="472185"/>
                </a:lnTo>
                <a:lnTo>
                  <a:pt x="172212" y="294385"/>
                </a:lnTo>
                <a:close/>
              </a:path>
              <a:path w="2184400" h="803275">
                <a:moveTo>
                  <a:pt x="652271" y="297433"/>
                </a:moveTo>
                <a:lnTo>
                  <a:pt x="655765" y="280148"/>
                </a:lnTo>
                <a:lnTo>
                  <a:pt x="665291" y="266017"/>
                </a:lnTo>
                <a:lnTo>
                  <a:pt x="679420" y="256482"/>
                </a:lnTo>
                <a:lnTo>
                  <a:pt x="696721" y="252983"/>
                </a:lnTo>
                <a:lnTo>
                  <a:pt x="1016254" y="252983"/>
                </a:lnTo>
                <a:lnTo>
                  <a:pt x="1033539" y="256482"/>
                </a:lnTo>
                <a:lnTo>
                  <a:pt x="1047670" y="266017"/>
                </a:lnTo>
                <a:lnTo>
                  <a:pt x="1057205" y="280148"/>
                </a:lnTo>
                <a:lnTo>
                  <a:pt x="1060704" y="297433"/>
                </a:lnTo>
                <a:lnTo>
                  <a:pt x="1060704" y="475233"/>
                </a:lnTo>
                <a:lnTo>
                  <a:pt x="1057205" y="492519"/>
                </a:lnTo>
                <a:lnTo>
                  <a:pt x="1047670" y="506650"/>
                </a:lnTo>
                <a:lnTo>
                  <a:pt x="1033539" y="516185"/>
                </a:lnTo>
                <a:lnTo>
                  <a:pt x="1016254" y="519683"/>
                </a:lnTo>
                <a:lnTo>
                  <a:pt x="696721" y="519683"/>
                </a:lnTo>
                <a:lnTo>
                  <a:pt x="679420" y="516185"/>
                </a:lnTo>
                <a:lnTo>
                  <a:pt x="665291" y="506650"/>
                </a:lnTo>
                <a:lnTo>
                  <a:pt x="655765" y="492519"/>
                </a:lnTo>
                <a:lnTo>
                  <a:pt x="652271" y="475233"/>
                </a:lnTo>
                <a:lnTo>
                  <a:pt x="652271" y="297433"/>
                </a:lnTo>
                <a:close/>
              </a:path>
              <a:path w="2184400" h="803275">
                <a:moveTo>
                  <a:pt x="1130808" y="294131"/>
                </a:moveTo>
                <a:lnTo>
                  <a:pt x="1134284" y="276939"/>
                </a:lnTo>
                <a:lnTo>
                  <a:pt x="1143762" y="262889"/>
                </a:lnTo>
                <a:lnTo>
                  <a:pt x="1157811" y="253412"/>
                </a:lnTo>
                <a:lnTo>
                  <a:pt x="1175004" y="249935"/>
                </a:lnTo>
                <a:lnTo>
                  <a:pt x="1496568" y="249935"/>
                </a:lnTo>
                <a:lnTo>
                  <a:pt x="1513760" y="253412"/>
                </a:lnTo>
                <a:lnTo>
                  <a:pt x="1527809" y="262889"/>
                </a:lnTo>
                <a:lnTo>
                  <a:pt x="1537287" y="276939"/>
                </a:lnTo>
                <a:lnTo>
                  <a:pt x="1540764" y="294131"/>
                </a:lnTo>
                <a:lnTo>
                  <a:pt x="1540764" y="470915"/>
                </a:lnTo>
                <a:lnTo>
                  <a:pt x="1537287" y="488108"/>
                </a:lnTo>
                <a:lnTo>
                  <a:pt x="1527809" y="502158"/>
                </a:lnTo>
                <a:lnTo>
                  <a:pt x="1513760" y="511635"/>
                </a:lnTo>
                <a:lnTo>
                  <a:pt x="1496568" y="515112"/>
                </a:lnTo>
                <a:lnTo>
                  <a:pt x="1175004" y="515112"/>
                </a:lnTo>
                <a:lnTo>
                  <a:pt x="1157811" y="511635"/>
                </a:lnTo>
                <a:lnTo>
                  <a:pt x="1143762" y="502157"/>
                </a:lnTo>
                <a:lnTo>
                  <a:pt x="1134284" y="488108"/>
                </a:lnTo>
                <a:lnTo>
                  <a:pt x="1130808" y="470915"/>
                </a:lnTo>
                <a:lnTo>
                  <a:pt x="1130808" y="294131"/>
                </a:lnTo>
                <a:close/>
              </a:path>
              <a:path w="2184400" h="803275">
                <a:moveTo>
                  <a:pt x="1610868" y="294131"/>
                </a:moveTo>
                <a:lnTo>
                  <a:pt x="1614344" y="276939"/>
                </a:lnTo>
                <a:lnTo>
                  <a:pt x="1623822" y="262889"/>
                </a:lnTo>
                <a:lnTo>
                  <a:pt x="1637871" y="253412"/>
                </a:lnTo>
                <a:lnTo>
                  <a:pt x="1655064" y="249935"/>
                </a:lnTo>
                <a:lnTo>
                  <a:pt x="1975103" y="249935"/>
                </a:lnTo>
                <a:lnTo>
                  <a:pt x="1992296" y="253412"/>
                </a:lnTo>
                <a:lnTo>
                  <a:pt x="2006346" y="262889"/>
                </a:lnTo>
                <a:lnTo>
                  <a:pt x="2015823" y="276939"/>
                </a:lnTo>
                <a:lnTo>
                  <a:pt x="2019300" y="294131"/>
                </a:lnTo>
                <a:lnTo>
                  <a:pt x="2019300" y="470915"/>
                </a:lnTo>
                <a:lnTo>
                  <a:pt x="2015823" y="488108"/>
                </a:lnTo>
                <a:lnTo>
                  <a:pt x="2006345" y="502158"/>
                </a:lnTo>
                <a:lnTo>
                  <a:pt x="1992296" y="511635"/>
                </a:lnTo>
                <a:lnTo>
                  <a:pt x="1975103" y="515112"/>
                </a:lnTo>
                <a:lnTo>
                  <a:pt x="1655064" y="515112"/>
                </a:lnTo>
                <a:lnTo>
                  <a:pt x="1637871" y="511635"/>
                </a:lnTo>
                <a:lnTo>
                  <a:pt x="1623822" y="502157"/>
                </a:lnTo>
                <a:lnTo>
                  <a:pt x="1614344" y="488108"/>
                </a:lnTo>
                <a:lnTo>
                  <a:pt x="1610868" y="470915"/>
                </a:lnTo>
                <a:lnTo>
                  <a:pt x="1610868" y="294131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08853" y="2184654"/>
            <a:ext cx="2184400" cy="803275"/>
          </a:xfrm>
          <a:custGeom>
            <a:avLst/>
            <a:gdLst/>
            <a:ahLst/>
            <a:cxnLst/>
            <a:rect l="l" t="t" r="r" b="b"/>
            <a:pathLst>
              <a:path w="2184400" h="803275">
                <a:moveTo>
                  <a:pt x="0" y="133857"/>
                </a:moveTo>
                <a:lnTo>
                  <a:pt x="6825" y="91553"/>
                </a:lnTo>
                <a:lnTo>
                  <a:pt x="25830" y="54809"/>
                </a:lnTo>
                <a:lnTo>
                  <a:pt x="54809" y="25830"/>
                </a:lnTo>
                <a:lnTo>
                  <a:pt x="91553" y="6825"/>
                </a:lnTo>
                <a:lnTo>
                  <a:pt x="133858" y="0"/>
                </a:lnTo>
                <a:lnTo>
                  <a:pt x="2050034" y="0"/>
                </a:lnTo>
                <a:lnTo>
                  <a:pt x="2092338" y="6825"/>
                </a:lnTo>
                <a:lnTo>
                  <a:pt x="2129082" y="25830"/>
                </a:lnTo>
                <a:lnTo>
                  <a:pt x="2158061" y="54809"/>
                </a:lnTo>
                <a:lnTo>
                  <a:pt x="2177066" y="91553"/>
                </a:lnTo>
                <a:lnTo>
                  <a:pt x="2183892" y="133857"/>
                </a:lnTo>
                <a:lnTo>
                  <a:pt x="2183892" y="669289"/>
                </a:lnTo>
                <a:lnTo>
                  <a:pt x="2177066" y="711594"/>
                </a:lnTo>
                <a:lnTo>
                  <a:pt x="2158061" y="748338"/>
                </a:lnTo>
                <a:lnTo>
                  <a:pt x="2129082" y="777317"/>
                </a:lnTo>
                <a:lnTo>
                  <a:pt x="2092338" y="796322"/>
                </a:lnTo>
                <a:lnTo>
                  <a:pt x="2050034" y="803147"/>
                </a:lnTo>
                <a:lnTo>
                  <a:pt x="133858" y="803147"/>
                </a:lnTo>
                <a:lnTo>
                  <a:pt x="91553" y="796322"/>
                </a:lnTo>
                <a:lnTo>
                  <a:pt x="54809" y="777317"/>
                </a:lnTo>
                <a:lnTo>
                  <a:pt x="25830" y="748338"/>
                </a:lnTo>
                <a:lnTo>
                  <a:pt x="6825" y="711594"/>
                </a:lnTo>
                <a:lnTo>
                  <a:pt x="0" y="669289"/>
                </a:lnTo>
                <a:lnTo>
                  <a:pt x="0" y="133857"/>
                </a:lnTo>
                <a:close/>
              </a:path>
              <a:path w="2184400" h="803275">
                <a:moveTo>
                  <a:pt x="172212" y="293115"/>
                </a:moveTo>
                <a:lnTo>
                  <a:pt x="175732" y="275736"/>
                </a:lnTo>
                <a:lnTo>
                  <a:pt x="185324" y="261524"/>
                </a:lnTo>
                <a:lnTo>
                  <a:pt x="199536" y="251932"/>
                </a:lnTo>
                <a:lnTo>
                  <a:pt x="216916" y="248412"/>
                </a:lnTo>
                <a:lnTo>
                  <a:pt x="537463" y="248412"/>
                </a:lnTo>
                <a:lnTo>
                  <a:pt x="554843" y="251932"/>
                </a:lnTo>
                <a:lnTo>
                  <a:pt x="569055" y="261524"/>
                </a:lnTo>
                <a:lnTo>
                  <a:pt x="578647" y="275736"/>
                </a:lnTo>
                <a:lnTo>
                  <a:pt x="582168" y="293115"/>
                </a:lnTo>
                <a:lnTo>
                  <a:pt x="582168" y="471931"/>
                </a:lnTo>
                <a:lnTo>
                  <a:pt x="578647" y="489311"/>
                </a:lnTo>
                <a:lnTo>
                  <a:pt x="569055" y="503523"/>
                </a:lnTo>
                <a:lnTo>
                  <a:pt x="554843" y="513115"/>
                </a:lnTo>
                <a:lnTo>
                  <a:pt x="537463" y="516635"/>
                </a:lnTo>
                <a:lnTo>
                  <a:pt x="216916" y="516635"/>
                </a:lnTo>
                <a:lnTo>
                  <a:pt x="199536" y="513115"/>
                </a:lnTo>
                <a:lnTo>
                  <a:pt x="185324" y="503523"/>
                </a:lnTo>
                <a:lnTo>
                  <a:pt x="175732" y="489311"/>
                </a:lnTo>
                <a:lnTo>
                  <a:pt x="172212" y="471931"/>
                </a:lnTo>
                <a:lnTo>
                  <a:pt x="172212" y="293115"/>
                </a:lnTo>
                <a:close/>
              </a:path>
              <a:path w="2184400" h="803275">
                <a:moveTo>
                  <a:pt x="652272" y="297179"/>
                </a:moveTo>
                <a:lnTo>
                  <a:pt x="655748" y="279987"/>
                </a:lnTo>
                <a:lnTo>
                  <a:pt x="665226" y="265938"/>
                </a:lnTo>
                <a:lnTo>
                  <a:pt x="679275" y="256460"/>
                </a:lnTo>
                <a:lnTo>
                  <a:pt x="696468" y="252983"/>
                </a:lnTo>
                <a:lnTo>
                  <a:pt x="1016508" y="252983"/>
                </a:lnTo>
                <a:lnTo>
                  <a:pt x="1033700" y="256460"/>
                </a:lnTo>
                <a:lnTo>
                  <a:pt x="1047750" y="265938"/>
                </a:lnTo>
                <a:lnTo>
                  <a:pt x="1057227" y="279987"/>
                </a:lnTo>
                <a:lnTo>
                  <a:pt x="1060704" y="297179"/>
                </a:lnTo>
                <a:lnTo>
                  <a:pt x="1060704" y="473963"/>
                </a:lnTo>
                <a:lnTo>
                  <a:pt x="1057227" y="491156"/>
                </a:lnTo>
                <a:lnTo>
                  <a:pt x="1047750" y="505205"/>
                </a:lnTo>
                <a:lnTo>
                  <a:pt x="1033700" y="514683"/>
                </a:lnTo>
                <a:lnTo>
                  <a:pt x="1016508" y="518159"/>
                </a:lnTo>
                <a:lnTo>
                  <a:pt x="696468" y="518159"/>
                </a:lnTo>
                <a:lnTo>
                  <a:pt x="679275" y="514683"/>
                </a:lnTo>
                <a:lnTo>
                  <a:pt x="665226" y="505205"/>
                </a:lnTo>
                <a:lnTo>
                  <a:pt x="655748" y="491156"/>
                </a:lnTo>
                <a:lnTo>
                  <a:pt x="652272" y="473963"/>
                </a:lnTo>
                <a:lnTo>
                  <a:pt x="652272" y="297179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6041" y="3405378"/>
            <a:ext cx="2184400" cy="803275"/>
          </a:xfrm>
          <a:custGeom>
            <a:avLst/>
            <a:gdLst/>
            <a:ahLst/>
            <a:cxnLst/>
            <a:rect l="l" t="t" r="r" b="b"/>
            <a:pathLst>
              <a:path w="2184400" h="803275">
                <a:moveTo>
                  <a:pt x="0" y="133858"/>
                </a:moveTo>
                <a:lnTo>
                  <a:pt x="6824" y="91553"/>
                </a:lnTo>
                <a:lnTo>
                  <a:pt x="25827" y="54809"/>
                </a:lnTo>
                <a:lnTo>
                  <a:pt x="54803" y="25830"/>
                </a:lnTo>
                <a:lnTo>
                  <a:pt x="91548" y="6825"/>
                </a:lnTo>
                <a:lnTo>
                  <a:pt x="133858" y="0"/>
                </a:lnTo>
                <a:lnTo>
                  <a:pt x="2050033" y="0"/>
                </a:lnTo>
                <a:lnTo>
                  <a:pt x="2092338" y="6825"/>
                </a:lnTo>
                <a:lnTo>
                  <a:pt x="2129082" y="25830"/>
                </a:lnTo>
                <a:lnTo>
                  <a:pt x="2158061" y="54809"/>
                </a:lnTo>
                <a:lnTo>
                  <a:pt x="2177066" y="91553"/>
                </a:lnTo>
                <a:lnTo>
                  <a:pt x="2183891" y="133858"/>
                </a:lnTo>
                <a:lnTo>
                  <a:pt x="2183891" y="669290"/>
                </a:lnTo>
                <a:lnTo>
                  <a:pt x="2177066" y="711599"/>
                </a:lnTo>
                <a:lnTo>
                  <a:pt x="2158061" y="748344"/>
                </a:lnTo>
                <a:lnTo>
                  <a:pt x="2129082" y="777320"/>
                </a:lnTo>
                <a:lnTo>
                  <a:pt x="2092338" y="796323"/>
                </a:lnTo>
                <a:lnTo>
                  <a:pt x="2050033" y="803148"/>
                </a:lnTo>
                <a:lnTo>
                  <a:pt x="133858" y="803148"/>
                </a:lnTo>
                <a:lnTo>
                  <a:pt x="91548" y="796323"/>
                </a:lnTo>
                <a:lnTo>
                  <a:pt x="54803" y="777320"/>
                </a:lnTo>
                <a:lnTo>
                  <a:pt x="25827" y="748344"/>
                </a:lnTo>
                <a:lnTo>
                  <a:pt x="6824" y="711599"/>
                </a:lnTo>
                <a:lnTo>
                  <a:pt x="0" y="669290"/>
                </a:lnTo>
                <a:lnTo>
                  <a:pt x="0" y="133858"/>
                </a:lnTo>
                <a:close/>
              </a:path>
              <a:path w="2184400" h="803275">
                <a:moveTo>
                  <a:pt x="172212" y="294386"/>
                </a:moveTo>
                <a:lnTo>
                  <a:pt x="175705" y="277100"/>
                </a:lnTo>
                <a:lnTo>
                  <a:pt x="185231" y="262969"/>
                </a:lnTo>
                <a:lnTo>
                  <a:pt x="199360" y="253434"/>
                </a:lnTo>
                <a:lnTo>
                  <a:pt x="216662" y="249936"/>
                </a:lnTo>
                <a:lnTo>
                  <a:pt x="537718" y="249936"/>
                </a:lnTo>
                <a:lnTo>
                  <a:pt x="555019" y="253434"/>
                </a:lnTo>
                <a:lnTo>
                  <a:pt x="569148" y="262969"/>
                </a:lnTo>
                <a:lnTo>
                  <a:pt x="578674" y="277100"/>
                </a:lnTo>
                <a:lnTo>
                  <a:pt x="582168" y="294386"/>
                </a:lnTo>
                <a:lnTo>
                  <a:pt x="582168" y="472186"/>
                </a:lnTo>
                <a:lnTo>
                  <a:pt x="578674" y="489487"/>
                </a:lnTo>
                <a:lnTo>
                  <a:pt x="569148" y="503616"/>
                </a:lnTo>
                <a:lnTo>
                  <a:pt x="555019" y="513142"/>
                </a:lnTo>
                <a:lnTo>
                  <a:pt x="537718" y="516636"/>
                </a:lnTo>
                <a:lnTo>
                  <a:pt x="216662" y="516636"/>
                </a:lnTo>
                <a:lnTo>
                  <a:pt x="199360" y="513142"/>
                </a:lnTo>
                <a:lnTo>
                  <a:pt x="185231" y="503616"/>
                </a:lnTo>
                <a:lnTo>
                  <a:pt x="175705" y="489487"/>
                </a:lnTo>
                <a:lnTo>
                  <a:pt x="172212" y="472186"/>
                </a:lnTo>
                <a:lnTo>
                  <a:pt x="172212" y="294386"/>
                </a:lnTo>
                <a:close/>
              </a:path>
              <a:path w="2184400" h="803275">
                <a:moveTo>
                  <a:pt x="652271" y="297434"/>
                </a:moveTo>
                <a:lnTo>
                  <a:pt x="655765" y="280148"/>
                </a:lnTo>
                <a:lnTo>
                  <a:pt x="665291" y="266017"/>
                </a:lnTo>
                <a:lnTo>
                  <a:pt x="679420" y="256482"/>
                </a:lnTo>
                <a:lnTo>
                  <a:pt x="696721" y="252984"/>
                </a:lnTo>
                <a:lnTo>
                  <a:pt x="1016254" y="252984"/>
                </a:lnTo>
                <a:lnTo>
                  <a:pt x="1033539" y="256482"/>
                </a:lnTo>
                <a:lnTo>
                  <a:pt x="1047670" y="266017"/>
                </a:lnTo>
                <a:lnTo>
                  <a:pt x="1057205" y="280148"/>
                </a:lnTo>
                <a:lnTo>
                  <a:pt x="1060704" y="297434"/>
                </a:lnTo>
                <a:lnTo>
                  <a:pt x="1060704" y="475234"/>
                </a:lnTo>
                <a:lnTo>
                  <a:pt x="1057205" y="492535"/>
                </a:lnTo>
                <a:lnTo>
                  <a:pt x="1047670" y="506664"/>
                </a:lnTo>
                <a:lnTo>
                  <a:pt x="1033539" y="516190"/>
                </a:lnTo>
                <a:lnTo>
                  <a:pt x="1016254" y="519684"/>
                </a:lnTo>
                <a:lnTo>
                  <a:pt x="696721" y="519684"/>
                </a:lnTo>
                <a:lnTo>
                  <a:pt x="679420" y="516190"/>
                </a:lnTo>
                <a:lnTo>
                  <a:pt x="665291" y="506664"/>
                </a:lnTo>
                <a:lnTo>
                  <a:pt x="655765" y="492535"/>
                </a:lnTo>
                <a:lnTo>
                  <a:pt x="652271" y="475234"/>
                </a:lnTo>
                <a:lnTo>
                  <a:pt x="652271" y="297434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08853" y="3428238"/>
            <a:ext cx="2184400" cy="802005"/>
          </a:xfrm>
          <a:custGeom>
            <a:avLst/>
            <a:gdLst/>
            <a:ahLst/>
            <a:cxnLst/>
            <a:rect l="l" t="t" r="r" b="b"/>
            <a:pathLst>
              <a:path w="2184400" h="802004">
                <a:moveTo>
                  <a:pt x="0" y="133603"/>
                </a:moveTo>
                <a:lnTo>
                  <a:pt x="6811" y="91374"/>
                </a:lnTo>
                <a:lnTo>
                  <a:pt x="25777" y="54699"/>
                </a:lnTo>
                <a:lnTo>
                  <a:pt x="54699" y="25777"/>
                </a:lnTo>
                <a:lnTo>
                  <a:pt x="91374" y="6811"/>
                </a:lnTo>
                <a:lnTo>
                  <a:pt x="133604" y="0"/>
                </a:lnTo>
                <a:lnTo>
                  <a:pt x="2050288" y="0"/>
                </a:lnTo>
                <a:lnTo>
                  <a:pt x="2092517" y="6811"/>
                </a:lnTo>
                <a:lnTo>
                  <a:pt x="2129192" y="25777"/>
                </a:lnTo>
                <a:lnTo>
                  <a:pt x="2158114" y="54699"/>
                </a:lnTo>
                <a:lnTo>
                  <a:pt x="2177080" y="91374"/>
                </a:lnTo>
                <a:lnTo>
                  <a:pt x="2183892" y="133603"/>
                </a:lnTo>
                <a:lnTo>
                  <a:pt x="2183892" y="668020"/>
                </a:lnTo>
                <a:lnTo>
                  <a:pt x="2177080" y="710249"/>
                </a:lnTo>
                <a:lnTo>
                  <a:pt x="2158114" y="746924"/>
                </a:lnTo>
                <a:lnTo>
                  <a:pt x="2129192" y="775846"/>
                </a:lnTo>
                <a:lnTo>
                  <a:pt x="2092517" y="794812"/>
                </a:lnTo>
                <a:lnTo>
                  <a:pt x="2050288" y="801624"/>
                </a:lnTo>
                <a:lnTo>
                  <a:pt x="133604" y="801624"/>
                </a:lnTo>
                <a:lnTo>
                  <a:pt x="91374" y="794812"/>
                </a:lnTo>
                <a:lnTo>
                  <a:pt x="54699" y="775846"/>
                </a:lnTo>
                <a:lnTo>
                  <a:pt x="25777" y="746924"/>
                </a:lnTo>
                <a:lnTo>
                  <a:pt x="6811" y="710249"/>
                </a:lnTo>
                <a:lnTo>
                  <a:pt x="0" y="668020"/>
                </a:lnTo>
                <a:lnTo>
                  <a:pt x="0" y="133603"/>
                </a:lnTo>
                <a:close/>
              </a:path>
              <a:path w="2184400" h="802004">
                <a:moveTo>
                  <a:pt x="172212" y="293116"/>
                </a:moveTo>
                <a:lnTo>
                  <a:pt x="175732" y="275736"/>
                </a:lnTo>
                <a:lnTo>
                  <a:pt x="185324" y="261524"/>
                </a:lnTo>
                <a:lnTo>
                  <a:pt x="199536" y="251932"/>
                </a:lnTo>
                <a:lnTo>
                  <a:pt x="216916" y="248412"/>
                </a:lnTo>
                <a:lnTo>
                  <a:pt x="537463" y="248412"/>
                </a:lnTo>
                <a:lnTo>
                  <a:pt x="554843" y="251932"/>
                </a:lnTo>
                <a:lnTo>
                  <a:pt x="569055" y="261524"/>
                </a:lnTo>
                <a:lnTo>
                  <a:pt x="578647" y="275736"/>
                </a:lnTo>
                <a:lnTo>
                  <a:pt x="582168" y="293116"/>
                </a:lnTo>
                <a:lnTo>
                  <a:pt x="582168" y="471931"/>
                </a:lnTo>
                <a:lnTo>
                  <a:pt x="578647" y="489332"/>
                </a:lnTo>
                <a:lnTo>
                  <a:pt x="569055" y="503542"/>
                </a:lnTo>
                <a:lnTo>
                  <a:pt x="554843" y="513122"/>
                </a:lnTo>
                <a:lnTo>
                  <a:pt x="537463" y="516636"/>
                </a:lnTo>
                <a:lnTo>
                  <a:pt x="216916" y="516636"/>
                </a:lnTo>
                <a:lnTo>
                  <a:pt x="199536" y="513122"/>
                </a:lnTo>
                <a:lnTo>
                  <a:pt x="185324" y="503542"/>
                </a:lnTo>
                <a:lnTo>
                  <a:pt x="175732" y="489332"/>
                </a:lnTo>
                <a:lnTo>
                  <a:pt x="172212" y="471931"/>
                </a:lnTo>
                <a:lnTo>
                  <a:pt x="172212" y="293116"/>
                </a:lnTo>
                <a:close/>
              </a:path>
              <a:path w="2184400" h="802004">
                <a:moveTo>
                  <a:pt x="652272" y="295909"/>
                </a:moveTo>
                <a:lnTo>
                  <a:pt x="655770" y="278624"/>
                </a:lnTo>
                <a:lnTo>
                  <a:pt x="665305" y="264493"/>
                </a:lnTo>
                <a:lnTo>
                  <a:pt x="679436" y="254958"/>
                </a:lnTo>
                <a:lnTo>
                  <a:pt x="696722" y="251459"/>
                </a:lnTo>
                <a:lnTo>
                  <a:pt x="1016254" y="251459"/>
                </a:lnTo>
                <a:lnTo>
                  <a:pt x="1033539" y="254958"/>
                </a:lnTo>
                <a:lnTo>
                  <a:pt x="1047670" y="264493"/>
                </a:lnTo>
                <a:lnTo>
                  <a:pt x="1057205" y="278624"/>
                </a:lnTo>
                <a:lnTo>
                  <a:pt x="1060704" y="295909"/>
                </a:lnTo>
                <a:lnTo>
                  <a:pt x="1060704" y="473709"/>
                </a:lnTo>
                <a:lnTo>
                  <a:pt x="1057205" y="491011"/>
                </a:lnTo>
                <a:lnTo>
                  <a:pt x="1047670" y="505140"/>
                </a:lnTo>
                <a:lnTo>
                  <a:pt x="1033539" y="514666"/>
                </a:lnTo>
                <a:lnTo>
                  <a:pt x="1016254" y="518159"/>
                </a:lnTo>
                <a:lnTo>
                  <a:pt x="696722" y="518159"/>
                </a:lnTo>
                <a:lnTo>
                  <a:pt x="679436" y="514666"/>
                </a:lnTo>
                <a:lnTo>
                  <a:pt x="665305" y="505140"/>
                </a:lnTo>
                <a:lnTo>
                  <a:pt x="655770" y="491011"/>
                </a:lnTo>
                <a:lnTo>
                  <a:pt x="652272" y="473709"/>
                </a:lnTo>
                <a:lnTo>
                  <a:pt x="652272" y="295909"/>
                </a:lnTo>
                <a:close/>
              </a:path>
              <a:path w="2184400" h="802004">
                <a:moveTo>
                  <a:pt x="1130808" y="316738"/>
                </a:moveTo>
                <a:lnTo>
                  <a:pt x="1136179" y="290149"/>
                </a:lnTo>
                <a:lnTo>
                  <a:pt x="1150826" y="268430"/>
                </a:lnTo>
                <a:lnTo>
                  <a:pt x="1172545" y="253783"/>
                </a:lnTo>
                <a:lnTo>
                  <a:pt x="1199134" y="248412"/>
                </a:lnTo>
                <a:lnTo>
                  <a:pt x="1472438" y="248412"/>
                </a:lnTo>
                <a:lnTo>
                  <a:pt x="1499026" y="253783"/>
                </a:lnTo>
                <a:lnTo>
                  <a:pt x="1520745" y="268430"/>
                </a:lnTo>
                <a:lnTo>
                  <a:pt x="1535392" y="290149"/>
                </a:lnTo>
                <a:lnTo>
                  <a:pt x="1540764" y="316738"/>
                </a:lnTo>
                <a:lnTo>
                  <a:pt x="1540764" y="623570"/>
                </a:lnTo>
                <a:lnTo>
                  <a:pt x="1535392" y="650163"/>
                </a:lnTo>
                <a:lnTo>
                  <a:pt x="1520745" y="671882"/>
                </a:lnTo>
                <a:lnTo>
                  <a:pt x="1499026" y="686526"/>
                </a:lnTo>
                <a:lnTo>
                  <a:pt x="1472438" y="691896"/>
                </a:lnTo>
                <a:lnTo>
                  <a:pt x="1199134" y="691896"/>
                </a:lnTo>
                <a:lnTo>
                  <a:pt x="1172545" y="686526"/>
                </a:lnTo>
                <a:lnTo>
                  <a:pt x="1150826" y="671882"/>
                </a:lnTo>
                <a:lnTo>
                  <a:pt x="1136179" y="650163"/>
                </a:lnTo>
                <a:lnTo>
                  <a:pt x="1130808" y="623570"/>
                </a:lnTo>
                <a:lnTo>
                  <a:pt x="1130808" y="316738"/>
                </a:lnTo>
                <a:close/>
              </a:path>
              <a:path w="2184400" h="802004">
                <a:moveTo>
                  <a:pt x="1610868" y="302259"/>
                </a:moveTo>
                <a:lnTo>
                  <a:pt x="1615102" y="281308"/>
                </a:lnTo>
                <a:lnTo>
                  <a:pt x="1626647" y="264191"/>
                </a:lnTo>
                <a:lnTo>
                  <a:pt x="1643764" y="252646"/>
                </a:lnTo>
                <a:lnTo>
                  <a:pt x="1664716" y="248412"/>
                </a:lnTo>
                <a:lnTo>
                  <a:pt x="1965452" y="248412"/>
                </a:lnTo>
                <a:lnTo>
                  <a:pt x="1986403" y="252646"/>
                </a:lnTo>
                <a:lnTo>
                  <a:pt x="2003520" y="264191"/>
                </a:lnTo>
                <a:lnTo>
                  <a:pt x="2015065" y="281308"/>
                </a:lnTo>
                <a:lnTo>
                  <a:pt x="2019300" y="302259"/>
                </a:lnTo>
                <a:lnTo>
                  <a:pt x="2019300" y="517652"/>
                </a:lnTo>
                <a:lnTo>
                  <a:pt x="2015065" y="538613"/>
                </a:lnTo>
                <a:lnTo>
                  <a:pt x="2003520" y="555729"/>
                </a:lnTo>
                <a:lnTo>
                  <a:pt x="1986403" y="567268"/>
                </a:lnTo>
                <a:lnTo>
                  <a:pt x="1965452" y="571500"/>
                </a:lnTo>
                <a:lnTo>
                  <a:pt x="1664716" y="571500"/>
                </a:lnTo>
                <a:lnTo>
                  <a:pt x="1643764" y="567268"/>
                </a:lnTo>
                <a:lnTo>
                  <a:pt x="1626647" y="555729"/>
                </a:lnTo>
                <a:lnTo>
                  <a:pt x="1615102" y="538613"/>
                </a:lnTo>
                <a:lnTo>
                  <a:pt x="1610868" y="517652"/>
                </a:lnTo>
                <a:lnTo>
                  <a:pt x="1610868" y="302259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27426" y="1157477"/>
            <a:ext cx="1778635" cy="408940"/>
          </a:xfrm>
          <a:custGeom>
            <a:avLst/>
            <a:gdLst/>
            <a:ahLst/>
            <a:cxnLst/>
            <a:rect l="l" t="t" r="r" b="b"/>
            <a:pathLst>
              <a:path w="1778635" h="408940">
                <a:moveTo>
                  <a:pt x="0" y="102108"/>
                </a:moveTo>
                <a:lnTo>
                  <a:pt x="1574291" y="102108"/>
                </a:lnTo>
                <a:lnTo>
                  <a:pt x="1574291" y="0"/>
                </a:lnTo>
                <a:lnTo>
                  <a:pt x="1778508" y="204216"/>
                </a:lnTo>
                <a:lnTo>
                  <a:pt x="1574291" y="408432"/>
                </a:lnTo>
                <a:lnTo>
                  <a:pt x="1574291" y="306324"/>
                </a:lnTo>
                <a:lnTo>
                  <a:pt x="0" y="306324"/>
                </a:lnTo>
                <a:lnTo>
                  <a:pt x="0" y="102108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49497" y="909320"/>
            <a:ext cx="901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Increase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27426" y="2332482"/>
            <a:ext cx="1778635" cy="408940"/>
          </a:xfrm>
          <a:custGeom>
            <a:avLst/>
            <a:gdLst/>
            <a:ahLst/>
            <a:cxnLst/>
            <a:rect l="l" t="t" r="r" b="b"/>
            <a:pathLst>
              <a:path w="1778635" h="408939">
                <a:moveTo>
                  <a:pt x="0" y="102107"/>
                </a:moveTo>
                <a:lnTo>
                  <a:pt x="1574291" y="102107"/>
                </a:lnTo>
                <a:lnTo>
                  <a:pt x="1574291" y="0"/>
                </a:lnTo>
                <a:lnTo>
                  <a:pt x="1778508" y="204216"/>
                </a:lnTo>
                <a:lnTo>
                  <a:pt x="1574291" y="408431"/>
                </a:lnTo>
                <a:lnTo>
                  <a:pt x="1574291" y="306324"/>
                </a:lnTo>
                <a:lnTo>
                  <a:pt x="0" y="306324"/>
                </a:lnTo>
                <a:lnTo>
                  <a:pt x="0" y="102107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299205" y="2084019"/>
            <a:ext cx="10020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D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cr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ea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se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25901" y="3507485"/>
            <a:ext cx="1777364" cy="407034"/>
          </a:xfrm>
          <a:custGeom>
            <a:avLst/>
            <a:gdLst/>
            <a:ahLst/>
            <a:cxnLst/>
            <a:rect l="l" t="t" r="r" b="b"/>
            <a:pathLst>
              <a:path w="1777364" h="407035">
                <a:moveTo>
                  <a:pt x="0" y="101726"/>
                </a:moveTo>
                <a:lnTo>
                  <a:pt x="1573530" y="101726"/>
                </a:lnTo>
                <a:lnTo>
                  <a:pt x="1573530" y="0"/>
                </a:lnTo>
                <a:lnTo>
                  <a:pt x="1776984" y="203453"/>
                </a:lnTo>
                <a:lnTo>
                  <a:pt x="1573530" y="406907"/>
                </a:lnTo>
                <a:lnTo>
                  <a:pt x="1573530" y="305180"/>
                </a:lnTo>
                <a:lnTo>
                  <a:pt x="0" y="305180"/>
                </a:lnTo>
                <a:lnTo>
                  <a:pt x="0" y="101726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265170" y="3259582"/>
            <a:ext cx="1066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Spot</a:t>
            </a:r>
            <a:r>
              <a:rPr sz="18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Fleet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7330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4D4D4B"/>
                </a:solidFill>
              </a:rPr>
              <a:t>Lifecycle</a:t>
            </a:r>
            <a:r>
              <a:rPr u="none" spc="-15" dirty="0">
                <a:solidFill>
                  <a:srgbClr val="4D4D4B"/>
                </a:solidFill>
              </a:rPr>
              <a:t> </a:t>
            </a:r>
            <a:r>
              <a:rPr u="none" spc="-10" dirty="0">
                <a:solidFill>
                  <a:srgbClr val="4D4D4B"/>
                </a:solidFill>
              </a:rPr>
              <a:t>Hooks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009" y="1035177"/>
            <a:ext cx="8398510" cy="3533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marR="103886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"Lifecycle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hooks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let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you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take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action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before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D4D4B"/>
                </a:solidFill>
                <a:latin typeface="Arial MT"/>
                <a:cs typeface="Arial MT"/>
              </a:rPr>
              <a:t>an</a:t>
            </a:r>
            <a:r>
              <a:rPr sz="2400" spc="2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instance </a:t>
            </a:r>
            <a:r>
              <a:rPr sz="2400" spc="-65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goes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into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service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or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before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it gets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 terminated."</a:t>
            </a:r>
            <a:endParaRPr sz="240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  <a:spcBef>
                <a:spcPts val="188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"For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example,</a:t>
            </a:r>
            <a:r>
              <a:rPr sz="1800" spc="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launch</a:t>
            </a:r>
            <a:r>
              <a:rPr sz="18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hooks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can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perform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software</a:t>
            </a:r>
            <a:r>
              <a:rPr sz="1800" spc="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configuration</a:t>
            </a:r>
            <a:r>
              <a:rPr sz="1800" spc="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on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an instance"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"Terminate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hooks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can be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useful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for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collecting</a:t>
            </a:r>
            <a:r>
              <a:rPr sz="180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important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data</a:t>
            </a:r>
            <a:r>
              <a:rPr sz="18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from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 an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instance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before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it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 goes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45" dirty="0">
                <a:solidFill>
                  <a:srgbClr val="464646"/>
                </a:solidFill>
                <a:latin typeface="Arial MT"/>
                <a:cs typeface="Arial MT"/>
              </a:rPr>
              <a:t>away.</a:t>
            </a:r>
            <a:r>
              <a:rPr sz="1800" spc="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For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example,</a:t>
            </a:r>
            <a:r>
              <a:rPr sz="1800" spc="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you</a:t>
            </a:r>
            <a:r>
              <a:rPr sz="180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could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use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terminate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hook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to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preserve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your </a:t>
            </a:r>
            <a:r>
              <a:rPr sz="1800" spc="-484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fleet’s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log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 files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by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copying</a:t>
            </a:r>
            <a:r>
              <a:rPr sz="1800" spc="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them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to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an</a:t>
            </a:r>
            <a:r>
              <a:rPr sz="1800" spc="-10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Amazon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S3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bucket</a:t>
            </a:r>
            <a:r>
              <a:rPr sz="18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when</a:t>
            </a:r>
            <a:r>
              <a:rPr sz="1800" spc="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instances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go out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of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service"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00">
              <a:latin typeface="Arial MT"/>
              <a:cs typeface="Arial MT"/>
            </a:endParaRPr>
          </a:p>
          <a:p>
            <a:pPr marL="124460">
              <a:lnSpc>
                <a:spcPct val="100000"/>
              </a:lnSpc>
            </a:pPr>
            <a:r>
              <a:rPr sz="1800" u="heavy" spc="-5" dirty="0">
                <a:solidFill>
                  <a:srgbClr val="686CEA"/>
                </a:solidFill>
                <a:uFill>
                  <a:solidFill>
                    <a:srgbClr val="686CEA"/>
                  </a:solidFill>
                </a:uFill>
                <a:latin typeface="Arial MT"/>
                <a:cs typeface="Arial MT"/>
                <a:hlinkClick r:id="rId2"/>
              </a:rPr>
              <a:t>https://aws.amazon.com/ec2/autoscaling/faqs/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3635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4D4D4B"/>
                </a:solidFill>
              </a:rPr>
              <a:t>Auto</a:t>
            </a:r>
            <a:r>
              <a:rPr u="none" spc="-10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Scaling</a:t>
            </a:r>
            <a:r>
              <a:rPr u="none" spc="-15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Group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21779" y="923544"/>
          <a:ext cx="8205470" cy="23653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1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4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421">
                <a:tc>
                  <a:txBody>
                    <a:bodyPr/>
                    <a:lstStyle/>
                    <a:p>
                      <a:pPr marL="3810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Criteria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4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Minimum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Minimum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800" spc="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of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instances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that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are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always</a:t>
                      </a:r>
                      <a:r>
                        <a:rPr sz="1800" spc="6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needed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4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Maximum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Maximum</a:t>
                      </a:r>
                      <a:r>
                        <a:rPr sz="1800" spc="2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800" spc="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of instances</a:t>
                      </a:r>
                      <a:r>
                        <a:rPr sz="1800" spc="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that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are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allowed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910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Desired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7020">
                        <a:lnSpc>
                          <a:spcPct val="100000"/>
                        </a:lnSpc>
                        <a:spcBef>
                          <a:spcPts val="315"/>
                        </a:spcBef>
                        <a:buChar char="•"/>
                        <a:tabLst>
                          <a:tab pos="377825" algn="l"/>
                          <a:tab pos="378460" algn="l"/>
                        </a:tabLst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Slider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moves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between</a:t>
                      </a:r>
                      <a:r>
                        <a:rPr sz="1800" spc="5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minimum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maximum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378460" indent="-287020">
                        <a:lnSpc>
                          <a:spcPct val="100000"/>
                        </a:lnSpc>
                        <a:buChar char="•"/>
                        <a:tabLst>
                          <a:tab pos="377825" algn="l"/>
                          <a:tab pos="378460" algn="l"/>
                        </a:tabLst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800" spc="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of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instances</a:t>
                      </a:r>
                      <a:r>
                        <a:rPr sz="1800" spc="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that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are</a:t>
                      </a:r>
                      <a:r>
                        <a:rPr sz="1800" spc="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required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current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traffic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384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4D4D4B"/>
                </a:solidFill>
              </a:rPr>
              <a:t>Scaling</a:t>
            </a:r>
            <a:r>
              <a:rPr u="none" spc="-45" dirty="0">
                <a:solidFill>
                  <a:srgbClr val="4D4D4B"/>
                </a:solidFill>
              </a:rPr>
              <a:t> </a:t>
            </a:r>
            <a:r>
              <a:rPr u="none" spc="-55" dirty="0">
                <a:solidFill>
                  <a:srgbClr val="4D4D4B"/>
                </a:solidFill>
              </a:rPr>
              <a:t>Types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4962" y="1003300"/>
          <a:ext cx="8204200" cy="3501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7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6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798">
                <a:tc>
                  <a:txBody>
                    <a:bodyPr/>
                    <a:lstStyle/>
                    <a:p>
                      <a:pPr marL="6419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Scaling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67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79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Maintain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Maintain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 constant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fleet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size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67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Scheduled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Time</a:t>
                      </a:r>
                      <a:r>
                        <a:rPr sz="1800" spc="-3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based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–</a:t>
                      </a:r>
                      <a:r>
                        <a:rPr sz="1800" spc="-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add,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remove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87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Dynamic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Metrics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based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–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respond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changes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to 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traffic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68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Predictive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0572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Machine Learning</a:t>
                      </a:r>
                      <a:r>
                        <a:rPr sz="1800" spc="1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based</a:t>
                      </a:r>
                      <a:r>
                        <a:rPr sz="1800" spc="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–</a:t>
                      </a:r>
                      <a:r>
                        <a:rPr sz="1800" spc="-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adjust</a:t>
                      </a:r>
                      <a:r>
                        <a:rPr sz="1800" spc="1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based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on </a:t>
                      </a:r>
                      <a:r>
                        <a:rPr sz="1800" spc="-484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predicted</a:t>
                      </a:r>
                      <a:r>
                        <a:rPr sz="1800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64646"/>
                          </a:solidFill>
                          <a:latin typeface="Arial MT"/>
                          <a:cs typeface="Arial MT"/>
                        </a:rPr>
                        <a:t>traffic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291" y="136982"/>
            <a:ext cx="2199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4D4D4B"/>
                </a:solidFill>
              </a:rPr>
              <a:t>Auto</a:t>
            </a:r>
            <a:r>
              <a:rPr u="none" spc="-40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Scaling</a:t>
            </a:r>
          </a:p>
        </p:txBody>
      </p:sp>
      <p:sp>
        <p:nvSpPr>
          <p:cNvPr id="3" name="object 3"/>
          <p:cNvSpPr/>
          <p:nvPr/>
        </p:nvSpPr>
        <p:spPr>
          <a:xfrm>
            <a:off x="2428494" y="2250185"/>
            <a:ext cx="3116580" cy="626745"/>
          </a:xfrm>
          <a:custGeom>
            <a:avLst/>
            <a:gdLst/>
            <a:ahLst/>
            <a:cxnLst/>
            <a:rect l="l" t="t" r="r" b="b"/>
            <a:pathLst>
              <a:path w="3116579" h="626744">
                <a:moveTo>
                  <a:pt x="0" y="104393"/>
                </a:moveTo>
                <a:lnTo>
                  <a:pt x="8203" y="63757"/>
                </a:lnTo>
                <a:lnTo>
                  <a:pt x="30575" y="30575"/>
                </a:lnTo>
                <a:lnTo>
                  <a:pt x="63757" y="8203"/>
                </a:lnTo>
                <a:lnTo>
                  <a:pt x="104393" y="0"/>
                </a:lnTo>
                <a:lnTo>
                  <a:pt x="3012185" y="0"/>
                </a:lnTo>
                <a:lnTo>
                  <a:pt x="3052822" y="8203"/>
                </a:lnTo>
                <a:lnTo>
                  <a:pt x="3086004" y="30575"/>
                </a:lnTo>
                <a:lnTo>
                  <a:pt x="3108376" y="63757"/>
                </a:lnTo>
                <a:lnTo>
                  <a:pt x="3116580" y="104393"/>
                </a:lnTo>
                <a:lnTo>
                  <a:pt x="3116580" y="521969"/>
                </a:lnTo>
                <a:lnTo>
                  <a:pt x="3108376" y="562606"/>
                </a:lnTo>
                <a:lnTo>
                  <a:pt x="3086004" y="595788"/>
                </a:lnTo>
                <a:lnTo>
                  <a:pt x="3052822" y="618160"/>
                </a:lnTo>
                <a:lnTo>
                  <a:pt x="3012185" y="626363"/>
                </a:lnTo>
                <a:lnTo>
                  <a:pt x="104393" y="626363"/>
                </a:lnTo>
                <a:lnTo>
                  <a:pt x="63757" y="618160"/>
                </a:lnTo>
                <a:lnTo>
                  <a:pt x="30575" y="595788"/>
                </a:lnTo>
                <a:lnTo>
                  <a:pt x="8203" y="562606"/>
                </a:lnTo>
                <a:lnTo>
                  <a:pt x="0" y="521969"/>
                </a:lnTo>
                <a:lnTo>
                  <a:pt x="0" y="104393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57040" y="2407666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ELB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13153" y="3477005"/>
            <a:ext cx="4747260" cy="1251585"/>
          </a:xfrm>
          <a:custGeom>
            <a:avLst/>
            <a:gdLst/>
            <a:ahLst/>
            <a:cxnLst/>
            <a:rect l="l" t="t" r="r" b="b"/>
            <a:pathLst>
              <a:path w="4747260" h="1251585">
                <a:moveTo>
                  <a:pt x="0" y="208534"/>
                </a:moveTo>
                <a:lnTo>
                  <a:pt x="5506" y="160713"/>
                </a:lnTo>
                <a:lnTo>
                  <a:pt x="21192" y="116817"/>
                </a:lnTo>
                <a:lnTo>
                  <a:pt x="45806" y="78098"/>
                </a:lnTo>
                <a:lnTo>
                  <a:pt x="78098" y="45806"/>
                </a:lnTo>
                <a:lnTo>
                  <a:pt x="116817" y="21192"/>
                </a:lnTo>
                <a:lnTo>
                  <a:pt x="160713" y="5506"/>
                </a:lnTo>
                <a:lnTo>
                  <a:pt x="208534" y="0"/>
                </a:lnTo>
                <a:lnTo>
                  <a:pt x="4538726" y="0"/>
                </a:lnTo>
                <a:lnTo>
                  <a:pt x="4586546" y="5506"/>
                </a:lnTo>
                <a:lnTo>
                  <a:pt x="4630442" y="21192"/>
                </a:lnTo>
                <a:lnTo>
                  <a:pt x="4669161" y="45806"/>
                </a:lnTo>
                <a:lnTo>
                  <a:pt x="4701453" y="78098"/>
                </a:lnTo>
                <a:lnTo>
                  <a:pt x="4726067" y="116817"/>
                </a:lnTo>
                <a:lnTo>
                  <a:pt x="4741753" y="160713"/>
                </a:lnTo>
                <a:lnTo>
                  <a:pt x="4747260" y="208534"/>
                </a:lnTo>
                <a:lnTo>
                  <a:pt x="4747260" y="1042670"/>
                </a:lnTo>
                <a:lnTo>
                  <a:pt x="4741753" y="1090482"/>
                </a:lnTo>
                <a:lnTo>
                  <a:pt x="4726067" y="1134375"/>
                </a:lnTo>
                <a:lnTo>
                  <a:pt x="4701453" y="1173094"/>
                </a:lnTo>
                <a:lnTo>
                  <a:pt x="4669161" y="1205389"/>
                </a:lnTo>
                <a:lnTo>
                  <a:pt x="4630442" y="1230007"/>
                </a:lnTo>
                <a:lnTo>
                  <a:pt x="4586546" y="1245696"/>
                </a:lnTo>
                <a:lnTo>
                  <a:pt x="4538726" y="1251204"/>
                </a:lnTo>
                <a:lnTo>
                  <a:pt x="208534" y="1251204"/>
                </a:lnTo>
                <a:lnTo>
                  <a:pt x="160713" y="1245696"/>
                </a:lnTo>
                <a:lnTo>
                  <a:pt x="116817" y="1230007"/>
                </a:lnTo>
                <a:lnTo>
                  <a:pt x="78098" y="1205389"/>
                </a:lnTo>
                <a:lnTo>
                  <a:pt x="45806" y="1173094"/>
                </a:lnTo>
                <a:lnTo>
                  <a:pt x="21192" y="1134375"/>
                </a:lnTo>
                <a:lnTo>
                  <a:pt x="5506" y="1090482"/>
                </a:lnTo>
                <a:lnTo>
                  <a:pt x="0" y="1042670"/>
                </a:lnTo>
                <a:lnTo>
                  <a:pt x="0" y="208534"/>
                </a:lnTo>
                <a:close/>
              </a:path>
              <a:path w="4747260" h="1251585">
                <a:moveTo>
                  <a:pt x="374903" y="478790"/>
                </a:moveTo>
                <a:lnTo>
                  <a:pt x="380545" y="450809"/>
                </a:lnTo>
                <a:lnTo>
                  <a:pt x="395938" y="427961"/>
                </a:lnTo>
                <a:lnTo>
                  <a:pt x="418784" y="412556"/>
                </a:lnTo>
                <a:lnTo>
                  <a:pt x="446785" y="406908"/>
                </a:lnTo>
                <a:lnTo>
                  <a:pt x="1191514" y="406908"/>
                </a:lnTo>
                <a:lnTo>
                  <a:pt x="1219515" y="412556"/>
                </a:lnTo>
                <a:lnTo>
                  <a:pt x="1242361" y="427961"/>
                </a:lnTo>
                <a:lnTo>
                  <a:pt x="1257754" y="450809"/>
                </a:lnTo>
                <a:lnTo>
                  <a:pt x="1263396" y="478790"/>
                </a:lnTo>
                <a:lnTo>
                  <a:pt x="1263396" y="766318"/>
                </a:lnTo>
                <a:lnTo>
                  <a:pt x="1257754" y="794298"/>
                </a:lnTo>
                <a:lnTo>
                  <a:pt x="1242361" y="817146"/>
                </a:lnTo>
                <a:lnTo>
                  <a:pt x="1219515" y="832551"/>
                </a:lnTo>
                <a:lnTo>
                  <a:pt x="1191514" y="838200"/>
                </a:lnTo>
                <a:lnTo>
                  <a:pt x="446785" y="838200"/>
                </a:lnTo>
                <a:lnTo>
                  <a:pt x="418784" y="832551"/>
                </a:lnTo>
                <a:lnTo>
                  <a:pt x="395938" y="817146"/>
                </a:lnTo>
                <a:lnTo>
                  <a:pt x="380545" y="794298"/>
                </a:lnTo>
                <a:lnTo>
                  <a:pt x="374903" y="766318"/>
                </a:lnTo>
                <a:lnTo>
                  <a:pt x="374903" y="478790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97100" y="3944213"/>
            <a:ext cx="4705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EC2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28950" y="3886961"/>
            <a:ext cx="890269" cy="431800"/>
          </a:xfrm>
          <a:custGeom>
            <a:avLst/>
            <a:gdLst/>
            <a:ahLst/>
            <a:cxnLst/>
            <a:rect l="l" t="t" r="r" b="b"/>
            <a:pathLst>
              <a:path w="890270" h="431800">
                <a:moveTo>
                  <a:pt x="0" y="71881"/>
                </a:moveTo>
                <a:lnTo>
                  <a:pt x="5641" y="43901"/>
                </a:lnTo>
                <a:lnTo>
                  <a:pt x="21034" y="21053"/>
                </a:lnTo>
                <a:lnTo>
                  <a:pt x="43880" y="5648"/>
                </a:lnTo>
                <a:lnTo>
                  <a:pt x="71881" y="0"/>
                </a:lnTo>
                <a:lnTo>
                  <a:pt x="818134" y="0"/>
                </a:lnTo>
                <a:lnTo>
                  <a:pt x="846135" y="5648"/>
                </a:lnTo>
                <a:lnTo>
                  <a:pt x="868981" y="21053"/>
                </a:lnTo>
                <a:lnTo>
                  <a:pt x="884374" y="43901"/>
                </a:lnTo>
                <a:lnTo>
                  <a:pt x="890015" y="71881"/>
                </a:lnTo>
                <a:lnTo>
                  <a:pt x="890015" y="359409"/>
                </a:lnTo>
                <a:lnTo>
                  <a:pt x="884374" y="387390"/>
                </a:lnTo>
                <a:lnTo>
                  <a:pt x="868981" y="410238"/>
                </a:lnTo>
                <a:lnTo>
                  <a:pt x="846135" y="425643"/>
                </a:lnTo>
                <a:lnTo>
                  <a:pt x="818134" y="431291"/>
                </a:lnTo>
                <a:lnTo>
                  <a:pt x="71881" y="431291"/>
                </a:lnTo>
                <a:lnTo>
                  <a:pt x="43880" y="425643"/>
                </a:lnTo>
                <a:lnTo>
                  <a:pt x="21034" y="410238"/>
                </a:lnTo>
                <a:lnTo>
                  <a:pt x="5641" y="387390"/>
                </a:lnTo>
                <a:lnTo>
                  <a:pt x="0" y="359409"/>
                </a:lnTo>
                <a:lnTo>
                  <a:pt x="0" y="71881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39261" y="3947261"/>
            <a:ext cx="4705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EC2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13782" y="3893058"/>
            <a:ext cx="889000" cy="431800"/>
          </a:xfrm>
          <a:custGeom>
            <a:avLst/>
            <a:gdLst/>
            <a:ahLst/>
            <a:cxnLst/>
            <a:rect l="l" t="t" r="r" b="b"/>
            <a:pathLst>
              <a:path w="889000" h="431800">
                <a:moveTo>
                  <a:pt x="0" y="71881"/>
                </a:moveTo>
                <a:lnTo>
                  <a:pt x="5641" y="43901"/>
                </a:lnTo>
                <a:lnTo>
                  <a:pt x="21034" y="21053"/>
                </a:lnTo>
                <a:lnTo>
                  <a:pt x="43880" y="5648"/>
                </a:lnTo>
                <a:lnTo>
                  <a:pt x="71881" y="0"/>
                </a:lnTo>
                <a:lnTo>
                  <a:pt x="816609" y="0"/>
                </a:lnTo>
                <a:lnTo>
                  <a:pt x="844611" y="5648"/>
                </a:lnTo>
                <a:lnTo>
                  <a:pt x="867457" y="21053"/>
                </a:lnTo>
                <a:lnTo>
                  <a:pt x="882850" y="43901"/>
                </a:lnTo>
                <a:lnTo>
                  <a:pt x="888491" y="71881"/>
                </a:lnTo>
                <a:lnTo>
                  <a:pt x="888491" y="359409"/>
                </a:lnTo>
                <a:lnTo>
                  <a:pt x="882850" y="387390"/>
                </a:lnTo>
                <a:lnTo>
                  <a:pt x="867457" y="410238"/>
                </a:lnTo>
                <a:lnTo>
                  <a:pt x="844611" y="425643"/>
                </a:lnTo>
                <a:lnTo>
                  <a:pt x="816609" y="431291"/>
                </a:lnTo>
                <a:lnTo>
                  <a:pt x="71881" y="431291"/>
                </a:lnTo>
                <a:lnTo>
                  <a:pt x="43880" y="425643"/>
                </a:lnTo>
                <a:lnTo>
                  <a:pt x="21034" y="410238"/>
                </a:lnTo>
                <a:lnTo>
                  <a:pt x="5641" y="387390"/>
                </a:lnTo>
                <a:lnTo>
                  <a:pt x="0" y="359409"/>
                </a:lnTo>
                <a:lnTo>
                  <a:pt x="0" y="71881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23078" y="3953052"/>
            <a:ext cx="4705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EC2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71365" y="3880865"/>
            <a:ext cx="890269" cy="433070"/>
          </a:xfrm>
          <a:custGeom>
            <a:avLst/>
            <a:gdLst/>
            <a:ahLst/>
            <a:cxnLst/>
            <a:rect l="l" t="t" r="r" b="b"/>
            <a:pathLst>
              <a:path w="890270" h="433070">
                <a:moveTo>
                  <a:pt x="0" y="72136"/>
                </a:moveTo>
                <a:lnTo>
                  <a:pt x="5663" y="44057"/>
                </a:lnTo>
                <a:lnTo>
                  <a:pt x="21113" y="21128"/>
                </a:lnTo>
                <a:lnTo>
                  <a:pt x="44041" y="5668"/>
                </a:lnTo>
                <a:lnTo>
                  <a:pt x="72136" y="0"/>
                </a:lnTo>
                <a:lnTo>
                  <a:pt x="817880" y="0"/>
                </a:lnTo>
                <a:lnTo>
                  <a:pt x="845974" y="5668"/>
                </a:lnTo>
                <a:lnTo>
                  <a:pt x="868902" y="21128"/>
                </a:lnTo>
                <a:lnTo>
                  <a:pt x="884352" y="44057"/>
                </a:lnTo>
                <a:lnTo>
                  <a:pt x="890016" y="72136"/>
                </a:lnTo>
                <a:lnTo>
                  <a:pt x="890016" y="360680"/>
                </a:lnTo>
                <a:lnTo>
                  <a:pt x="884352" y="388758"/>
                </a:lnTo>
                <a:lnTo>
                  <a:pt x="868902" y="411687"/>
                </a:lnTo>
                <a:lnTo>
                  <a:pt x="845974" y="427147"/>
                </a:lnTo>
                <a:lnTo>
                  <a:pt x="817880" y="432816"/>
                </a:lnTo>
                <a:lnTo>
                  <a:pt x="72136" y="432816"/>
                </a:lnTo>
                <a:lnTo>
                  <a:pt x="44041" y="427147"/>
                </a:lnTo>
                <a:lnTo>
                  <a:pt x="21113" y="411687"/>
                </a:lnTo>
                <a:lnTo>
                  <a:pt x="5663" y="388758"/>
                </a:lnTo>
                <a:lnTo>
                  <a:pt x="0" y="360680"/>
                </a:lnTo>
                <a:lnTo>
                  <a:pt x="0" y="72136"/>
                </a:lnTo>
                <a:close/>
              </a:path>
            </a:pathLst>
          </a:custGeom>
          <a:ln w="25908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81042" y="3941470"/>
            <a:ext cx="4705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EC2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822374" y="806219"/>
            <a:ext cx="2348230" cy="2807335"/>
            <a:chOff x="2822374" y="806219"/>
            <a:chExt cx="2348230" cy="280733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4863" y="1642859"/>
              <a:ext cx="237832" cy="7437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947159" y="1664969"/>
              <a:ext cx="78105" cy="585470"/>
            </a:xfrm>
            <a:custGeom>
              <a:avLst/>
              <a:gdLst/>
              <a:ahLst/>
              <a:cxnLst/>
              <a:rect l="l" t="t" r="r" b="b"/>
              <a:pathLst>
                <a:path w="78104" h="585469">
                  <a:moveTo>
                    <a:pt x="25907" y="507618"/>
                  </a:moveTo>
                  <a:lnTo>
                    <a:pt x="0" y="507618"/>
                  </a:lnTo>
                  <a:lnTo>
                    <a:pt x="38862" y="585342"/>
                  </a:lnTo>
                  <a:lnTo>
                    <a:pt x="71247" y="520572"/>
                  </a:lnTo>
                  <a:lnTo>
                    <a:pt x="25907" y="520572"/>
                  </a:lnTo>
                  <a:lnTo>
                    <a:pt x="25907" y="507618"/>
                  </a:lnTo>
                  <a:close/>
                </a:path>
                <a:path w="78104" h="585469">
                  <a:moveTo>
                    <a:pt x="51815" y="0"/>
                  </a:moveTo>
                  <a:lnTo>
                    <a:pt x="25907" y="0"/>
                  </a:lnTo>
                  <a:lnTo>
                    <a:pt x="25907" y="520572"/>
                  </a:lnTo>
                  <a:lnTo>
                    <a:pt x="51815" y="520572"/>
                  </a:lnTo>
                  <a:lnTo>
                    <a:pt x="51815" y="0"/>
                  </a:lnTo>
                  <a:close/>
                </a:path>
                <a:path w="78104" h="585469">
                  <a:moveTo>
                    <a:pt x="77724" y="507618"/>
                  </a:moveTo>
                  <a:lnTo>
                    <a:pt x="51815" y="507618"/>
                  </a:lnTo>
                  <a:lnTo>
                    <a:pt x="51815" y="520572"/>
                  </a:lnTo>
                  <a:lnTo>
                    <a:pt x="71247" y="520572"/>
                  </a:lnTo>
                  <a:lnTo>
                    <a:pt x="77724" y="507618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64863" y="2854426"/>
              <a:ext cx="237832" cy="75897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947159" y="2876550"/>
              <a:ext cx="78105" cy="600710"/>
            </a:xfrm>
            <a:custGeom>
              <a:avLst/>
              <a:gdLst/>
              <a:ahLst/>
              <a:cxnLst/>
              <a:rect l="l" t="t" r="r" b="b"/>
              <a:pathLst>
                <a:path w="78104" h="600710">
                  <a:moveTo>
                    <a:pt x="25907" y="522986"/>
                  </a:moveTo>
                  <a:lnTo>
                    <a:pt x="0" y="522986"/>
                  </a:lnTo>
                  <a:lnTo>
                    <a:pt x="38862" y="600710"/>
                  </a:lnTo>
                  <a:lnTo>
                    <a:pt x="71247" y="535939"/>
                  </a:lnTo>
                  <a:lnTo>
                    <a:pt x="25907" y="535939"/>
                  </a:lnTo>
                  <a:lnTo>
                    <a:pt x="25907" y="522986"/>
                  </a:lnTo>
                  <a:close/>
                </a:path>
                <a:path w="78104" h="600710">
                  <a:moveTo>
                    <a:pt x="51815" y="0"/>
                  </a:moveTo>
                  <a:lnTo>
                    <a:pt x="25907" y="0"/>
                  </a:lnTo>
                  <a:lnTo>
                    <a:pt x="25907" y="535939"/>
                  </a:lnTo>
                  <a:lnTo>
                    <a:pt x="51815" y="535939"/>
                  </a:lnTo>
                  <a:lnTo>
                    <a:pt x="51815" y="0"/>
                  </a:lnTo>
                  <a:close/>
                </a:path>
                <a:path w="78104" h="600710">
                  <a:moveTo>
                    <a:pt x="77724" y="522986"/>
                  </a:moveTo>
                  <a:lnTo>
                    <a:pt x="51815" y="522986"/>
                  </a:lnTo>
                  <a:lnTo>
                    <a:pt x="51815" y="535939"/>
                  </a:lnTo>
                  <a:lnTo>
                    <a:pt x="71247" y="535939"/>
                  </a:lnTo>
                  <a:lnTo>
                    <a:pt x="77724" y="522986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0282" y="806219"/>
              <a:ext cx="752442" cy="83918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8002" y="806219"/>
              <a:ext cx="752442" cy="83918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2374" y="806219"/>
              <a:ext cx="752442" cy="83918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798946" y="2370835"/>
            <a:ext cx="1833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Request</a:t>
            </a:r>
            <a:r>
              <a:rPr sz="18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Count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Copyright</a:t>
            </a:r>
            <a:r>
              <a:rPr spc="20" dirty="0"/>
              <a:t> </a:t>
            </a:r>
            <a:r>
              <a:rPr dirty="0"/>
              <a:t>© </a:t>
            </a:r>
            <a:r>
              <a:rPr spc="-5" dirty="0"/>
              <a:t>2019</a:t>
            </a:r>
            <a:r>
              <a:rPr spc="25" dirty="0"/>
              <a:t> </a:t>
            </a:r>
            <a:r>
              <a:rPr spc="-5" dirty="0"/>
              <a:t>ChandraMohan</a:t>
            </a:r>
            <a:r>
              <a:rPr spc="45" dirty="0"/>
              <a:t> </a:t>
            </a:r>
            <a:r>
              <a:rPr dirty="0"/>
              <a:t>Lingam.</a:t>
            </a:r>
            <a:r>
              <a:rPr spc="-5" dirty="0"/>
              <a:t> </a:t>
            </a:r>
            <a:r>
              <a:rPr dirty="0"/>
              <a:t>All</a:t>
            </a:r>
            <a:r>
              <a:rPr spc="-5" dirty="0"/>
              <a:t> </a:t>
            </a:r>
            <a:r>
              <a:rPr dirty="0"/>
              <a:t>Rights </a:t>
            </a:r>
            <a:r>
              <a:rPr spc="-5" dirty="0"/>
              <a:t>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29997"/>
            <a:ext cx="6015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4D4D4B"/>
                </a:solidFill>
              </a:rPr>
              <a:t>Services</a:t>
            </a:r>
            <a:r>
              <a:rPr u="none" spc="5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with</a:t>
            </a:r>
            <a:r>
              <a:rPr u="none" spc="-100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Auto</a:t>
            </a:r>
            <a:r>
              <a:rPr u="none" spc="20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Scaling</a:t>
            </a:r>
            <a:r>
              <a:rPr u="none" spc="5" dirty="0">
                <a:solidFill>
                  <a:srgbClr val="4D4D4B"/>
                </a:solidFill>
              </a:rPr>
              <a:t> </a:t>
            </a:r>
            <a:r>
              <a:rPr u="none" spc="-10" dirty="0">
                <a:solidFill>
                  <a:srgbClr val="4D4D4B"/>
                </a:solidFill>
              </a:rPr>
              <a:t>Support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9506" y="962025"/>
            <a:ext cx="7960995" cy="33185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EC2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–</a:t>
            </a:r>
            <a:r>
              <a:rPr sz="2400" spc="-14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Adjust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EC2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instance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capacity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based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on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need</a:t>
            </a:r>
            <a:endParaRPr sz="2400">
              <a:latin typeface="Arial MT"/>
              <a:cs typeface="Arial MT"/>
            </a:endParaRPr>
          </a:p>
          <a:p>
            <a:pPr marL="355600" marR="125095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EC2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Spot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Fleets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–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optimize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cost,</a:t>
            </a:r>
            <a:r>
              <a:rPr sz="2400" spc="-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replace</a:t>
            </a:r>
            <a:r>
              <a:rPr sz="2400" spc="2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instances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that </a:t>
            </a:r>
            <a:r>
              <a:rPr sz="2400" spc="-65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are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 interrupted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due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to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price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or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capacity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reasons</a:t>
            </a:r>
            <a:endParaRPr sz="2400">
              <a:latin typeface="Arial MT"/>
              <a:cs typeface="Arial MT"/>
            </a:endParaRPr>
          </a:p>
          <a:p>
            <a:pPr marL="355600" marR="1574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Elastic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Container</a:t>
            </a:r>
            <a:r>
              <a:rPr sz="2400" spc="3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Service</a:t>
            </a:r>
            <a:r>
              <a:rPr sz="2400" spc="2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–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 adjust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tasks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based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on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load, </a:t>
            </a:r>
            <a:r>
              <a:rPr sz="2400" spc="-65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adjust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instances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in</a:t>
            </a:r>
            <a:r>
              <a:rPr sz="2400" spc="-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the</a:t>
            </a:r>
            <a:r>
              <a:rPr sz="2400" spc="-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cluster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DynamoDB</a:t>
            </a:r>
            <a:r>
              <a:rPr sz="2400" spc="2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–</a:t>
            </a:r>
            <a:r>
              <a:rPr sz="2400" spc="-12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Adjust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provisioned</a:t>
            </a:r>
            <a:r>
              <a:rPr sz="2400" spc="4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read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and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write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capacity</a:t>
            </a:r>
            <a:endParaRPr sz="2400">
              <a:latin typeface="Arial MT"/>
              <a:cs typeface="Arial MT"/>
            </a:endParaRPr>
          </a:p>
          <a:p>
            <a:pPr marL="355600" marR="357505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Aurora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–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Adjust the number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of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read-replicas based on </a:t>
            </a:r>
            <a:r>
              <a:rPr sz="2400" spc="-65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workload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21666"/>
            <a:ext cx="37001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4D4D4B"/>
                </a:solidFill>
              </a:rPr>
              <a:t>Auto Scaling</a:t>
            </a:r>
            <a:r>
              <a:rPr u="none" spc="-10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Benefits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9506" y="962025"/>
            <a:ext cx="7622540" cy="30257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Improve</a:t>
            </a:r>
            <a:r>
              <a:rPr sz="2400" spc="-2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Fault</a:t>
            </a:r>
            <a:r>
              <a:rPr sz="2400" spc="-5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4D4D4B"/>
                </a:solidFill>
                <a:latin typeface="Arial MT"/>
                <a:cs typeface="Arial MT"/>
              </a:rPr>
              <a:t>Tolerance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Increase</a:t>
            </a:r>
            <a:r>
              <a:rPr sz="2400" spc="-14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Application</a:t>
            </a:r>
            <a:r>
              <a:rPr sz="2400" spc="2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availability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Lowers</a:t>
            </a:r>
            <a:r>
              <a:rPr sz="2400" spc="-2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Cost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Support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for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multiple</a:t>
            </a:r>
            <a:r>
              <a:rPr sz="2400" spc="2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purchase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models,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instance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types, </a:t>
            </a:r>
            <a:r>
              <a:rPr sz="2400" spc="-65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D4D4B"/>
                </a:solidFill>
                <a:latin typeface="Arial MT"/>
                <a:cs typeface="Arial MT"/>
              </a:rPr>
              <a:t>Availability</a:t>
            </a:r>
            <a:r>
              <a:rPr sz="2400" spc="3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Zones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Balance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across</a:t>
            </a:r>
            <a:r>
              <a:rPr sz="2400" spc="-13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4D4D4B"/>
                </a:solidFill>
                <a:latin typeface="Arial MT"/>
                <a:cs typeface="Arial MT"/>
              </a:rPr>
              <a:t>Availability</a:t>
            </a:r>
            <a:r>
              <a:rPr sz="2400" spc="3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Zones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Customer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needs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to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check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for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account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service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limits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6CE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325</Words>
  <Application>Microsoft Office PowerPoint</Application>
  <PresentationFormat>On-screen Show (16:9)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MT</vt:lpstr>
      <vt:lpstr>Calibri</vt:lpstr>
      <vt:lpstr>Office Theme</vt:lpstr>
      <vt:lpstr>Auto Scaling</vt:lpstr>
      <vt:lpstr>Auto Scaling</vt:lpstr>
      <vt:lpstr>Auto Scaling</vt:lpstr>
      <vt:lpstr>Lifecycle Hooks</vt:lpstr>
      <vt:lpstr>Auto Scaling Group</vt:lpstr>
      <vt:lpstr>Scaling Types</vt:lpstr>
      <vt:lpstr>Auto Scaling</vt:lpstr>
      <vt:lpstr>Services with Auto Scaling Support</vt:lpstr>
      <vt:lpstr>Auto Scaling Benefits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SageMaker, AI and Machine Learning</dc:title>
  <dc:creator>ouraccount</dc:creator>
  <cp:lastModifiedBy>hp</cp:lastModifiedBy>
  <cp:revision>1</cp:revision>
  <dcterms:created xsi:type="dcterms:W3CDTF">2022-05-28T09:48:57Z</dcterms:created>
  <dcterms:modified xsi:type="dcterms:W3CDTF">2022-05-28T09:51:41Z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2020-02-25T00:00:00Z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2022-05-28T00:00:00Z</vt:filetime>
  </property>
</Properties>
</file>